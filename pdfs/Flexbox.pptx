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642" r:id="rId5"/>
  </p:sldMasterIdLst>
  <p:notesMasterIdLst>
    <p:notesMasterId r:id="rId15"/>
  </p:notesMasterIdLst>
  <p:handoutMasterIdLst>
    <p:handoutMasterId r:id="rId16"/>
  </p:handoutMasterIdLst>
  <p:sldIdLst>
    <p:sldId id="1670" r:id="rId6"/>
    <p:sldId id="1688" r:id="rId7"/>
    <p:sldId id="1671" r:id="rId8"/>
    <p:sldId id="1672" r:id="rId9"/>
    <p:sldId id="1690" r:id="rId10"/>
    <p:sldId id="1691" r:id="rId11"/>
    <p:sldId id="1692" r:id="rId12"/>
    <p:sldId id="1689" r:id="rId13"/>
    <p:sldId id="1687" r:id="rId14"/>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84008F-2DF4-4AEA-A8A1-91660BB5EF4C}">
          <p14:sldIdLst>
            <p14:sldId id="1670"/>
            <p14:sldId id="1688"/>
            <p14:sldId id="1671"/>
            <p14:sldId id="1672"/>
          </p14:sldIdLst>
        </p14:section>
        <p14:section name="Parent/container" id="{58A0A838-1107-4096-A01D-A738FF4C8422}">
          <p14:sldIdLst>
            <p14:sldId id="1690"/>
            <p14:sldId id="1691"/>
          </p14:sldIdLst>
        </p14:section>
        <p14:section name="children" id="{DC0FC152-DED8-4507-94FF-C852615D12E7}">
          <p14:sldIdLst>
            <p14:sldId id="1692"/>
          </p14:sldIdLst>
        </p14:section>
        <p14:section name="Outro" id="{BB2D479B-AC81-4BF6-B920-8C568CDC16C7}">
          <p14:sldIdLst>
            <p14:sldId id="1689"/>
            <p14:sldId id="168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CF2"/>
    <a:srgbClr val="FAFA41"/>
    <a:srgbClr val="0078D4"/>
    <a:srgbClr val="5C2D91"/>
    <a:srgbClr val="E6E6E6"/>
    <a:srgbClr val="2F2F2F"/>
    <a:srgbClr val="F2F2F2"/>
    <a:srgbClr val="D2D2D2"/>
    <a:srgbClr val="037BDA"/>
    <a:srgbClr val="1A1A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86DCFC-A9BC-487F-AC45-508F6C1D000E}" v="72" dt="2024-05-08T12:10:59.617"/>
    <p1510:client id="{3609E65C-471C-4CDD-B5FD-A06984D45604}" v="146" dt="2024-05-09T06:33:02.7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678" y="9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Comba" userId="2b567b3b-fb93-46f1-8cbc-0c356b39981a" providerId="ADAL" clId="{3609E65C-471C-4CDD-B5FD-A06984D45604}"/>
    <pc:docChg chg="undo redo custSel addSld delSld modSld sldOrd addSection delSection modSection">
      <pc:chgData name="Kevin Comba" userId="2b567b3b-fb93-46f1-8cbc-0c356b39981a" providerId="ADAL" clId="{3609E65C-471C-4CDD-B5FD-A06984D45604}" dt="2024-05-09T06:33:06.245" v="265"/>
      <pc:docMkLst>
        <pc:docMk/>
      </pc:docMkLst>
      <pc:sldChg chg="addSp delSp modSp mod">
        <pc:chgData name="Kevin Comba" userId="2b567b3b-fb93-46f1-8cbc-0c356b39981a" providerId="ADAL" clId="{3609E65C-471C-4CDD-B5FD-A06984D45604}" dt="2024-05-08T12:26:17.610" v="255" actId="14100"/>
        <pc:sldMkLst>
          <pc:docMk/>
          <pc:sldMk cId="1793706927" sldId="1670"/>
        </pc:sldMkLst>
        <pc:spChg chg="mod">
          <ac:chgData name="Kevin Comba" userId="2b567b3b-fb93-46f1-8cbc-0c356b39981a" providerId="ADAL" clId="{3609E65C-471C-4CDD-B5FD-A06984D45604}" dt="2024-05-08T12:26:17.610" v="255" actId="14100"/>
          <ac:spMkLst>
            <pc:docMk/>
            <pc:sldMk cId="1793706927" sldId="1670"/>
            <ac:spMk id="7" creationId="{D5C8DBCD-E250-744A-5B5D-DCBF5B833176}"/>
          </ac:spMkLst>
        </pc:spChg>
        <pc:spChg chg="mod">
          <ac:chgData name="Kevin Comba" userId="2b567b3b-fb93-46f1-8cbc-0c356b39981a" providerId="ADAL" clId="{3609E65C-471C-4CDD-B5FD-A06984D45604}" dt="2024-05-07T18:41:53.929" v="117" actId="1076"/>
          <ac:spMkLst>
            <pc:docMk/>
            <pc:sldMk cId="1793706927" sldId="1670"/>
            <ac:spMk id="8" creationId="{37DA9F54-5010-C8FB-E5A2-476C98D12B2B}"/>
          </ac:spMkLst>
        </pc:spChg>
        <pc:picChg chg="add mod">
          <ac:chgData name="Kevin Comba" userId="2b567b3b-fb93-46f1-8cbc-0c356b39981a" providerId="ADAL" clId="{3609E65C-471C-4CDD-B5FD-A06984D45604}" dt="2024-05-07T18:41:50.004" v="116" actId="1076"/>
          <ac:picMkLst>
            <pc:docMk/>
            <pc:sldMk cId="1793706927" sldId="1670"/>
            <ac:picMk id="2" creationId="{F7691E11-947D-C774-19A6-A8971CD67EC4}"/>
          </ac:picMkLst>
        </pc:picChg>
        <pc:picChg chg="del">
          <ac:chgData name="Kevin Comba" userId="2b567b3b-fb93-46f1-8cbc-0c356b39981a" providerId="ADAL" clId="{3609E65C-471C-4CDD-B5FD-A06984D45604}" dt="2024-05-05T10:13:48.776" v="0" actId="478"/>
          <ac:picMkLst>
            <pc:docMk/>
            <pc:sldMk cId="1793706927" sldId="1670"/>
            <ac:picMk id="3" creationId="{6213792C-451B-3FBB-3838-8D7148C79AB0}"/>
          </ac:picMkLst>
        </pc:picChg>
        <pc:picChg chg="add mod">
          <ac:chgData name="Kevin Comba" userId="2b567b3b-fb93-46f1-8cbc-0c356b39981a" providerId="ADAL" clId="{3609E65C-471C-4CDD-B5FD-A06984D45604}" dt="2024-05-05T10:13:53.159" v="2"/>
          <ac:picMkLst>
            <pc:docMk/>
            <pc:sldMk cId="1793706927" sldId="1670"/>
            <ac:picMk id="4" creationId="{1794816B-130E-2812-0516-7A1C78D247EA}"/>
          </ac:picMkLst>
        </pc:picChg>
        <pc:picChg chg="add del mod">
          <ac:chgData name="Kevin Comba" userId="2b567b3b-fb93-46f1-8cbc-0c356b39981a" providerId="ADAL" clId="{3609E65C-471C-4CDD-B5FD-A06984D45604}" dt="2024-05-07T18:41:48.297" v="115" actId="478"/>
          <ac:picMkLst>
            <pc:docMk/>
            <pc:sldMk cId="1793706927" sldId="1670"/>
            <ac:picMk id="5" creationId="{68CAC06F-2F80-0532-F219-9DE95DE146A0}"/>
          </ac:picMkLst>
        </pc:picChg>
        <pc:picChg chg="del">
          <ac:chgData name="Kevin Comba" userId="2b567b3b-fb93-46f1-8cbc-0c356b39981a" providerId="ADAL" clId="{3609E65C-471C-4CDD-B5FD-A06984D45604}" dt="2024-05-05T10:13:50.909" v="1" actId="478"/>
          <ac:picMkLst>
            <pc:docMk/>
            <pc:sldMk cId="1793706927" sldId="1670"/>
            <ac:picMk id="9" creationId="{25847871-7632-7283-AD7C-C923EEBC6F5F}"/>
          </ac:picMkLst>
        </pc:picChg>
        <pc:picChg chg="add del mod">
          <ac:chgData name="Kevin Comba" userId="2b567b3b-fb93-46f1-8cbc-0c356b39981a" providerId="ADAL" clId="{3609E65C-471C-4CDD-B5FD-A06984D45604}" dt="2024-05-05T10:16:34.359" v="70" actId="478"/>
          <ac:picMkLst>
            <pc:docMk/>
            <pc:sldMk cId="1793706927" sldId="1670"/>
            <ac:picMk id="10" creationId="{093871C5-8ADF-F11F-9023-E5E0157801C3}"/>
          </ac:picMkLst>
        </pc:picChg>
        <pc:picChg chg="del">
          <ac:chgData name="Kevin Comba" userId="2b567b3b-fb93-46f1-8cbc-0c356b39981a" providerId="ADAL" clId="{3609E65C-471C-4CDD-B5FD-A06984D45604}" dt="2024-05-05T10:14:46.844" v="11" actId="478"/>
          <ac:picMkLst>
            <pc:docMk/>
            <pc:sldMk cId="1793706927" sldId="1670"/>
            <ac:picMk id="16" creationId="{41C9A300-857D-8FA4-6E0A-35E562BE486A}"/>
          </ac:picMkLst>
        </pc:picChg>
      </pc:sldChg>
      <pc:sldChg chg="delSp mod">
        <pc:chgData name="Kevin Comba" userId="2b567b3b-fb93-46f1-8cbc-0c356b39981a" providerId="ADAL" clId="{3609E65C-471C-4CDD-B5FD-A06984D45604}" dt="2024-05-05T10:17:08.658" v="83" actId="478"/>
        <pc:sldMkLst>
          <pc:docMk/>
          <pc:sldMk cId="1036277177" sldId="1671"/>
        </pc:sldMkLst>
        <pc:picChg chg="del">
          <ac:chgData name="Kevin Comba" userId="2b567b3b-fb93-46f1-8cbc-0c356b39981a" providerId="ADAL" clId="{3609E65C-471C-4CDD-B5FD-A06984D45604}" dt="2024-05-05T10:17:08.658" v="83" actId="478"/>
          <ac:picMkLst>
            <pc:docMk/>
            <pc:sldMk cId="1036277177" sldId="1671"/>
            <ac:picMk id="3" creationId="{6213792C-451B-3FBB-3838-8D7148C79AB0}"/>
          </ac:picMkLst>
        </pc:picChg>
      </pc:sldChg>
      <pc:sldChg chg="delSp mod">
        <pc:chgData name="Kevin Comba" userId="2b567b3b-fb93-46f1-8cbc-0c356b39981a" providerId="ADAL" clId="{3609E65C-471C-4CDD-B5FD-A06984D45604}" dt="2024-05-05T10:17:11.605" v="84" actId="478"/>
        <pc:sldMkLst>
          <pc:docMk/>
          <pc:sldMk cId="1855526435" sldId="1672"/>
        </pc:sldMkLst>
        <pc:picChg chg="del">
          <ac:chgData name="Kevin Comba" userId="2b567b3b-fb93-46f1-8cbc-0c356b39981a" providerId="ADAL" clId="{3609E65C-471C-4CDD-B5FD-A06984D45604}" dt="2024-05-05T10:17:11.605" v="84" actId="478"/>
          <ac:picMkLst>
            <pc:docMk/>
            <pc:sldMk cId="1855526435" sldId="1672"/>
            <ac:picMk id="3" creationId="{6213792C-451B-3FBB-3838-8D7148C79AB0}"/>
          </ac:picMkLst>
        </pc:picChg>
      </pc:sldChg>
      <pc:sldChg chg="delSp del mod">
        <pc:chgData name="Kevin Comba" userId="2b567b3b-fb93-46f1-8cbc-0c356b39981a" providerId="ADAL" clId="{3609E65C-471C-4CDD-B5FD-A06984D45604}" dt="2024-05-08T12:23:16.258" v="206" actId="47"/>
        <pc:sldMkLst>
          <pc:docMk/>
          <pc:sldMk cId="1570439454" sldId="1673"/>
        </pc:sldMkLst>
        <pc:picChg chg="del">
          <ac:chgData name="Kevin Comba" userId="2b567b3b-fb93-46f1-8cbc-0c356b39981a" providerId="ADAL" clId="{3609E65C-471C-4CDD-B5FD-A06984D45604}" dt="2024-05-05T10:17:13.972" v="85" actId="478"/>
          <ac:picMkLst>
            <pc:docMk/>
            <pc:sldMk cId="1570439454" sldId="1673"/>
            <ac:picMk id="3" creationId="{6213792C-451B-3FBB-3838-8D7148C79AB0}"/>
          </ac:picMkLst>
        </pc:picChg>
      </pc:sldChg>
      <pc:sldChg chg="delSp del mod">
        <pc:chgData name="Kevin Comba" userId="2b567b3b-fb93-46f1-8cbc-0c356b39981a" providerId="ADAL" clId="{3609E65C-471C-4CDD-B5FD-A06984D45604}" dt="2024-05-08T12:23:18.940" v="207" actId="47"/>
        <pc:sldMkLst>
          <pc:docMk/>
          <pc:sldMk cId="2406659396" sldId="1674"/>
        </pc:sldMkLst>
        <pc:picChg chg="del">
          <ac:chgData name="Kevin Comba" userId="2b567b3b-fb93-46f1-8cbc-0c356b39981a" providerId="ADAL" clId="{3609E65C-471C-4CDD-B5FD-A06984D45604}" dt="2024-05-05T10:17:18.378" v="86" actId="478"/>
          <ac:picMkLst>
            <pc:docMk/>
            <pc:sldMk cId="2406659396" sldId="1674"/>
            <ac:picMk id="3" creationId="{6213792C-451B-3FBB-3838-8D7148C79AB0}"/>
          </ac:picMkLst>
        </pc:picChg>
      </pc:sldChg>
      <pc:sldChg chg="delSp del mod">
        <pc:chgData name="Kevin Comba" userId="2b567b3b-fb93-46f1-8cbc-0c356b39981a" providerId="ADAL" clId="{3609E65C-471C-4CDD-B5FD-A06984D45604}" dt="2024-05-08T12:23:20.608" v="208" actId="47"/>
        <pc:sldMkLst>
          <pc:docMk/>
          <pc:sldMk cId="1668642619" sldId="1675"/>
        </pc:sldMkLst>
        <pc:picChg chg="del">
          <ac:chgData name="Kevin Comba" userId="2b567b3b-fb93-46f1-8cbc-0c356b39981a" providerId="ADAL" clId="{3609E65C-471C-4CDD-B5FD-A06984D45604}" dt="2024-05-05T10:17:21.139" v="87" actId="478"/>
          <ac:picMkLst>
            <pc:docMk/>
            <pc:sldMk cId="1668642619" sldId="1675"/>
            <ac:picMk id="3" creationId="{6213792C-451B-3FBB-3838-8D7148C79AB0}"/>
          </ac:picMkLst>
        </pc:picChg>
      </pc:sldChg>
      <pc:sldChg chg="delSp del mod">
        <pc:chgData name="Kevin Comba" userId="2b567b3b-fb93-46f1-8cbc-0c356b39981a" providerId="ADAL" clId="{3609E65C-471C-4CDD-B5FD-A06984D45604}" dt="2024-05-08T12:23:22.165" v="209" actId="47"/>
        <pc:sldMkLst>
          <pc:docMk/>
          <pc:sldMk cId="3932103323" sldId="1676"/>
        </pc:sldMkLst>
        <pc:picChg chg="del">
          <ac:chgData name="Kevin Comba" userId="2b567b3b-fb93-46f1-8cbc-0c356b39981a" providerId="ADAL" clId="{3609E65C-471C-4CDD-B5FD-A06984D45604}" dt="2024-05-05T10:17:24.321" v="88" actId="478"/>
          <ac:picMkLst>
            <pc:docMk/>
            <pc:sldMk cId="3932103323" sldId="1676"/>
            <ac:picMk id="3" creationId="{6213792C-451B-3FBB-3838-8D7148C79AB0}"/>
          </ac:picMkLst>
        </pc:picChg>
      </pc:sldChg>
      <pc:sldChg chg="delSp del mod">
        <pc:chgData name="Kevin Comba" userId="2b567b3b-fb93-46f1-8cbc-0c356b39981a" providerId="ADAL" clId="{3609E65C-471C-4CDD-B5FD-A06984D45604}" dt="2024-05-08T12:23:23.899" v="210" actId="47"/>
        <pc:sldMkLst>
          <pc:docMk/>
          <pc:sldMk cId="2589286029" sldId="1677"/>
        </pc:sldMkLst>
        <pc:picChg chg="del">
          <ac:chgData name="Kevin Comba" userId="2b567b3b-fb93-46f1-8cbc-0c356b39981a" providerId="ADAL" clId="{3609E65C-471C-4CDD-B5FD-A06984D45604}" dt="2024-05-05T10:17:27.465" v="89" actId="478"/>
          <ac:picMkLst>
            <pc:docMk/>
            <pc:sldMk cId="2589286029" sldId="1677"/>
            <ac:picMk id="3" creationId="{6213792C-451B-3FBB-3838-8D7148C79AB0}"/>
          </ac:picMkLst>
        </pc:picChg>
      </pc:sldChg>
      <pc:sldChg chg="delSp del mod">
        <pc:chgData name="Kevin Comba" userId="2b567b3b-fb93-46f1-8cbc-0c356b39981a" providerId="ADAL" clId="{3609E65C-471C-4CDD-B5FD-A06984D45604}" dt="2024-05-08T12:23:25.461" v="211" actId="47"/>
        <pc:sldMkLst>
          <pc:docMk/>
          <pc:sldMk cId="3508733685" sldId="1678"/>
        </pc:sldMkLst>
        <pc:picChg chg="del">
          <ac:chgData name="Kevin Comba" userId="2b567b3b-fb93-46f1-8cbc-0c356b39981a" providerId="ADAL" clId="{3609E65C-471C-4CDD-B5FD-A06984D45604}" dt="2024-05-05T10:17:29.911" v="90" actId="478"/>
          <ac:picMkLst>
            <pc:docMk/>
            <pc:sldMk cId="3508733685" sldId="1678"/>
            <ac:picMk id="3" creationId="{6213792C-451B-3FBB-3838-8D7148C79AB0}"/>
          </ac:picMkLst>
        </pc:picChg>
      </pc:sldChg>
      <pc:sldChg chg="delSp del mod">
        <pc:chgData name="Kevin Comba" userId="2b567b3b-fb93-46f1-8cbc-0c356b39981a" providerId="ADAL" clId="{3609E65C-471C-4CDD-B5FD-A06984D45604}" dt="2024-05-08T12:23:27.132" v="212" actId="47"/>
        <pc:sldMkLst>
          <pc:docMk/>
          <pc:sldMk cId="2796934045" sldId="1679"/>
        </pc:sldMkLst>
        <pc:picChg chg="del">
          <ac:chgData name="Kevin Comba" userId="2b567b3b-fb93-46f1-8cbc-0c356b39981a" providerId="ADAL" clId="{3609E65C-471C-4CDD-B5FD-A06984D45604}" dt="2024-05-05T10:17:32.255" v="91" actId="478"/>
          <ac:picMkLst>
            <pc:docMk/>
            <pc:sldMk cId="2796934045" sldId="1679"/>
            <ac:picMk id="3" creationId="{6213792C-451B-3FBB-3838-8D7148C79AB0}"/>
          </ac:picMkLst>
        </pc:picChg>
      </pc:sldChg>
      <pc:sldChg chg="delSp del mod">
        <pc:chgData name="Kevin Comba" userId="2b567b3b-fb93-46f1-8cbc-0c356b39981a" providerId="ADAL" clId="{3609E65C-471C-4CDD-B5FD-A06984D45604}" dt="2024-05-08T12:23:28.623" v="213" actId="47"/>
        <pc:sldMkLst>
          <pc:docMk/>
          <pc:sldMk cId="3075420923" sldId="1680"/>
        </pc:sldMkLst>
        <pc:picChg chg="del">
          <ac:chgData name="Kevin Comba" userId="2b567b3b-fb93-46f1-8cbc-0c356b39981a" providerId="ADAL" clId="{3609E65C-471C-4CDD-B5FD-A06984D45604}" dt="2024-05-05T10:17:35.976" v="92" actId="478"/>
          <ac:picMkLst>
            <pc:docMk/>
            <pc:sldMk cId="3075420923" sldId="1680"/>
            <ac:picMk id="3" creationId="{6213792C-451B-3FBB-3838-8D7148C79AB0}"/>
          </ac:picMkLst>
        </pc:picChg>
      </pc:sldChg>
      <pc:sldChg chg="delSp del mod">
        <pc:chgData name="Kevin Comba" userId="2b567b3b-fb93-46f1-8cbc-0c356b39981a" providerId="ADAL" clId="{3609E65C-471C-4CDD-B5FD-A06984D45604}" dt="2024-05-08T12:23:29.976" v="214" actId="47"/>
        <pc:sldMkLst>
          <pc:docMk/>
          <pc:sldMk cId="2172841515" sldId="1681"/>
        </pc:sldMkLst>
        <pc:picChg chg="del">
          <ac:chgData name="Kevin Comba" userId="2b567b3b-fb93-46f1-8cbc-0c356b39981a" providerId="ADAL" clId="{3609E65C-471C-4CDD-B5FD-A06984D45604}" dt="2024-05-05T10:17:38.668" v="93" actId="478"/>
          <ac:picMkLst>
            <pc:docMk/>
            <pc:sldMk cId="2172841515" sldId="1681"/>
            <ac:picMk id="3" creationId="{6213792C-451B-3FBB-3838-8D7148C79AB0}"/>
          </ac:picMkLst>
        </pc:picChg>
      </pc:sldChg>
      <pc:sldChg chg="delSp del mod">
        <pc:chgData name="Kevin Comba" userId="2b567b3b-fb93-46f1-8cbc-0c356b39981a" providerId="ADAL" clId="{3609E65C-471C-4CDD-B5FD-A06984D45604}" dt="2024-05-08T12:23:40.962" v="216" actId="47"/>
        <pc:sldMkLst>
          <pc:docMk/>
          <pc:sldMk cId="4161687016" sldId="1682"/>
        </pc:sldMkLst>
        <pc:picChg chg="del">
          <ac:chgData name="Kevin Comba" userId="2b567b3b-fb93-46f1-8cbc-0c356b39981a" providerId="ADAL" clId="{3609E65C-471C-4CDD-B5FD-A06984D45604}" dt="2024-05-05T10:17:41.737" v="94" actId="478"/>
          <ac:picMkLst>
            <pc:docMk/>
            <pc:sldMk cId="4161687016" sldId="1682"/>
            <ac:picMk id="3" creationId="{6213792C-451B-3FBB-3838-8D7148C79AB0}"/>
          </ac:picMkLst>
        </pc:picChg>
      </pc:sldChg>
      <pc:sldChg chg="delSp del mod">
        <pc:chgData name="Kevin Comba" userId="2b567b3b-fb93-46f1-8cbc-0c356b39981a" providerId="ADAL" clId="{3609E65C-471C-4CDD-B5FD-A06984D45604}" dt="2024-05-08T12:23:43.451" v="217" actId="47"/>
        <pc:sldMkLst>
          <pc:docMk/>
          <pc:sldMk cId="2225452209" sldId="1683"/>
        </pc:sldMkLst>
        <pc:picChg chg="del">
          <ac:chgData name="Kevin Comba" userId="2b567b3b-fb93-46f1-8cbc-0c356b39981a" providerId="ADAL" clId="{3609E65C-471C-4CDD-B5FD-A06984D45604}" dt="2024-05-05T10:17:44.674" v="95" actId="478"/>
          <ac:picMkLst>
            <pc:docMk/>
            <pc:sldMk cId="2225452209" sldId="1683"/>
            <ac:picMk id="3" creationId="{6213792C-451B-3FBB-3838-8D7148C79AB0}"/>
          </ac:picMkLst>
        </pc:picChg>
      </pc:sldChg>
      <pc:sldChg chg="delSp del mod">
        <pc:chgData name="Kevin Comba" userId="2b567b3b-fb93-46f1-8cbc-0c356b39981a" providerId="ADAL" clId="{3609E65C-471C-4CDD-B5FD-A06984D45604}" dt="2024-05-08T12:23:44.823" v="218" actId="47"/>
        <pc:sldMkLst>
          <pc:docMk/>
          <pc:sldMk cId="981287815" sldId="1684"/>
        </pc:sldMkLst>
        <pc:picChg chg="del">
          <ac:chgData name="Kevin Comba" userId="2b567b3b-fb93-46f1-8cbc-0c356b39981a" providerId="ADAL" clId="{3609E65C-471C-4CDD-B5FD-A06984D45604}" dt="2024-05-05T10:17:48.064" v="96" actId="478"/>
          <ac:picMkLst>
            <pc:docMk/>
            <pc:sldMk cId="981287815" sldId="1684"/>
            <ac:picMk id="3" creationId="{6213792C-451B-3FBB-3838-8D7148C79AB0}"/>
          </ac:picMkLst>
        </pc:picChg>
      </pc:sldChg>
      <pc:sldChg chg="delSp del mod">
        <pc:chgData name="Kevin Comba" userId="2b567b3b-fb93-46f1-8cbc-0c356b39981a" providerId="ADAL" clId="{3609E65C-471C-4CDD-B5FD-A06984D45604}" dt="2024-05-08T12:23:46.286" v="219" actId="47"/>
        <pc:sldMkLst>
          <pc:docMk/>
          <pc:sldMk cId="255444741" sldId="1685"/>
        </pc:sldMkLst>
        <pc:picChg chg="del">
          <ac:chgData name="Kevin Comba" userId="2b567b3b-fb93-46f1-8cbc-0c356b39981a" providerId="ADAL" clId="{3609E65C-471C-4CDD-B5FD-A06984D45604}" dt="2024-05-05T10:17:50.395" v="97" actId="478"/>
          <ac:picMkLst>
            <pc:docMk/>
            <pc:sldMk cId="255444741" sldId="1685"/>
            <ac:picMk id="3" creationId="{6213792C-451B-3FBB-3838-8D7148C79AB0}"/>
          </ac:picMkLst>
        </pc:picChg>
      </pc:sldChg>
      <pc:sldChg chg="delSp modSp del mod">
        <pc:chgData name="Kevin Comba" userId="2b567b3b-fb93-46f1-8cbc-0c356b39981a" providerId="ADAL" clId="{3609E65C-471C-4CDD-B5FD-A06984D45604}" dt="2024-05-08T12:23:59.787" v="222" actId="47"/>
        <pc:sldMkLst>
          <pc:docMk/>
          <pc:sldMk cId="497225792" sldId="1686"/>
        </pc:sldMkLst>
        <pc:spChg chg="mod">
          <ac:chgData name="Kevin Comba" userId="2b567b3b-fb93-46f1-8cbc-0c356b39981a" providerId="ADAL" clId="{3609E65C-471C-4CDD-B5FD-A06984D45604}" dt="2024-05-05T10:17:58.699" v="100" actId="6549"/>
          <ac:spMkLst>
            <pc:docMk/>
            <pc:sldMk cId="497225792" sldId="1686"/>
            <ac:spMk id="4" creationId="{77C16996-C61C-BF6E-AA84-DCF94C8270C5}"/>
          </ac:spMkLst>
        </pc:spChg>
        <pc:picChg chg="del">
          <ac:chgData name="Kevin Comba" userId="2b567b3b-fb93-46f1-8cbc-0c356b39981a" providerId="ADAL" clId="{3609E65C-471C-4CDD-B5FD-A06984D45604}" dt="2024-05-05T10:17:56.325" v="99" actId="478"/>
          <ac:picMkLst>
            <pc:docMk/>
            <pc:sldMk cId="497225792" sldId="1686"/>
            <ac:picMk id="3" creationId="{6213792C-451B-3FBB-3838-8D7148C79AB0}"/>
          </ac:picMkLst>
        </pc:picChg>
      </pc:sldChg>
      <pc:sldChg chg="delSp modSp mod ord">
        <pc:chgData name="Kevin Comba" userId="2b567b3b-fb93-46f1-8cbc-0c356b39981a" providerId="ADAL" clId="{3609E65C-471C-4CDD-B5FD-A06984D45604}" dt="2024-05-09T06:33:06.245" v="265"/>
        <pc:sldMkLst>
          <pc:docMk/>
          <pc:sldMk cId="3609037987" sldId="1687"/>
        </pc:sldMkLst>
        <pc:spChg chg="mod">
          <ac:chgData name="Kevin Comba" userId="2b567b3b-fb93-46f1-8cbc-0c356b39981a" providerId="ADAL" clId="{3609E65C-471C-4CDD-B5FD-A06984D45604}" dt="2024-05-09T06:33:06.245" v="265"/>
          <ac:spMkLst>
            <pc:docMk/>
            <pc:sldMk cId="3609037987" sldId="1687"/>
            <ac:spMk id="4" creationId="{D26F9285-E016-3AE4-4A3E-A0BC09824DC7}"/>
          </ac:spMkLst>
        </pc:spChg>
        <pc:spChg chg="mod">
          <ac:chgData name="Kevin Comba" userId="2b567b3b-fb93-46f1-8cbc-0c356b39981a" providerId="ADAL" clId="{3609E65C-471C-4CDD-B5FD-A06984D45604}" dt="2024-05-08T12:24:33.673" v="236" actId="1076"/>
          <ac:spMkLst>
            <pc:docMk/>
            <pc:sldMk cId="3609037987" sldId="1687"/>
            <ac:spMk id="17" creationId="{00000000-0000-0000-0000-000000000000}"/>
          </ac:spMkLst>
        </pc:spChg>
        <pc:picChg chg="del">
          <ac:chgData name="Kevin Comba" userId="2b567b3b-fb93-46f1-8cbc-0c356b39981a" providerId="ADAL" clId="{3609E65C-471C-4CDD-B5FD-A06984D45604}" dt="2024-05-05T10:17:53.319" v="98" actId="478"/>
          <ac:picMkLst>
            <pc:docMk/>
            <pc:sldMk cId="3609037987" sldId="1687"/>
            <ac:picMk id="3" creationId="{6213792C-451B-3FBB-3838-8D7148C79AB0}"/>
          </ac:picMkLst>
        </pc:picChg>
      </pc:sldChg>
      <pc:sldChg chg="addSp delSp modSp mod">
        <pc:chgData name="Kevin Comba" userId="2b567b3b-fb93-46f1-8cbc-0c356b39981a" providerId="ADAL" clId="{3609E65C-471C-4CDD-B5FD-A06984D45604}" dt="2024-05-05T10:19:04.676" v="102"/>
        <pc:sldMkLst>
          <pc:docMk/>
          <pc:sldMk cId="1852239326" sldId="1688"/>
        </pc:sldMkLst>
        <pc:picChg chg="add mod">
          <ac:chgData name="Kevin Comba" userId="2b567b3b-fb93-46f1-8cbc-0c356b39981a" providerId="ADAL" clId="{3609E65C-471C-4CDD-B5FD-A06984D45604}" dt="2024-05-05T10:19:04.676" v="102"/>
          <ac:picMkLst>
            <pc:docMk/>
            <pc:sldMk cId="1852239326" sldId="1688"/>
            <ac:picMk id="2" creationId="{D6F2020E-2DB3-90AA-46BE-2B0EBF86C7A8}"/>
          </ac:picMkLst>
        </pc:picChg>
        <pc:picChg chg="del">
          <ac:chgData name="Kevin Comba" userId="2b567b3b-fb93-46f1-8cbc-0c356b39981a" providerId="ADAL" clId="{3609E65C-471C-4CDD-B5FD-A06984D45604}" dt="2024-05-05T10:17:04.076" v="81" actId="478"/>
          <ac:picMkLst>
            <pc:docMk/>
            <pc:sldMk cId="1852239326" sldId="1688"/>
            <ac:picMk id="3" creationId="{6213792C-451B-3FBB-3838-8D7148C79AB0}"/>
          </ac:picMkLst>
        </pc:picChg>
        <pc:picChg chg="del">
          <ac:chgData name="Kevin Comba" userId="2b567b3b-fb93-46f1-8cbc-0c356b39981a" providerId="ADAL" clId="{3609E65C-471C-4CDD-B5FD-A06984D45604}" dt="2024-05-05T10:17:05.827" v="82" actId="478"/>
          <ac:picMkLst>
            <pc:docMk/>
            <pc:sldMk cId="1852239326" sldId="1688"/>
            <ac:picMk id="16" creationId="{41C9A300-857D-8FA4-6E0A-35E562BE486A}"/>
          </ac:picMkLst>
        </pc:picChg>
      </pc:sldChg>
      <pc:sldChg chg="addSp delSp modSp add mod ord">
        <pc:chgData name="Kevin Comba" userId="2b567b3b-fb93-46f1-8cbc-0c356b39981a" providerId="ADAL" clId="{3609E65C-471C-4CDD-B5FD-A06984D45604}" dt="2024-05-08T12:25:32.293" v="250"/>
        <pc:sldMkLst>
          <pc:docMk/>
          <pc:sldMk cId="189418007" sldId="1689"/>
        </pc:sldMkLst>
        <pc:spChg chg="add del mod">
          <ac:chgData name="Kevin Comba" userId="2b567b3b-fb93-46f1-8cbc-0c356b39981a" providerId="ADAL" clId="{3609E65C-471C-4CDD-B5FD-A06984D45604}" dt="2024-05-05T10:15:45.153" v="25" actId="478"/>
          <ac:spMkLst>
            <pc:docMk/>
            <pc:sldMk cId="189418007" sldId="1689"/>
            <ac:spMk id="3" creationId="{94EFD676-20EB-899E-C003-C7B3EDF83373}"/>
          </ac:spMkLst>
        </pc:spChg>
        <pc:spChg chg="mod">
          <ac:chgData name="Kevin Comba" userId="2b567b3b-fb93-46f1-8cbc-0c356b39981a" providerId="ADAL" clId="{3609E65C-471C-4CDD-B5FD-A06984D45604}" dt="2024-05-05T10:16:28.677" v="69" actId="313"/>
          <ac:spMkLst>
            <pc:docMk/>
            <pc:sldMk cId="189418007" sldId="1689"/>
            <ac:spMk id="7" creationId="{D5C8DBCD-E250-744A-5B5D-DCBF5B833176}"/>
          </ac:spMkLst>
        </pc:spChg>
        <pc:spChg chg="del">
          <ac:chgData name="Kevin Comba" userId="2b567b3b-fb93-46f1-8cbc-0c356b39981a" providerId="ADAL" clId="{3609E65C-471C-4CDD-B5FD-A06984D45604}" dt="2024-05-05T10:15:33.677" v="23" actId="478"/>
          <ac:spMkLst>
            <pc:docMk/>
            <pc:sldMk cId="189418007" sldId="1689"/>
            <ac:spMk id="8" creationId="{37DA9F54-5010-C8FB-E5A2-476C98D12B2B}"/>
          </ac:spMkLst>
        </pc:spChg>
        <pc:picChg chg="add mod">
          <ac:chgData name="Kevin Comba" userId="2b567b3b-fb93-46f1-8cbc-0c356b39981a" providerId="ADAL" clId="{3609E65C-471C-4CDD-B5FD-A06984D45604}" dt="2024-05-05T10:18:59.899" v="101"/>
          <ac:picMkLst>
            <pc:docMk/>
            <pc:sldMk cId="189418007" sldId="1689"/>
            <ac:picMk id="4" creationId="{B3D3AEFB-2CE8-417F-BF06-393F2B99E4B3}"/>
          </ac:picMkLst>
        </pc:picChg>
        <pc:picChg chg="del">
          <ac:chgData name="Kevin Comba" userId="2b567b3b-fb93-46f1-8cbc-0c356b39981a" providerId="ADAL" clId="{3609E65C-471C-4CDD-B5FD-A06984D45604}" dt="2024-05-05T10:15:31.223" v="22" actId="478"/>
          <ac:picMkLst>
            <pc:docMk/>
            <pc:sldMk cId="189418007" sldId="1689"/>
            <ac:picMk id="5" creationId="{68CAC06F-2F80-0532-F219-9DE95DE146A0}"/>
          </ac:picMkLst>
        </pc:picChg>
        <pc:picChg chg="mod">
          <ac:chgData name="Kevin Comba" userId="2b567b3b-fb93-46f1-8cbc-0c356b39981a" providerId="ADAL" clId="{3609E65C-471C-4CDD-B5FD-A06984D45604}" dt="2024-05-05T10:16:02.774" v="50" actId="1076"/>
          <ac:picMkLst>
            <pc:docMk/>
            <pc:sldMk cId="189418007" sldId="1689"/>
            <ac:picMk id="10" creationId="{093871C5-8ADF-F11F-9023-E5E0157801C3}"/>
          </ac:picMkLst>
        </pc:picChg>
      </pc:sldChg>
      <pc:sldChg chg="add del">
        <pc:chgData name="Kevin Comba" userId="2b567b3b-fb93-46f1-8cbc-0c356b39981a" providerId="ADAL" clId="{3609E65C-471C-4CDD-B5FD-A06984D45604}" dt="2024-05-05T10:15:11.938" v="19" actId="2890"/>
        <pc:sldMkLst>
          <pc:docMk/>
          <pc:sldMk cId="3970375170" sldId="1689"/>
        </pc:sldMkLst>
      </pc:sldChg>
      <pc:sldChg chg="addSp delSp modSp mod">
        <pc:chgData name="Kevin Comba" userId="2b567b3b-fb93-46f1-8cbc-0c356b39981a" providerId="ADAL" clId="{3609E65C-471C-4CDD-B5FD-A06984D45604}" dt="2024-05-08T12:16:42.665" v="155" actId="22"/>
        <pc:sldMkLst>
          <pc:docMk/>
          <pc:sldMk cId="1009380116" sldId="1690"/>
        </pc:sldMkLst>
        <pc:spChg chg="mod">
          <ac:chgData name="Kevin Comba" userId="2b567b3b-fb93-46f1-8cbc-0c356b39981a" providerId="ADAL" clId="{3609E65C-471C-4CDD-B5FD-A06984D45604}" dt="2024-05-08T12:15:53.581" v="149" actId="1035"/>
          <ac:spMkLst>
            <pc:docMk/>
            <pc:sldMk cId="1009380116" sldId="1690"/>
            <ac:spMk id="2" creationId="{1F0E2C7C-566B-694E-3031-3E52AB5862FF}"/>
          </ac:spMkLst>
        </pc:spChg>
        <pc:picChg chg="add del mod">
          <ac:chgData name="Kevin Comba" userId="2b567b3b-fb93-46f1-8cbc-0c356b39981a" providerId="ADAL" clId="{3609E65C-471C-4CDD-B5FD-A06984D45604}" dt="2024-05-08T12:14:57.215" v="121" actId="478"/>
          <ac:picMkLst>
            <pc:docMk/>
            <pc:sldMk cId="1009380116" sldId="1690"/>
            <ac:picMk id="4" creationId="{E563F408-DE0D-6287-6F05-FCCDB5049AEB}"/>
          </ac:picMkLst>
        </pc:picChg>
        <pc:picChg chg="del">
          <ac:chgData name="Kevin Comba" userId="2b567b3b-fb93-46f1-8cbc-0c356b39981a" providerId="ADAL" clId="{3609E65C-471C-4CDD-B5FD-A06984D45604}" dt="2024-05-08T12:13:44.197" v="118" actId="478"/>
          <ac:picMkLst>
            <pc:docMk/>
            <pc:sldMk cId="1009380116" sldId="1690"/>
            <ac:picMk id="5" creationId="{27AD9D66-152F-6C67-FCC8-AB9888CF4AA4}"/>
          </ac:picMkLst>
        </pc:picChg>
        <pc:picChg chg="add del mod">
          <ac:chgData name="Kevin Comba" userId="2b567b3b-fb93-46f1-8cbc-0c356b39981a" providerId="ADAL" clId="{3609E65C-471C-4CDD-B5FD-A06984D45604}" dt="2024-05-08T12:15:35.131" v="131" actId="478"/>
          <ac:picMkLst>
            <pc:docMk/>
            <pc:sldMk cId="1009380116" sldId="1690"/>
            <ac:picMk id="7" creationId="{2334245F-F91F-21A2-D8DE-46F26CE7143F}"/>
          </ac:picMkLst>
        </pc:picChg>
        <pc:picChg chg="add del mod">
          <ac:chgData name="Kevin Comba" userId="2b567b3b-fb93-46f1-8cbc-0c356b39981a" providerId="ADAL" clId="{3609E65C-471C-4CDD-B5FD-A06984D45604}" dt="2024-05-08T12:16:29.025" v="154" actId="478"/>
          <ac:picMkLst>
            <pc:docMk/>
            <pc:sldMk cId="1009380116" sldId="1690"/>
            <ac:picMk id="9" creationId="{455A5512-0476-7D21-4612-34587560F017}"/>
          </ac:picMkLst>
        </pc:picChg>
        <pc:picChg chg="add">
          <ac:chgData name="Kevin Comba" userId="2b567b3b-fb93-46f1-8cbc-0c356b39981a" providerId="ADAL" clId="{3609E65C-471C-4CDD-B5FD-A06984D45604}" dt="2024-05-08T12:16:42.665" v="155" actId="22"/>
          <ac:picMkLst>
            <pc:docMk/>
            <pc:sldMk cId="1009380116" sldId="1690"/>
            <ac:picMk id="11" creationId="{B048EF78-8C78-318D-4F84-9B1C154CA647}"/>
          </ac:picMkLst>
        </pc:picChg>
      </pc:sldChg>
      <pc:sldChg chg="addSp delSp modSp add mod">
        <pc:chgData name="Kevin Comba" userId="2b567b3b-fb93-46f1-8cbc-0c356b39981a" providerId="ADAL" clId="{3609E65C-471C-4CDD-B5FD-A06984D45604}" dt="2024-05-05T10:20:04.563" v="113" actId="1076"/>
        <pc:sldMkLst>
          <pc:docMk/>
          <pc:sldMk cId="2617454152" sldId="1690"/>
        </pc:sldMkLst>
        <pc:spChg chg="mod">
          <ac:chgData name="Kevin Comba" userId="2b567b3b-fb93-46f1-8cbc-0c356b39981a" providerId="ADAL" clId="{3609E65C-471C-4CDD-B5FD-A06984D45604}" dt="2024-05-05T10:20:04.563" v="113" actId="1076"/>
          <ac:spMkLst>
            <pc:docMk/>
            <pc:sldMk cId="2617454152" sldId="1690"/>
            <ac:spMk id="7" creationId="{D5C8DBCD-E250-744A-5B5D-DCBF5B833176}"/>
          </ac:spMkLst>
        </pc:spChg>
        <pc:picChg chg="add mod">
          <ac:chgData name="Kevin Comba" userId="2b567b3b-fb93-46f1-8cbc-0c356b39981a" providerId="ADAL" clId="{3609E65C-471C-4CDD-B5FD-A06984D45604}" dt="2024-05-05T10:19:51.607" v="109" actId="962"/>
          <ac:picMkLst>
            <pc:docMk/>
            <pc:sldMk cId="2617454152" sldId="1690"/>
            <ac:picMk id="3" creationId="{F07EA743-37F7-120F-D031-298312D8B79A}"/>
          </ac:picMkLst>
        </pc:picChg>
        <pc:picChg chg="del">
          <ac:chgData name="Kevin Comba" userId="2b567b3b-fb93-46f1-8cbc-0c356b39981a" providerId="ADAL" clId="{3609E65C-471C-4CDD-B5FD-A06984D45604}" dt="2024-05-05T10:19:35.661" v="104" actId="478"/>
          <ac:picMkLst>
            <pc:docMk/>
            <pc:sldMk cId="2617454152" sldId="1690"/>
            <ac:picMk id="10" creationId="{093871C5-8ADF-F11F-9023-E5E0157801C3}"/>
          </ac:picMkLst>
        </pc:picChg>
      </pc:sldChg>
      <pc:sldChg chg="del ord">
        <pc:chgData name="Kevin Comba" userId="2b567b3b-fb93-46f1-8cbc-0c356b39981a" providerId="ADAL" clId="{3609E65C-471C-4CDD-B5FD-A06984D45604}" dt="2024-05-08T12:16:21.810" v="152" actId="47"/>
        <pc:sldMkLst>
          <pc:docMk/>
          <pc:sldMk cId="2471212554" sldId="1691"/>
        </pc:sldMkLst>
      </pc:sldChg>
      <pc:sldChg chg="add">
        <pc:chgData name="Kevin Comba" userId="2b567b3b-fb93-46f1-8cbc-0c356b39981a" providerId="ADAL" clId="{3609E65C-471C-4CDD-B5FD-A06984D45604}" dt="2024-05-08T12:16:25.693" v="153" actId="2890"/>
        <pc:sldMkLst>
          <pc:docMk/>
          <pc:sldMk cId="2960977806" sldId="1691"/>
        </pc:sldMkLst>
      </pc:sldChg>
      <pc:sldChg chg="addSp delSp modSp add mod ord modClrScheme chgLayout">
        <pc:chgData name="Kevin Comba" userId="2b567b3b-fb93-46f1-8cbc-0c356b39981a" providerId="ADAL" clId="{3609E65C-471C-4CDD-B5FD-A06984D45604}" dt="2024-05-08T12:20:39.567" v="205" actId="22"/>
        <pc:sldMkLst>
          <pc:docMk/>
          <pc:sldMk cId="1563465438" sldId="1692"/>
        </pc:sldMkLst>
        <pc:spChg chg="mod">
          <ac:chgData name="Kevin Comba" userId="2b567b3b-fb93-46f1-8cbc-0c356b39981a" providerId="ADAL" clId="{3609E65C-471C-4CDD-B5FD-A06984D45604}" dt="2024-05-08T12:19:51.298" v="200" actId="1076"/>
          <ac:spMkLst>
            <pc:docMk/>
            <pc:sldMk cId="1563465438" sldId="1692"/>
            <ac:spMk id="2" creationId="{1F0E2C7C-566B-694E-3031-3E52AB5862FF}"/>
          </ac:spMkLst>
        </pc:spChg>
        <pc:picChg chg="add del mod ord">
          <ac:chgData name="Kevin Comba" userId="2b567b3b-fb93-46f1-8cbc-0c356b39981a" providerId="ADAL" clId="{3609E65C-471C-4CDD-B5FD-A06984D45604}" dt="2024-05-08T12:20:37.786" v="204" actId="478"/>
          <ac:picMkLst>
            <pc:docMk/>
            <pc:sldMk cId="1563465438" sldId="1692"/>
            <ac:picMk id="4" creationId="{22FB96E6-A0DC-88C3-F744-527822A8CFA3}"/>
          </ac:picMkLst>
        </pc:picChg>
        <pc:picChg chg="add del mod">
          <ac:chgData name="Kevin Comba" userId="2b567b3b-fb93-46f1-8cbc-0c356b39981a" providerId="ADAL" clId="{3609E65C-471C-4CDD-B5FD-A06984D45604}" dt="2024-05-08T12:20:37.076" v="203" actId="478"/>
          <ac:picMkLst>
            <pc:docMk/>
            <pc:sldMk cId="1563465438" sldId="1692"/>
            <ac:picMk id="6" creationId="{41E782DF-1301-A73D-0189-63F0F24B3CE0}"/>
          </ac:picMkLst>
        </pc:picChg>
        <pc:picChg chg="add">
          <ac:chgData name="Kevin Comba" userId="2b567b3b-fb93-46f1-8cbc-0c356b39981a" providerId="ADAL" clId="{3609E65C-471C-4CDD-B5FD-A06984D45604}" dt="2024-05-08T12:20:39.567" v="205" actId="22"/>
          <ac:picMkLst>
            <pc:docMk/>
            <pc:sldMk cId="1563465438" sldId="1692"/>
            <ac:picMk id="8" creationId="{0E16F527-918A-2FA7-E12B-932CBCE6399D}"/>
          </ac:picMkLst>
        </pc:picChg>
        <pc:picChg chg="del">
          <ac:chgData name="Kevin Comba" userId="2b567b3b-fb93-46f1-8cbc-0c356b39981a" providerId="ADAL" clId="{3609E65C-471C-4CDD-B5FD-A06984D45604}" dt="2024-05-08T12:18:12.162" v="172" actId="478"/>
          <ac:picMkLst>
            <pc:docMk/>
            <pc:sldMk cId="1563465438" sldId="1692"/>
            <ac:picMk id="9" creationId="{455A5512-0476-7D21-4612-34587560F017}"/>
          </ac:picMkLst>
        </pc:picChg>
      </pc:sldChg>
    </pc:docChg>
  </pc:docChgLst>
  <pc:docChgLst>
    <pc:chgData name="Kevin Comba" userId="S::kevin.comba@teach2give.com::2b567b3b-fb93-46f1-8cbc-0c356b39981a" providerId="AD" clId="Web-{0686DCFC-A9BC-487F-AC45-508F6C1D000E}"/>
    <pc:docChg chg="addSld delSld modSld modSection">
      <pc:chgData name="Kevin Comba" userId="S::kevin.comba@teach2give.com::2b567b3b-fb93-46f1-8cbc-0c356b39981a" providerId="AD" clId="Web-{0686DCFC-A9BC-487F-AC45-508F6C1D000E}" dt="2024-05-08T12:10:59.617" v="52"/>
      <pc:docMkLst>
        <pc:docMk/>
      </pc:docMkLst>
      <pc:sldChg chg="addSp delSp modSp new">
        <pc:chgData name="Kevin Comba" userId="S::kevin.comba@teach2give.com::2b567b3b-fb93-46f1-8cbc-0c356b39981a" providerId="AD" clId="Web-{0686DCFC-A9BC-487F-AC45-508F6C1D000E}" dt="2024-05-08T12:10:51.148" v="51" actId="1076"/>
        <pc:sldMkLst>
          <pc:docMk/>
          <pc:sldMk cId="1009380116" sldId="1690"/>
        </pc:sldMkLst>
        <pc:spChg chg="mod">
          <ac:chgData name="Kevin Comba" userId="S::kevin.comba@teach2give.com::2b567b3b-fb93-46f1-8cbc-0c356b39981a" providerId="AD" clId="Web-{0686DCFC-A9BC-487F-AC45-508F6C1D000E}" dt="2024-05-08T12:10:51.148" v="51" actId="1076"/>
          <ac:spMkLst>
            <pc:docMk/>
            <pc:sldMk cId="1009380116" sldId="1690"/>
            <ac:spMk id="2" creationId="{1F0E2C7C-566B-694E-3031-3E52AB5862FF}"/>
          </ac:spMkLst>
        </pc:spChg>
        <pc:spChg chg="del">
          <ac:chgData name="Kevin Comba" userId="S::kevin.comba@teach2give.com::2b567b3b-fb93-46f1-8cbc-0c356b39981a" providerId="AD" clId="Web-{0686DCFC-A9BC-487F-AC45-508F6C1D000E}" dt="2024-05-08T12:04:53.479" v="2"/>
          <ac:spMkLst>
            <pc:docMk/>
            <pc:sldMk cId="1009380116" sldId="1690"/>
            <ac:spMk id="3" creationId="{27CDB41C-0604-806F-E672-ABB1AE554E40}"/>
          </ac:spMkLst>
        </pc:spChg>
        <pc:picChg chg="add del mod">
          <ac:chgData name="Kevin Comba" userId="S::kevin.comba@teach2give.com::2b567b3b-fb93-46f1-8cbc-0c356b39981a" providerId="AD" clId="Web-{0686DCFC-A9BC-487F-AC45-508F6C1D000E}" dt="2024-05-08T12:08:46.472" v="34"/>
          <ac:picMkLst>
            <pc:docMk/>
            <pc:sldMk cId="1009380116" sldId="1690"/>
            <ac:picMk id="4" creationId="{1726346E-95D1-2F1A-8179-DD06FA24DE70}"/>
          </ac:picMkLst>
        </pc:picChg>
        <pc:picChg chg="add mod">
          <ac:chgData name="Kevin Comba" userId="S::kevin.comba@teach2give.com::2b567b3b-fb93-46f1-8cbc-0c356b39981a" providerId="AD" clId="Web-{0686DCFC-A9BC-487F-AC45-508F6C1D000E}" dt="2024-05-08T12:10:20.256" v="36" actId="1076"/>
          <ac:picMkLst>
            <pc:docMk/>
            <pc:sldMk cId="1009380116" sldId="1690"/>
            <ac:picMk id="5" creationId="{27AD9D66-152F-6C67-FCC8-AB9888CF4AA4}"/>
          </ac:picMkLst>
        </pc:picChg>
      </pc:sldChg>
      <pc:sldChg chg="del">
        <pc:chgData name="Kevin Comba" userId="S::kevin.comba@teach2give.com::2b567b3b-fb93-46f1-8cbc-0c356b39981a" providerId="AD" clId="Web-{0686DCFC-A9BC-487F-AC45-508F6C1D000E}" dt="2024-05-08T12:02:37.349" v="0"/>
        <pc:sldMkLst>
          <pc:docMk/>
          <pc:sldMk cId="2617454152" sldId="1690"/>
        </pc:sldMkLst>
      </pc:sldChg>
      <pc:sldChg chg="add replId">
        <pc:chgData name="Kevin Comba" userId="S::kevin.comba@teach2give.com::2b567b3b-fb93-46f1-8cbc-0c356b39981a" providerId="AD" clId="Web-{0686DCFC-A9BC-487F-AC45-508F6C1D000E}" dt="2024-05-08T12:10:59.617" v="52"/>
        <pc:sldMkLst>
          <pc:docMk/>
          <pc:sldMk cId="2471212554" sldId="169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5/3/2025 3:49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5/3/2025 3:49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3:50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958519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616319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3777878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3040184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2604188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17826857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picture containing meter&#10;&#10;Description automatically generated">
            <a:extLst>
              <a:ext uri="{FF2B5EF4-FFF2-40B4-BE49-F238E27FC236}">
                <a16:creationId xmlns:a16="http://schemas.microsoft.com/office/drawing/2014/main" id="{08877C49-379C-4530-89DA-E5FB27C7DDFE}"/>
              </a:ext>
            </a:extLst>
          </p:cNvPr>
          <p:cNvPicPr>
            <a:picLocks noChangeAspect="1"/>
          </p:cNvPicPr>
          <p:nvPr userDrawn="1"/>
        </p:nvPicPr>
        <p:blipFill rotWithShape="1">
          <a:blip r:embed="rId2"/>
          <a:srcRect l="51535" t="20885" r="1924" b="7746"/>
          <a:stretch/>
        </p:blipFill>
        <p:spPr>
          <a:xfrm>
            <a:off x="0" y="0"/>
            <a:ext cx="12192000" cy="6858000"/>
          </a:xfrm>
          <a:prstGeom prst="rect">
            <a:avLst/>
          </a:prstGeom>
        </p:spPr>
      </p:pic>
    </p:spTree>
    <p:extLst>
      <p:ext uri="{BB962C8B-B14F-4D97-AF65-F5344CB8AC3E}">
        <p14:creationId xmlns:p14="http://schemas.microsoft.com/office/powerpoint/2010/main" val="309183164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guide id="4" orient="horz" pos="2160" userDrawn="1">
          <p15:clr>
            <a:srgbClr val="FBAE40"/>
          </p15:clr>
        </p15:guide>
        <p15:guide id="5"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tx1"/>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A8638A5-F250-4F13-8367-9EF5EEBD9BB1}"/>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4" name="Picture 3" descr="A picture containing food, drawing, plate&#10;&#10;Description automatically generated">
            <a:extLst>
              <a:ext uri="{FF2B5EF4-FFF2-40B4-BE49-F238E27FC236}">
                <a16:creationId xmlns:a16="http://schemas.microsoft.com/office/drawing/2014/main" id="{732181C1-02C8-4170-8050-04F95DCD6088}"/>
              </a:ext>
            </a:extLst>
          </p:cNvPr>
          <p:cNvPicPr>
            <a:picLocks noChangeAspect="1"/>
          </p:cNvPicPr>
          <p:nvPr userDrawn="1"/>
        </p:nvPicPr>
        <p:blipFill>
          <a:blip r:embed="rId3"/>
          <a:stretch>
            <a:fillRect/>
          </a:stretch>
        </p:blipFill>
        <p:spPr>
          <a:xfrm>
            <a:off x="587376" y="595948"/>
            <a:ext cx="2132954" cy="40233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4702311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userDrawn="1">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206F3868-20C5-4830-B17D-6B8C97A93A75}"/>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4073724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E6E6E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pic>
        <p:nvPicPr>
          <p:cNvPr id="7" name="Picture 6" descr="A picture containing meter&#10;&#10;Description automatically generated">
            <a:extLst>
              <a:ext uri="{FF2B5EF4-FFF2-40B4-BE49-F238E27FC236}">
                <a16:creationId xmlns:a16="http://schemas.microsoft.com/office/drawing/2014/main" id="{6BD5228B-DB0F-46DB-85CA-145A3C2DDEDB}"/>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8" name="Picture 7">
            <a:extLst>
              <a:ext uri="{FF2B5EF4-FFF2-40B4-BE49-F238E27FC236}">
                <a16:creationId xmlns:a16="http://schemas.microsoft.com/office/drawing/2014/main" id="{BAB248D0-EB9E-45FD-BD56-CDC59AA5321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075878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lkin 5">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C57AB98C-3D65-4B37-98D9-D5EA9098B772}"/>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91AB4B28-A3CA-482A-991F-44606913488A}"/>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1173887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alkin 6">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3406" y="2892285"/>
            <a:ext cx="7338186" cy="553998"/>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3406" y="3628154"/>
            <a:ext cx="7338186"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8" name="Picture 7" descr="A close up of a logo&#10;&#10;Description automatically generated">
            <a:extLst>
              <a:ext uri="{FF2B5EF4-FFF2-40B4-BE49-F238E27FC236}">
                <a16:creationId xmlns:a16="http://schemas.microsoft.com/office/drawing/2014/main" id="{57F79CA3-BB63-4315-8892-95BCB51C21DD}"/>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7" name="Picture 6">
            <a:extLst>
              <a:ext uri="{FF2B5EF4-FFF2-40B4-BE49-F238E27FC236}">
                <a16:creationId xmlns:a16="http://schemas.microsoft.com/office/drawing/2014/main" id="{9B4307F3-560F-46E3-BBB6-0E57A10C0230}"/>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67795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F5B9A194-0050-4403-908B-C73446182F96}"/>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42A3C893-F324-4D4D-8E9D-AB7655A48AAF}"/>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6968756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92574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6415E271-3B4B-422B-BBB7-732E9892FAC5}"/>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57283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28665027"/>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userDrawn="1">
          <p15:clr>
            <a:srgbClr val="C35EA4"/>
          </p15:clr>
        </p15:guide>
        <p15:guide id="11" pos="2993">
          <p15:clr>
            <a:srgbClr val="5ACBF0"/>
          </p15:clr>
        </p15:guide>
        <p15:guide id="12" pos="3543" userDrawn="1">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689229390"/>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5" orient="horz" pos="2160">
          <p15:clr>
            <a:srgbClr val="FBAE40"/>
          </p15:clr>
        </p15:guide>
        <p15:guide id="6" pos="2991">
          <p15:clr>
            <a:srgbClr val="5ACBF0"/>
          </p15:clr>
        </p15:guide>
        <p15:guide id="7" pos="3728" userDrawn="1">
          <p15:clr>
            <a:srgbClr val="C35EA4"/>
          </p15:clr>
        </p15:guide>
        <p15:guide id="8" pos="3544" userDrawn="1">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2951245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userDrawn="1">
          <p15:clr>
            <a:srgbClr val="C35EA4"/>
          </p15:clr>
        </p15:guide>
        <p15:guide id="5" pos="2993">
          <p15:clr>
            <a:srgbClr val="5ACBF0"/>
          </p15:clr>
        </p15:guide>
        <p15:guide id="6" pos="3547" userDrawn="1">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6DDEDED-E833-4EEC-B013-F77EC5C26ED8}"/>
              </a:ext>
            </a:extLst>
          </p:cNvPr>
          <p:cNvSpPr>
            <a:spLocks noGrp="1"/>
          </p:cNvSpPr>
          <p:nvPr>
            <p:ph type="title" hasCustomPrompt="1"/>
          </p:nvPr>
        </p:nvSpPr>
        <p:spPr>
          <a:xfrm>
            <a:off x="585216" y="30118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a:t>Demo title</a:t>
            </a:r>
          </a:p>
        </p:txBody>
      </p:sp>
      <p:sp>
        <p:nvSpPr>
          <p:cNvPr id="9" name="Text Placeholder 4">
            <a:extLst>
              <a:ext uri="{FF2B5EF4-FFF2-40B4-BE49-F238E27FC236}">
                <a16:creationId xmlns:a16="http://schemas.microsoft.com/office/drawing/2014/main" id="{C3AC5816-9323-4710-BEBB-A91B469F8643}"/>
              </a:ext>
            </a:extLst>
          </p:cNvPr>
          <p:cNvSpPr>
            <a:spLocks noGrp="1"/>
          </p:cNvSpPr>
          <p:nvPr>
            <p:ph type="body" sz="quarter" idx="12" hasCustomPrompt="1"/>
          </p:nvPr>
        </p:nvSpPr>
        <p:spPr>
          <a:xfrm>
            <a:off x="594594" y="36318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a:t>Speaker name</a:t>
            </a:r>
          </a:p>
        </p:txBody>
      </p:sp>
      <p:pic>
        <p:nvPicPr>
          <p:cNvPr id="12" name="Picture 11">
            <a:extLst>
              <a:ext uri="{FF2B5EF4-FFF2-40B4-BE49-F238E27FC236}">
                <a16:creationId xmlns:a16="http://schemas.microsoft.com/office/drawing/2014/main" id="{5EDCF80E-6B7F-428C-A2FD-CBB8DE40FA6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pic>
        <p:nvPicPr>
          <p:cNvPr id="6" name="Picture 5">
            <a:extLst>
              <a:ext uri="{FF2B5EF4-FFF2-40B4-BE49-F238E27FC236}">
                <a16:creationId xmlns:a16="http://schemas.microsoft.com/office/drawing/2014/main" id="{9CDF55C9-7B02-489C-84E0-60C286D78290}"/>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D5A1E839-872B-4CB0-B625-2E6BC8340D9E}"/>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rgbClr val="F2F2F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3011819"/>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94594" y="3631794"/>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a:t>Speaker name</a:t>
            </a:r>
          </a:p>
        </p:txBody>
      </p:sp>
      <p:pic>
        <p:nvPicPr>
          <p:cNvPr id="6" name="Picture 5">
            <a:extLst>
              <a:ext uri="{FF2B5EF4-FFF2-40B4-BE49-F238E27FC236}">
                <a16:creationId xmlns:a16="http://schemas.microsoft.com/office/drawing/2014/main" id="{BFC04202-EF83-4A58-A8C3-81980398E47D}"/>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Video</a:t>
            </a:r>
          </a:p>
        </p:txBody>
      </p:sp>
      <p:pic>
        <p:nvPicPr>
          <p:cNvPr id="4" name="Picture 3">
            <a:extLst>
              <a:ext uri="{FF2B5EF4-FFF2-40B4-BE49-F238E27FC236}">
                <a16:creationId xmlns:a16="http://schemas.microsoft.com/office/drawing/2014/main" id="{1A81DB7E-2194-434F-8442-CBD92D624918}"/>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5555108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userDrawn="1">
          <p15:clr>
            <a:srgbClr val="5ACBF0"/>
          </p15:clr>
        </p15:guide>
        <p15:guide id="3" orient="horz" pos="1914" userDrawn="1">
          <p15:clr>
            <a:srgbClr val="5ACBF0"/>
          </p15:clr>
        </p15:guide>
        <p15:guide id="4" orient="horz" pos="25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CCEDED28-6C83-45F6-A2AE-AEA0D37D47A3}"/>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logo slide_1">
    <p:bg>
      <p:bgPr>
        <a:solidFill>
          <a:srgbClr val="FFFFFF"/>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4" name="Title 1">
            <a:extLst>
              <a:ext uri="{FF2B5EF4-FFF2-40B4-BE49-F238E27FC236}">
                <a16:creationId xmlns:a16="http://schemas.microsoft.com/office/drawing/2014/main" id="{6AF7D8B5-60D9-4A85-B6AC-AB2808C513AA}"/>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Click to add copy</a:t>
            </a:r>
          </a:p>
        </p:txBody>
      </p:sp>
    </p:spTree>
    <p:extLst>
      <p:ext uri="{BB962C8B-B14F-4D97-AF65-F5344CB8AC3E}">
        <p14:creationId xmlns:p14="http://schemas.microsoft.com/office/powerpoint/2010/main" val="29808519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logo slide_2">
    <p:bg>
      <p:bgPr>
        <a:solidFill>
          <a:srgbClr val="E6E6E6"/>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pic>
        <p:nvPicPr>
          <p:cNvPr id="5" name="Picture 4">
            <a:extLst>
              <a:ext uri="{FF2B5EF4-FFF2-40B4-BE49-F238E27FC236}">
                <a16:creationId xmlns:a16="http://schemas.microsoft.com/office/drawing/2014/main" id="{D09DFFD1-BA11-46AD-ADEB-22CFF7148C4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93269967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_3">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A97FDC0C-A1E0-42E3-A6E6-4DC516B1ECF5}"/>
              </a:ext>
            </a:extLst>
          </p:cNvPr>
          <p:cNvPicPr>
            <a:picLocks noChangeAspect="1"/>
          </p:cNvPicPr>
          <p:nvPr userDrawn="1"/>
        </p:nvPicPr>
        <p:blipFill rotWithShape="1">
          <a:blip r:embed="rId2"/>
          <a:srcRect l="25163" t="-6474" r="8596" b="10240"/>
          <a:stretch/>
        </p:blipFill>
        <p:spPr>
          <a:xfrm>
            <a:off x="533400" y="729314"/>
            <a:ext cx="12192000" cy="6496986"/>
          </a:xfrm>
          <a:prstGeom prst="rect">
            <a:avLst/>
          </a:prstGeom>
        </p:spPr>
      </p:pic>
      <p:pic>
        <p:nvPicPr>
          <p:cNvPr id="5" name="Picture 4" descr="A picture containing food, drawing, plate&#10;&#10;Description automatically generated">
            <a:extLst>
              <a:ext uri="{FF2B5EF4-FFF2-40B4-BE49-F238E27FC236}">
                <a16:creationId xmlns:a16="http://schemas.microsoft.com/office/drawing/2014/main" id="{793ABA5D-327F-422E-A0DB-8C1167D731A0}"/>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9098319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0712E43-0ECA-47E9-BF15-501D117A36B8}"/>
              </a:ext>
            </a:extLst>
          </p:cNvPr>
          <p:cNvPicPr>
            <a:picLocks noChangeAspect="1"/>
          </p:cNvPicPr>
          <p:nvPr userDrawn="1"/>
        </p:nvPicPr>
        <p:blipFill rotWithShape="1">
          <a:blip r:embed="rId2"/>
          <a:srcRect l="52143" t="22177" r="2188" b="7791"/>
          <a:stretch/>
        </p:blipFill>
        <p:spPr>
          <a:xfrm>
            <a:off x="0" y="0"/>
            <a:ext cx="12192000" cy="6857999"/>
          </a:xfrm>
          <a:prstGeom prst="rect">
            <a:avLst/>
          </a:prstGeom>
        </p:spPr>
      </p:pic>
    </p:spTree>
    <p:extLst>
      <p:ext uri="{BB962C8B-B14F-4D97-AF65-F5344CB8AC3E}">
        <p14:creationId xmlns:p14="http://schemas.microsoft.com/office/powerpoint/2010/main" val="214883183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8" name="Picture 7">
            <a:extLst>
              <a:ext uri="{FF2B5EF4-FFF2-40B4-BE49-F238E27FC236}">
                <a16:creationId xmlns:a16="http://schemas.microsoft.com/office/drawing/2014/main" id="{C703E829-F7D2-4CD8-9BC7-B89E16376882}"/>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C0D3ED0C-7E34-4CCF-B7D1-D2832F24DFB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7400446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6" name="Title 1">
            <a:extLst>
              <a:ext uri="{FF2B5EF4-FFF2-40B4-BE49-F238E27FC236}">
                <a16:creationId xmlns:a16="http://schemas.microsoft.com/office/drawing/2014/main" id="{3DC0384E-A179-4EED-B4A2-DCEF411CCB5E}"/>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7" name="Text Placeholder 4">
            <a:extLst>
              <a:ext uri="{FF2B5EF4-FFF2-40B4-BE49-F238E27FC236}">
                <a16:creationId xmlns:a16="http://schemas.microsoft.com/office/drawing/2014/main" id="{633D10E2-7DAB-4B5C-B008-EEA4F5823B1B}"/>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8" name="Picture 7">
            <a:extLst>
              <a:ext uri="{FF2B5EF4-FFF2-40B4-BE49-F238E27FC236}">
                <a16:creationId xmlns:a16="http://schemas.microsoft.com/office/drawing/2014/main" id="{1F81F8FE-0592-4EF1-90D8-AB0581608721}"/>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323150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2F2F2F"/>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Picture 5">
            <a:extLst>
              <a:ext uri="{FF2B5EF4-FFF2-40B4-BE49-F238E27FC236}">
                <a16:creationId xmlns:a16="http://schemas.microsoft.com/office/drawing/2014/main" id="{4C57A6DD-C7DA-4490-9706-D789A8D72FF4}"/>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3951EA16-AD1D-4E1F-909F-1D5C16E47A7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5670152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4528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DF1801C5-48C1-4410-9802-372288452F7C}"/>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9984908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itle &amp;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pic>
        <p:nvPicPr>
          <p:cNvPr id="5" name="Picture 4">
            <a:extLst>
              <a:ext uri="{FF2B5EF4-FFF2-40B4-BE49-F238E27FC236}">
                <a16:creationId xmlns:a16="http://schemas.microsoft.com/office/drawing/2014/main" id="{6225435C-39E0-455B-B47A-B7A61368131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47935B10-C9C6-4D31-9ADF-71FD9B8F569F}"/>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195EFA4C-C99E-470A-A53F-6ED184525E57}"/>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8" name="Text Placeholder 3">
            <a:extLst>
              <a:ext uri="{FF2B5EF4-FFF2-40B4-BE49-F238E27FC236}">
                <a16:creationId xmlns:a16="http://schemas.microsoft.com/office/drawing/2014/main" id="{ED1B35D5-2535-4483-84C7-07873C0F3216}"/>
              </a:ext>
            </a:extLst>
          </p:cNvPr>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7060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00937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74A587C-C2B6-4F83-A3B7-664CE50ED254}"/>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08750717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9AE91E89-EC0F-44C3-822D-7D4DD66B4E2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Tree>
    <p:extLst>
      <p:ext uri="{BB962C8B-B14F-4D97-AF65-F5344CB8AC3E}">
        <p14:creationId xmlns:p14="http://schemas.microsoft.com/office/powerpoint/2010/main" val="2682201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07734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4350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with gri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141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mall title - half page">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9314814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95216336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2089815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7308382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5117A3-E69B-4D89-A69A-EF7381798FC8}"/>
              </a:ext>
            </a:extLst>
          </p:cNvPr>
          <p:cNvSpPr>
            <a:spLocks noGrp="1"/>
          </p:cNvSpPr>
          <p:nvPr>
            <p:ph type="title" hasCustomPrompt="1"/>
          </p:nvPr>
        </p:nvSpPr>
        <p:spPr>
          <a:xfrm>
            <a:off x="585216" y="2985450"/>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7" name="Text Placeholder 4">
            <a:extLst>
              <a:ext uri="{FF2B5EF4-FFF2-40B4-BE49-F238E27FC236}">
                <a16:creationId xmlns:a16="http://schemas.microsoft.com/office/drawing/2014/main" id="{1D7B5D50-6898-43D7-ABF7-5775BC3EA8E9}"/>
              </a:ext>
            </a:extLst>
          </p:cNvPr>
          <p:cNvSpPr>
            <a:spLocks noGrp="1"/>
          </p:cNvSpPr>
          <p:nvPr>
            <p:ph type="body" sz="quarter" idx="12" hasCustomPrompt="1"/>
          </p:nvPr>
        </p:nvSpPr>
        <p:spPr>
          <a:xfrm>
            <a:off x="599283" y="3605425"/>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a:t>Speaker name</a:t>
            </a:r>
          </a:p>
        </p:txBody>
      </p:sp>
      <p:pic>
        <p:nvPicPr>
          <p:cNvPr id="5" name="Picture 4">
            <a:extLst>
              <a:ext uri="{FF2B5EF4-FFF2-40B4-BE49-F238E27FC236}">
                <a16:creationId xmlns:a16="http://schemas.microsoft.com/office/drawing/2014/main" id="{B6E0ACDA-E7A1-431F-9526-000B4B6A95D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368863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pic>
        <p:nvPicPr>
          <p:cNvPr id="6" name="Picture 5">
            <a:extLst>
              <a:ext uri="{FF2B5EF4-FFF2-40B4-BE49-F238E27FC236}">
                <a16:creationId xmlns:a16="http://schemas.microsoft.com/office/drawing/2014/main" id="{877D5DB2-26CE-4B45-A18C-B19C1FC596C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41712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67A5DDA8-A241-470C-8570-679C7EAC6F26}"/>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71657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25335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85216" y="31535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a:t>Speaker name</a:t>
            </a:r>
          </a:p>
        </p:txBody>
      </p:sp>
      <p:pic>
        <p:nvPicPr>
          <p:cNvPr id="6" name="Picture 5">
            <a:extLst>
              <a:ext uri="{FF2B5EF4-FFF2-40B4-BE49-F238E27FC236}">
                <a16:creationId xmlns:a16="http://schemas.microsoft.com/office/drawing/2014/main" id="{4BA15FF0-CAC2-4CEA-97C4-2776059C9702}"/>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3329055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Video</a:t>
            </a:r>
          </a:p>
        </p:txBody>
      </p:sp>
      <p:pic>
        <p:nvPicPr>
          <p:cNvPr id="4" name="Picture 3">
            <a:extLst>
              <a:ext uri="{FF2B5EF4-FFF2-40B4-BE49-F238E27FC236}">
                <a16:creationId xmlns:a16="http://schemas.microsoft.com/office/drawing/2014/main" id="{0770E11A-F8D5-46DE-9768-63FFE5D3BDB9}"/>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5995596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1B9F52BA-3A32-48A9-ACBB-89D738320FF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190995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09340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25626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83303812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D82180-99F3-4415-BE28-BC19A4BB2625}"/>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Click to add copy</a:t>
            </a:r>
          </a:p>
        </p:txBody>
      </p:sp>
      <p:pic>
        <p:nvPicPr>
          <p:cNvPr id="5" name="Picture 4" descr="A close up of a logo&#10;&#10;Description automatically generated">
            <a:extLst>
              <a:ext uri="{FF2B5EF4-FFF2-40B4-BE49-F238E27FC236}">
                <a16:creationId xmlns:a16="http://schemas.microsoft.com/office/drawing/2014/main" id="{1E6BB193-C413-474A-B507-F1AFD01D9B83}"/>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spTree>
    <p:extLst>
      <p:ext uri="{BB962C8B-B14F-4D97-AF65-F5344CB8AC3E}">
        <p14:creationId xmlns:p14="http://schemas.microsoft.com/office/powerpoint/2010/main" val="26103009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Closing logo slide">
    <p:bg>
      <p:bgPr>
        <a:solidFill>
          <a:schemeClr val="bg1"/>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330E47B-22FD-4E91-BA8B-26D94063CD57}"/>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7BF58369-3B4B-410C-9C20-C22E41CBE54D}"/>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6436197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Closing logo slide">
    <p:bg>
      <p:bgPr>
        <a:solidFill>
          <a:schemeClr val="bg2"/>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337691AB-BE94-4B7B-8AA2-FA6630F3886A}"/>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D74B51E3-0317-46DE-8BB0-E934990B46F7}"/>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82134367"/>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image" Target="../media/image1.emf"/><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theme" Target="../theme/theme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EC85B358-AF2D-491C-A3BA-0465D8177799}"/>
              </a:ext>
              <a:ext uri="{C183D7F6-B498-43B3-948B-1728B52AA6E4}">
                <adec:decorative xmlns:adec="http://schemas.microsoft.com/office/drawing/2017/decorative" val="0"/>
              </a:ext>
            </a:extLst>
          </p:cNvPr>
          <p:cNvPicPr>
            <a:picLocks noChangeAspect="1"/>
          </p:cNvPicPr>
          <p:nvPr userDrawn="1"/>
        </p:nvPicPr>
        <p:blipFill rotWithShape="1">
          <a:blip r:embed="rId34"/>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779" r:id="rId1"/>
    <p:sldLayoutId id="2147484766" r:id="rId2"/>
    <p:sldLayoutId id="2147484786" r:id="rId3"/>
    <p:sldLayoutId id="2147484781" r:id="rId4"/>
    <p:sldLayoutId id="2147484782" r:id="rId5"/>
    <p:sldLayoutId id="2147484762" r:id="rId6"/>
    <p:sldLayoutId id="2147484240" r:id="rId7"/>
    <p:sldLayoutId id="2147484793" r:id="rId8"/>
    <p:sldLayoutId id="2147484788" r:id="rId9"/>
    <p:sldLayoutId id="2147484241" r:id="rId10"/>
    <p:sldLayoutId id="2147484789" r:id="rId11"/>
    <p:sldLayoutId id="2147484474" r:id="rId12"/>
    <p:sldLayoutId id="2147484245" r:id="rId13"/>
    <p:sldLayoutId id="2147484247" r:id="rId14"/>
    <p:sldLayoutId id="2147484639" r:id="rId15"/>
    <p:sldLayoutId id="2147484603" r:id="rId16"/>
    <p:sldLayoutId id="2147484700" r:id="rId17"/>
    <p:sldLayoutId id="2147484701" r:id="rId18"/>
    <p:sldLayoutId id="2147484702" r:id="rId19"/>
    <p:sldLayoutId id="2147484640" r:id="rId20"/>
    <p:sldLayoutId id="2147484641" r:id="rId21"/>
    <p:sldLayoutId id="2147484583" r:id="rId22"/>
    <p:sldLayoutId id="2147484249" r:id="rId23"/>
    <p:sldLayoutId id="2147484582" r:id="rId24"/>
    <p:sldLayoutId id="2147484584" r:id="rId25"/>
    <p:sldLayoutId id="2147484256" r:id="rId26"/>
    <p:sldLayoutId id="2147484257" r:id="rId27"/>
    <p:sldLayoutId id="2147484585" r:id="rId28"/>
    <p:sldLayoutId id="2147484760" r:id="rId29"/>
    <p:sldLayoutId id="2147484783" r:id="rId30"/>
    <p:sldLayoutId id="2147484761" r:id="rId31"/>
    <p:sldLayoutId id="2147484263" r:id="rId3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AA8BCD47-4247-4ABA-A99B-DEE7D4A0B47E}"/>
              </a:ext>
              <a:ext uri="{C183D7F6-B498-43B3-948B-1728B52AA6E4}">
                <adec:decorative xmlns:adec="http://schemas.microsoft.com/office/drawing/2017/decorative" val="0"/>
              </a:ext>
            </a:extLst>
          </p:cNvPr>
          <p:cNvPicPr>
            <a:picLocks noChangeAspect="1"/>
          </p:cNvPicPr>
          <p:nvPr userDrawn="1"/>
        </p:nvPicPr>
        <p:blipFill rotWithShape="1">
          <a:blip r:embed="rId32"/>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2789957686"/>
      </p:ext>
    </p:extLst>
  </p:cSld>
  <p:clrMap bg1="dk1" tx1="lt1" bg2="dk2" tx2="lt2" accent1="accent1" accent2="accent2" accent3="accent3" accent4="accent4" accent5="accent5" accent6="accent6" hlink="hlink" folHlink="folHlink"/>
  <p:sldLayoutIdLst>
    <p:sldLayoutId id="2147484780" r:id="rId1"/>
    <p:sldLayoutId id="2147484771" r:id="rId2"/>
    <p:sldLayoutId id="2147484787" r:id="rId3"/>
    <p:sldLayoutId id="2147484784" r:id="rId4"/>
    <p:sldLayoutId id="2147484650" r:id="rId5"/>
    <p:sldLayoutId id="2147484790" r:id="rId6"/>
    <p:sldLayoutId id="2147484651" r:id="rId7"/>
    <p:sldLayoutId id="2147484791" r:id="rId8"/>
    <p:sldLayoutId id="2147484795" r:id="rId9"/>
    <p:sldLayoutId id="2147484794" r:id="rId10"/>
    <p:sldLayoutId id="2147484652" r:id="rId11"/>
    <p:sldLayoutId id="2147484653" r:id="rId12"/>
    <p:sldLayoutId id="2147484655" r:id="rId13"/>
    <p:sldLayoutId id="2147484656" r:id="rId14"/>
    <p:sldLayoutId id="2147484738" r:id="rId15"/>
    <p:sldLayoutId id="2147484739" r:id="rId16"/>
    <p:sldLayoutId id="2147484740" r:id="rId17"/>
    <p:sldLayoutId id="2147484661" r:id="rId18"/>
    <p:sldLayoutId id="2147484663" r:id="rId19"/>
    <p:sldLayoutId id="2147484665" r:id="rId20"/>
    <p:sldLayoutId id="2147484774" r:id="rId21"/>
    <p:sldLayoutId id="2147484775" r:id="rId22"/>
    <p:sldLayoutId id="2147484776" r:id="rId23"/>
    <p:sldLayoutId id="2147484666" r:id="rId24"/>
    <p:sldLayoutId id="2147484667" r:id="rId25"/>
    <p:sldLayoutId id="2147484668" r:id="rId26"/>
    <p:sldLayoutId id="2147484670" r:id="rId27"/>
    <p:sldLayoutId id="2147484773" r:id="rId28"/>
    <p:sldLayoutId id="2147484792" r:id="rId29"/>
    <p:sldLayoutId id="2147484785" r:id="rId30"/>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88"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hyperlink" Target="https://www.w3.org/TR/css-flexbox/" TargetMode="External"/><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hyperlink" Target="https://css-tricks.com/wp-content/uploads/2022/02/css-flexbox-poster.png" TargetMode="External"/><Relationship Id="rId5" Type="http://schemas.openxmlformats.org/officeDocument/2006/relationships/hyperlink" Target="https://css-tricks.com/snippets/css/a-guide-to-flexbox/" TargetMode="External"/><Relationship Id="rId4" Type="http://schemas.openxmlformats.org/officeDocument/2006/relationships/hyperlink" Target="https://flexbox.malven.c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6">
            <a:extLst>
              <a:ext uri="{FF2B5EF4-FFF2-40B4-BE49-F238E27FC236}">
                <a16:creationId xmlns:a16="http://schemas.microsoft.com/office/drawing/2014/main" id="{D5C8DBCD-E250-744A-5B5D-DCBF5B833176}"/>
              </a:ext>
            </a:extLst>
          </p:cNvPr>
          <p:cNvSpPr txBox="1">
            <a:spLocks/>
          </p:cNvSpPr>
          <p:nvPr/>
        </p:nvSpPr>
        <p:spPr>
          <a:xfrm>
            <a:off x="1816151" y="1641685"/>
            <a:ext cx="3955999" cy="1107996"/>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7200">
                <a:solidFill>
                  <a:srgbClr val="92D050"/>
                </a:solidFill>
                <a:latin typeface="Segoe UI" panose="020B0502040204020203" pitchFamily="34" charset="0"/>
              </a:rPr>
              <a:t>Flexbox</a:t>
            </a:r>
            <a:endParaRPr lang="en-US" sz="7200" b="0" i="0">
              <a:solidFill>
                <a:srgbClr val="92D050"/>
              </a:solidFill>
              <a:effectLst/>
              <a:latin typeface="Segoe UI" panose="020B0502040204020203" pitchFamily="34" charset="0"/>
            </a:endParaRPr>
          </a:p>
        </p:txBody>
      </p:sp>
      <p:sp>
        <p:nvSpPr>
          <p:cNvPr id="8" name="Title 16">
            <a:extLst>
              <a:ext uri="{FF2B5EF4-FFF2-40B4-BE49-F238E27FC236}">
                <a16:creationId xmlns:a16="http://schemas.microsoft.com/office/drawing/2014/main" id="{37DA9F54-5010-C8FB-E5A2-476C98D12B2B}"/>
              </a:ext>
            </a:extLst>
          </p:cNvPr>
          <p:cNvSpPr>
            <a:spLocks noGrp="1"/>
          </p:cNvSpPr>
          <p:nvPr>
            <p:ph type="title"/>
          </p:nvPr>
        </p:nvSpPr>
        <p:spPr>
          <a:xfrm>
            <a:off x="6554977" y="6139739"/>
            <a:ext cx="3782291" cy="553998"/>
          </a:xfrm>
        </p:spPr>
        <p:txBody>
          <a:bodyPr/>
          <a:lstStyle/>
          <a:p>
            <a:pPr algn="l"/>
            <a:r>
              <a:rPr lang="en-US" b="1" dirty="0">
                <a:solidFill>
                  <a:srgbClr val="FFC000"/>
                </a:solidFill>
                <a:latin typeface="Segoe UI" panose="020B0502040204020203" pitchFamily="34" charset="0"/>
              </a:rPr>
              <a:t>By Brian Kemboi</a:t>
            </a:r>
            <a:endParaRPr lang="en-US" b="1" i="0" dirty="0">
              <a:solidFill>
                <a:srgbClr val="FFC000"/>
              </a:solidFill>
              <a:effectLst/>
              <a:latin typeface="Segoe UI" panose="020B0502040204020203" pitchFamily="34" charset="0"/>
            </a:endParaRPr>
          </a:p>
        </p:txBody>
      </p:sp>
      <p:pic>
        <p:nvPicPr>
          <p:cNvPr id="5" name="Picture 4" descr="A person with a beard and mustache&#10;&#10;AI-generated content may be incorrect.">
            <a:extLst>
              <a:ext uri="{FF2B5EF4-FFF2-40B4-BE49-F238E27FC236}">
                <a16:creationId xmlns:a16="http://schemas.microsoft.com/office/drawing/2014/main" id="{7D9A15C8-BA2F-4173-9230-C4DFA97985DA}"/>
              </a:ext>
            </a:extLst>
          </p:cNvPr>
          <p:cNvPicPr>
            <a:picLocks noChangeAspect="1"/>
          </p:cNvPicPr>
          <p:nvPr/>
        </p:nvPicPr>
        <p:blipFill>
          <a:blip r:embed="rId3"/>
          <a:stretch>
            <a:fillRect/>
          </a:stretch>
        </p:blipFill>
        <p:spPr>
          <a:xfrm>
            <a:off x="10189464" y="4956048"/>
            <a:ext cx="1834896" cy="1834896"/>
          </a:xfrm>
          <a:prstGeom prst="rect">
            <a:avLst/>
          </a:prstGeom>
        </p:spPr>
      </p:pic>
    </p:spTree>
    <p:extLst>
      <p:ext uri="{BB962C8B-B14F-4D97-AF65-F5344CB8AC3E}">
        <p14:creationId xmlns:p14="http://schemas.microsoft.com/office/powerpoint/2010/main" val="179370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gn="l"/>
            <a:r>
              <a:rPr lang="en-US">
                <a:solidFill>
                  <a:srgbClr val="000000"/>
                </a:solidFill>
                <a:latin typeface="Segoe UI" panose="020B0502040204020203" pitchFamily="34" charset="0"/>
              </a:rPr>
              <a:t>Flexbox</a:t>
            </a:r>
            <a:endParaRPr lang="en-US" b="0" i="0">
              <a:solidFill>
                <a:srgbClr val="000000"/>
              </a:solidFill>
              <a:effectLst/>
              <a:latin typeface="Segoe UI" panose="020B0502040204020203" pitchFamily="34" charset="0"/>
            </a:endParaRPr>
          </a:p>
        </p:txBody>
      </p:sp>
      <p:sp>
        <p:nvSpPr>
          <p:cNvPr id="7" name="Title 16">
            <a:extLst>
              <a:ext uri="{FF2B5EF4-FFF2-40B4-BE49-F238E27FC236}">
                <a16:creationId xmlns:a16="http://schemas.microsoft.com/office/drawing/2014/main" id="{D5C8DBCD-E250-744A-5B5D-DCBF5B833176}"/>
              </a:ext>
            </a:extLst>
          </p:cNvPr>
          <p:cNvSpPr txBox="1">
            <a:spLocks/>
          </p:cNvSpPr>
          <p:nvPr/>
        </p:nvSpPr>
        <p:spPr>
          <a:xfrm>
            <a:off x="534974" y="1280192"/>
            <a:ext cx="11018520"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a:solidFill>
                  <a:srgbClr val="92D050"/>
                </a:solidFill>
                <a:effectLst/>
                <a:latin typeface="Segoe UI" panose="020B0502040204020203" pitchFamily="34" charset="0"/>
              </a:rPr>
              <a:t>What is </a:t>
            </a:r>
            <a:r>
              <a:rPr lang="en-US">
                <a:solidFill>
                  <a:srgbClr val="92D050"/>
                </a:solidFill>
                <a:latin typeface="Segoe UI" panose="020B0502040204020203" pitchFamily="34" charset="0"/>
              </a:rPr>
              <a:t>Flexbox</a:t>
            </a:r>
            <a:r>
              <a:rPr lang="en-US" b="0" i="0">
                <a:solidFill>
                  <a:srgbClr val="92D050"/>
                </a:solidFill>
                <a:effectLst/>
                <a:latin typeface="Segoe UI" panose="020B0502040204020203" pitchFamily="34" charset="0"/>
              </a:rPr>
              <a:t>?</a:t>
            </a:r>
          </a:p>
        </p:txBody>
      </p:sp>
      <p:sp>
        <p:nvSpPr>
          <p:cNvPr id="14" name="Text Placeholder 5">
            <a:extLst>
              <a:ext uri="{FF2B5EF4-FFF2-40B4-BE49-F238E27FC236}">
                <a16:creationId xmlns:a16="http://schemas.microsoft.com/office/drawing/2014/main" id="{7E3DF4CE-9901-536C-74DE-76BE8CE54ADC}"/>
              </a:ext>
            </a:extLst>
          </p:cNvPr>
          <p:cNvSpPr>
            <a:spLocks noGrp="1"/>
          </p:cNvSpPr>
          <p:nvPr>
            <p:ph type="body" sz="quarter" idx="10"/>
          </p:nvPr>
        </p:nvSpPr>
        <p:spPr>
          <a:xfrm>
            <a:off x="534974" y="2900570"/>
            <a:ext cx="11018520" cy="2154436"/>
          </a:xfrm>
        </p:spPr>
        <p:txBody>
          <a:bodyPr/>
          <a:lstStyle/>
          <a:p>
            <a:pPr algn="l">
              <a:buFont typeface="Arial" panose="020B0604020202020204" pitchFamily="34" charset="0"/>
              <a:buChar char="•"/>
            </a:pPr>
            <a:r>
              <a:rPr lang="en-US" b="0" i="0">
                <a:solidFill>
                  <a:srgbClr val="000000"/>
                </a:solidFill>
                <a:effectLst/>
                <a:latin typeface="Verdana" panose="020B0604030504040204" pitchFamily="34" charset="0"/>
              </a:rPr>
              <a:t>The Flexbox Layout (Flexible Box) module (</a:t>
            </a:r>
            <a:r>
              <a:rPr lang="en-US" b="0" i="0">
                <a:solidFill>
                  <a:srgbClr val="000000"/>
                </a:solidFill>
                <a:effectLst/>
                <a:latin typeface="Verdana" panose="020B0604030504040204" pitchFamily="34" charset="0"/>
                <a:hlinkClick r:id="rId3"/>
              </a:rPr>
              <a:t>a W3C Candidate Recommendation</a:t>
            </a:r>
            <a:r>
              <a:rPr lang="en-US" b="0" i="0">
                <a:solidFill>
                  <a:srgbClr val="000000"/>
                </a:solidFill>
                <a:effectLst/>
                <a:latin typeface="Verdana" panose="020B0604030504040204" pitchFamily="34" charset="0"/>
              </a:rPr>
              <a:t> as of October 2017) aims at providing a more efficient way to lay out, align and distribute space among items in a container, even when their size is unknown and/or dynamic (thus the word “flex”)</a:t>
            </a:r>
          </a:p>
        </p:txBody>
      </p:sp>
      <p:pic>
        <p:nvPicPr>
          <p:cNvPr id="2" name="Picture 1" descr="A picture containing clipart&#10;&#10;Description automatically generated">
            <a:extLst>
              <a:ext uri="{FF2B5EF4-FFF2-40B4-BE49-F238E27FC236}">
                <a16:creationId xmlns:a16="http://schemas.microsoft.com/office/drawing/2014/main" id="{D6F2020E-2DB3-90AA-46BE-2B0EBF86C7A8}"/>
              </a:ext>
            </a:extLst>
          </p:cNvPr>
          <p:cNvPicPr>
            <a:picLocks noChangeAspect="1"/>
          </p:cNvPicPr>
          <p:nvPr/>
        </p:nvPicPr>
        <p:blipFill>
          <a:blip r:embed="rId4"/>
          <a:stretch>
            <a:fillRect/>
          </a:stretch>
        </p:blipFill>
        <p:spPr>
          <a:xfrm>
            <a:off x="11160066" y="0"/>
            <a:ext cx="1031933" cy="410817"/>
          </a:xfrm>
          <a:prstGeom prst="rect">
            <a:avLst/>
          </a:prstGeom>
        </p:spPr>
      </p:pic>
    </p:spTree>
    <p:extLst>
      <p:ext uri="{BB962C8B-B14F-4D97-AF65-F5344CB8AC3E}">
        <p14:creationId xmlns:p14="http://schemas.microsoft.com/office/powerpoint/2010/main" val="1852239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9755" y="0"/>
            <a:ext cx="3882887" cy="553998"/>
          </a:xfrm>
        </p:spPr>
        <p:txBody>
          <a:bodyPr/>
          <a:lstStyle/>
          <a:p>
            <a:pPr algn="l"/>
            <a:r>
              <a:rPr lang="en-US">
                <a:solidFill>
                  <a:srgbClr val="92D050"/>
                </a:solidFill>
                <a:latin typeface="Segoe UI" panose="020B0502040204020203" pitchFamily="34" charset="0"/>
              </a:rPr>
              <a:t>Flexbox vs Grid</a:t>
            </a:r>
            <a:endParaRPr lang="en-US" b="0" i="0">
              <a:solidFill>
                <a:srgbClr val="92D050"/>
              </a:solidFill>
              <a:effectLst/>
              <a:latin typeface="Segoe UI" panose="020B0502040204020203" pitchFamily="34" charset="0"/>
            </a:endParaRPr>
          </a:p>
        </p:txBody>
      </p:sp>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pic>
        <p:nvPicPr>
          <p:cNvPr id="6" name="Picture 5" descr="Bar chart&#10;&#10;Description automatically generated">
            <a:extLst>
              <a:ext uri="{FF2B5EF4-FFF2-40B4-BE49-F238E27FC236}">
                <a16:creationId xmlns:a16="http://schemas.microsoft.com/office/drawing/2014/main" id="{4E94EFC5-AFDF-5F3B-08F9-05755092C71F}"/>
              </a:ext>
            </a:extLst>
          </p:cNvPr>
          <p:cNvPicPr>
            <a:picLocks noChangeAspect="1"/>
          </p:cNvPicPr>
          <p:nvPr/>
        </p:nvPicPr>
        <p:blipFill rotWithShape="1">
          <a:blip r:embed="rId4"/>
          <a:srcRect t="7282"/>
          <a:stretch/>
        </p:blipFill>
        <p:spPr>
          <a:xfrm>
            <a:off x="0" y="861391"/>
            <a:ext cx="12192000" cy="5572946"/>
          </a:xfrm>
          <a:prstGeom prst="rect">
            <a:avLst/>
          </a:prstGeom>
        </p:spPr>
      </p:pic>
    </p:spTree>
    <p:extLst>
      <p:ext uri="{BB962C8B-B14F-4D97-AF65-F5344CB8AC3E}">
        <p14:creationId xmlns:p14="http://schemas.microsoft.com/office/powerpoint/2010/main" val="1036277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9755" y="0"/>
            <a:ext cx="3882887" cy="553998"/>
          </a:xfrm>
        </p:spPr>
        <p:txBody>
          <a:bodyPr/>
          <a:lstStyle/>
          <a:p>
            <a:pPr algn="l"/>
            <a:r>
              <a:rPr lang="en-US">
                <a:solidFill>
                  <a:srgbClr val="92D050"/>
                </a:solidFill>
                <a:latin typeface="Segoe UI" panose="020B0502040204020203" pitchFamily="34" charset="0"/>
              </a:rPr>
              <a:t>Flexbox vs Grid</a:t>
            </a:r>
            <a:endParaRPr lang="en-US" b="0" i="0">
              <a:solidFill>
                <a:srgbClr val="92D050"/>
              </a:solidFill>
              <a:effectLst/>
              <a:latin typeface="Segoe UI" panose="020B0502040204020203" pitchFamily="34" charset="0"/>
            </a:endParaRPr>
          </a:p>
        </p:txBody>
      </p:sp>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pic>
        <p:nvPicPr>
          <p:cNvPr id="6" name="Picture 5">
            <a:extLst>
              <a:ext uri="{FF2B5EF4-FFF2-40B4-BE49-F238E27FC236}">
                <a16:creationId xmlns:a16="http://schemas.microsoft.com/office/drawing/2014/main" id="{4E94EFC5-AFDF-5F3B-08F9-05755092C71F}"/>
              </a:ext>
            </a:extLst>
          </p:cNvPr>
          <p:cNvPicPr>
            <a:picLocks noChangeAspect="1"/>
          </p:cNvPicPr>
          <p:nvPr/>
        </p:nvPicPr>
        <p:blipFill rotWithShape="1">
          <a:blip r:embed="rId4"/>
          <a:srcRect t="9153" b="3641"/>
          <a:stretch/>
        </p:blipFill>
        <p:spPr>
          <a:xfrm>
            <a:off x="0" y="1192695"/>
            <a:ext cx="12192000" cy="5241641"/>
          </a:xfrm>
          <a:prstGeom prst="rect">
            <a:avLst/>
          </a:prstGeom>
        </p:spPr>
      </p:pic>
    </p:spTree>
    <p:extLst>
      <p:ext uri="{BB962C8B-B14F-4D97-AF65-F5344CB8AC3E}">
        <p14:creationId xmlns:p14="http://schemas.microsoft.com/office/powerpoint/2010/main" val="18555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E2C7C-566B-694E-3031-3E52AB5862FF}"/>
              </a:ext>
            </a:extLst>
          </p:cNvPr>
          <p:cNvSpPr>
            <a:spLocks noGrp="1"/>
          </p:cNvSpPr>
          <p:nvPr>
            <p:ph type="title"/>
          </p:nvPr>
        </p:nvSpPr>
        <p:spPr>
          <a:xfrm>
            <a:off x="140588" y="-35905"/>
            <a:ext cx="1561603" cy="369332"/>
          </a:xfrm>
        </p:spPr>
        <p:txBody>
          <a:bodyPr/>
          <a:lstStyle/>
          <a:p>
            <a:r>
              <a:rPr lang="en-US" sz="2400" b="1">
                <a:solidFill>
                  <a:srgbClr val="00BCF2"/>
                </a:solidFill>
                <a:cs typeface="Segoe UI"/>
              </a:rPr>
              <a:t>Container</a:t>
            </a:r>
            <a:endParaRPr lang="en-US" sz="2400" b="1">
              <a:solidFill>
                <a:srgbClr val="00BCF2"/>
              </a:solidFill>
            </a:endParaRPr>
          </a:p>
        </p:txBody>
      </p:sp>
      <p:pic>
        <p:nvPicPr>
          <p:cNvPr id="11" name="Picture 10">
            <a:extLst>
              <a:ext uri="{FF2B5EF4-FFF2-40B4-BE49-F238E27FC236}">
                <a16:creationId xmlns:a16="http://schemas.microsoft.com/office/drawing/2014/main" id="{B048EF78-8C78-318D-4F84-9B1C154CA647}"/>
              </a:ext>
            </a:extLst>
          </p:cNvPr>
          <p:cNvPicPr>
            <a:picLocks noChangeAspect="1"/>
          </p:cNvPicPr>
          <p:nvPr/>
        </p:nvPicPr>
        <p:blipFill>
          <a:blip r:embed="rId2"/>
          <a:stretch>
            <a:fillRect/>
          </a:stretch>
        </p:blipFill>
        <p:spPr>
          <a:xfrm>
            <a:off x="0" y="832619"/>
            <a:ext cx="12192000" cy="5192762"/>
          </a:xfrm>
          <a:prstGeom prst="rect">
            <a:avLst/>
          </a:prstGeom>
        </p:spPr>
      </p:pic>
    </p:spTree>
    <p:extLst>
      <p:ext uri="{BB962C8B-B14F-4D97-AF65-F5344CB8AC3E}">
        <p14:creationId xmlns:p14="http://schemas.microsoft.com/office/powerpoint/2010/main" val="100938011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E2C7C-566B-694E-3031-3E52AB5862FF}"/>
              </a:ext>
            </a:extLst>
          </p:cNvPr>
          <p:cNvSpPr>
            <a:spLocks noGrp="1"/>
          </p:cNvSpPr>
          <p:nvPr>
            <p:ph type="title"/>
          </p:nvPr>
        </p:nvSpPr>
        <p:spPr>
          <a:xfrm>
            <a:off x="140588" y="-35905"/>
            <a:ext cx="1561603" cy="369332"/>
          </a:xfrm>
        </p:spPr>
        <p:txBody>
          <a:bodyPr/>
          <a:lstStyle/>
          <a:p>
            <a:r>
              <a:rPr lang="en-US" sz="2400" b="1">
                <a:solidFill>
                  <a:srgbClr val="00BCF2"/>
                </a:solidFill>
                <a:cs typeface="Segoe UI"/>
              </a:rPr>
              <a:t>Container</a:t>
            </a:r>
            <a:endParaRPr lang="en-US" sz="2400" b="1">
              <a:solidFill>
                <a:srgbClr val="00BCF2"/>
              </a:solidFill>
            </a:endParaRPr>
          </a:p>
        </p:txBody>
      </p:sp>
      <p:pic>
        <p:nvPicPr>
          <p:cNvPr id="9" name="Picture 8">
            <a:extLst>
              <a:ext uri="{FF2B5EF4-FFF2-40B4-BE49-F238E27FC236}">
                <a16:creationId xmlns:a16="http://schemas.microsoft.com/office/drawing/2014/main" id="{455A5512-0476-7D21-4612-34587560F017}"/>
              </a:ext>
            </a:extLst>
          </p:cNvPr>
          <p:cNvPicPr>
            <a:picLocks noChangeAspect="1"/>
          </p:cNvPicPr>
          <p:nvPr/>
        </p:nvPicPr>
        <p:blipFill>
          <a:blip r:embed="rId2"/>
          <a:stretch>
            <a:fillRect/>
          </a:stretch>
        </p:blipFill>
        <p:spPr>
          <a:xfrm>
            <a:off x="0" y="293965"/>
            <a:ext cx="12192000" cy="6551429"/>
          </a:xfrm>
          <a:prstGeom prst="rect">
            <a:avLst/>
          </a:prstGeom>
        </p:spPr>
      </p:pic>
    </p:spTree>
    <p:extLst>
      <p:ext uri="{BB962C8B-B14F-4D97-AF65-F5344CB8AC3E}">
        <p14:creationId xmlns:p14="http://schemas.microsoft.com/office/powerpoint/2010/main" val="296097780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E2C7C-566B-694E-3031-3E52AB5862FF}"/>
              </a:ext>
            </a:extLst>
          </p:cNvPr>
          <p:cNvSpPr>
            <a:spLocks noGrp="1"/>
          </p:cNvSpPr>
          <p:nvPr>
            <p:ph type="title"/>
          </p:nvPr>
        </p:nvSpPr>
        <p:spPr>
          <a:xfrm>
            <a:off x="0" y="0"/>
            <a:ext cx="2055342" cy="553998"/>
          </a:xfrm>
        </p:spPr>
        <p:txBody>
          <a:bodyPr wrap="square" anchor="ctr">
            <a:normAutofit/>
          </a:bodyPr>
          <a:lstStyle/>
          <a:p>
            <a:r>
              <a:rPr lang="en-US" b="1"/>
              <a:t>Children</a:t>
            </a:r>
          </a:p>
        </p:txBody>
      </p:sp>
      <p:pic>
        <p:nvPicPr>
          <p:cNvPr id="8" name="Picture 7">
            <a:extLst>
              <a:ext uri="{FF2B5EF4-FFF2-40B4-BE49-F238E27FC236}">
                <a16:creationId xmlns:a16="http://schemas.microsoft.com/office/drawing/2014/main" id="{0E16F527-918A-2FA7-E12B-932CBCE6399D}"/>
              </a:ext>
            </a:extLst>
          </p:cNvPr>
          <p:cNvPicPr>
            <a:picLocks noChangeAspect="1"/>
          </p:cNvPicPr>
          <p:nvPr/>
        </p:nvPicPr>
        <p:blipFill>
          <a:blip r:embed="rId2"/>
          <a:stretch>
            <a:fillRect/>
          </a:stretch>
        </p:blipFill>
        <p:spPr>
          <a:xfrm>
            <a:off x="0" y="799420"/>
            <a:ext cx="12192000" cy="5259160"/>
          </a:xfrm>
          <a:prstGeom prst="rect">
            <a:avLst/>
          </a:prstGeom>
        </p:spPr>
      </p:pic>
    </p:spTree>
    <p:extLst>
      <p:ext uri="{BB962C8B-B14F-4D97-AF65-F5344CB8AC3E}">
        <p14:creationId xmlns:p14="http://schemas.microsoft.com/office/powerpoint/2010/main" val="156346543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6">
            <a:extLst>
              <a:ext uri="{FF2B5EF4-FFF2-40B4-BE49-F238E27FC236}">
                <a16:creationId xmlns:a16="http://schemas.microsoft.com/office/drawing/2014/main" id="{D5C8DBCD-E250-744A-5B5D-DCBF5B833176}"/>
              </a:ext>
            </a:extLst>
          </p:cNvPr>
          <p:cNvSpPr txBox="1">
            <a:spLocks/>
          </p:cNvSpPr>
          <p:nvPr/>
        </p:nvSpPr>
        <p:spPr>
          <a:xfrm>
            <a:off x="0" y="58189"/>
            <a:ext cx="5602778"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1">
                <a:solidFill>
                  <a:srgbClr val="92D050"/>
                </a:solidFill>
                <a:latin typeface="Segoe UI" panose="020B0502040204020203" pitchFamily="34" charset="0"/>
              </a:rPr>
              <a:t>Flexbox Cheat sheet</a:t>
            </a:r>
            <a:endParaRPr lang="en-US" b="1" i="0">
              <a:solidFill>
                <a:srgbClr val="92D050"/>
              </a:solidFill>
              <a:effectLst/>
              <a:latin typeface="Segoe UI" panose="020B0502040204020203" pitchFamily="34" charset="0"/>
            </a:endParaRPr>
          </a:p>
        </p:txBody>
      </p:sp>
      <p:pic>
        <p:nvPicPr>
          <p:cNvPr id="10" name="Picture 9" descr="A screenshot of a computer&#10;&#10;Description automatically generated">
            <a:extLst>
              <a:ext uri="{FF2B5EF4-FFF2-40B4-BE49-F238E27FC236}">
                <a16:creationId xmlns:a16="http://schemas.microsoft.com/office/drawing/2014/main" id="{093871C5-8ADF-F11F-9023-E5E0157801C3}"/>
              </a:ext>
            </a:extLst>
          </p:cNvPr>
          <p:cNvPicPr>
            <a:picLocks noChangeAspect="1"/>
          </p:cNvPicPr>
          <p:nvPr/>
        </p:nvPicPr>
        <p:blipFill>
          <a:blip r:embed="rId3"/>
          <a:stretch>
            <a:fillRect/>
          </a:stretch>
        </p:blipFill>
        <p:spPr>
          <a:xfrm>
            <a:off x="0" y="706493"/>
            <a:ext cx="12192000" cy="6151507"/>
          </a:xfrm>
          <a:prstGeom prst="rect">
            <a:avLst/>
          </a:prstGeom>
        </p:spPr>
      </p:pic>
      <p:pic>
        <p:nvPicPr>
          <p:cNvPr id="4" name="Picture 3" descr="A picture containing clipart&#10;&#10;Description automatically generated">
            <a:extLst>
              <a:ext uri="{FF2B5EF4-FFF2-40B4-BE49-F238E27FC236}">
                <a16:creationId xmlns:a16="http://schemas.microsoft.com/office/drawing/2014/main" id="{B3D3AEFB-2CE8-417F-BF06-393F2B99E4B3}"/>
              </a:ext>
            </a:extLst>
          </p:cNvPr>
          <p:cNvPicPr>
            <a:picLocks noChangeAspect="1"/>
          </p:cNvPicPr>
          <p:nvPr/>
        </p:nvPicPr>
        <p:blipFill>
          <a:blip r:embed="rId4"/>
          <a:stretch>
            <a:fillRect/>
          </a:stretch>
        </p:blipFill>
        <p:spPr>
          <a:xfrm>
            <a:off x="11160066" y="0"/>
            <a:ext cx="1031933" cy="410817"/>
          </a:xfrm>
          <a:prstGeom prst="rect">
            <a:avLst/>
          </a:prstGeom>
        </p:spPr>
      </p:pic>
    </p:spTree>
    <p:extLst>
      <p:ext uri="{BB962C8B-B14F-4D97-AF65-F5344CB8AC3E}">
        <p14:creationId xmlns:p14="http://schemas.microsoft.com/office/powerpoint/2010/main" val="1894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070533" y="727848"/>
            <a:ext cx="4426228" cy="384721"/>
          </a:xfrm>
        </p:spPr>
        <p:txBody>
          <a:bodyPr/>
          <a:lstStyle/>
          <a:p>
            <a:pPr algn="l"/>
            <a:r>
              <a:rPr lang="en-US" sz="2500">
                <a:solidFill>
                  <a:srgbClr val="92D050"/>
                </a:solidFill>
                <a:latin typeface="Segoe UI" panose="020B0502040204020203" pitchFamily="34" charset="0"/>
              </a:rPr>
              <a:t>Resources</a:t>
            </a:r>
            <a:endParaRPr lang="en-US" sz="2500" b="0" i="0">
              <a:solidFill>
                <a:srgbClr val="92D050"/>
              </a:solidFill>
              <a:effectLst/>
              <a:latin typeface="Segoe UI" panose="020B0502040204020203" pitchFamily="34" charset="0"/>
            </a:endParaRPr>
          </a:p>
        </p:txBody>
      </p:sp>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 name="AutoShape 2" descr="examples of the align-content property where a group of items cluster at the top or bottom, or stretch out to fill the space, or have spacing.">
            <a:extLst>
              <a:ext uri="{FF2B5EF4-FFF2-40B4-BE49-F238E27FC236}">
                <a16:creationId xmlns:a16="http://schemas.microsoft.com/office/drawing/2014/main" id="{377BF097-2918-8414-668F-8EFAECE5C5F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itle 16">
            <a:extLst>
              <a:ext uri="{FF2B5EF4-FFF2-40B4-BE49-F238E27FC236}">
                <a16:creationId xmlns:a16="http://schemas.microsoft.com/office/drawing/2014/main" id="{D26F9285-E016-3AE4-4A3E-A0BC09824DC7}"/>
              </a:ext>
            </a:extLst>
          </p:cNvPr>
          <p:cNvSpPr txBox="1">
            <a:spLocks/>
          </p:cNvSpPr>
          <p:nvPr/>
        </p:nvSpPr>
        <p:spPr>
          <a:xfrm>
            <a:off x="363567" y="1890117"/>
            <a:ext cx="11160066" cy="1923604"/>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342900" indent="-342900">
              <a:buFont typeface="Arial" panose="020B0604020202020204" pitchFamily="34" charset="0"/>
              <a:buChar char="•"/>
            </a:pPr>
            <a:r>
              <a:rPr lang="en-US" sz="2500" dirty="0">
                <a:solidFill>
                  <a:srgbClr val="00B0F0"/>
                </a:solidFill>
                <a:latin typeface="Segoe UI" panose="020B0502040204020203" pitchFamily="34" charset="0"/>
                <a:hlinkClick r:id="rId4">
                  <a:extLst>
                    <a:ext uri="{A12FA001-AC4F-418D-AE19-62706E023703}">
                      <ahyp:hlinkClr xmlns:ahyp="http://schemas.microsoft.com/office/drawing/2018/hyperlinkcolor" val="tx"/>
                    </a:ext>
                  </a:extLst>
                </a:hlinkClick>
              </a:rPr>
              <a:t>https://flexbox.malven.co/</a:t>
            </a:r>
            <a:endParaRPr lang="en-US" sz="2500" dirty="0">
              <a:solidFill>
                <a:srgbClr val="00B0F0"/>
              </a:solidFill>
              <a:latin typeface="Segoe UI" panose="020B0502040204020203" pitchFamily="34" charset="0"/>
            </a:endParaRPr>
          </a:p>
          <a:p>
            <a:pPr marL="342900" indent="-342900">
              <a:buFont typeface="Arial" panose="020B0604020202020204" pitchFamily="34" charset="0"/>
              <a:buChar char="•"/>
            </a:pPr>
            <a:r>
              <a:rPr lang="en-US" sz="2500" dirty="0">
                <a:solidFill>
                  <a:srgbClr val="00B0F0"/>
                </a:solidFill>
                <a:latin typeface="Segoe UI" panose="020B0502040204020203" pitchFamily="34" charset="0"/>
              </a:rPr>
              <a:t>https://yoksel.github.io/flex-cheatsheet/#section-flex-grow</a:t>
            </a:r>
          </a:p>
          <a:p>
            <a:pPr marL="342900" indent="-342900">
              <a:buFont typeface="Arial" panose="020B0604020202020204" pitchFamily="34" charset="0"/>
              <a:buChar char="•"/>
            </a:pPr>
            <a:r>
              <a:rPr lang="en-US" sz="2500" dirty="0">
                <a:solidFill>
                  <a:srgbClr val="00B0F0"/>
                </a:solidFill>
                <a:latin typeface="Segoe UI" panose="020B0502040204020203" pitchFamily="34" charset="0"/>
                <a:hlinkClick r:id="rId5"/>
              </a:rPr>
              <a:t>https://css-tricks.com/snippets/css/a-guide-to-flexbox/</a:t>
            </a:r>
            <a:endParaRPr lang="en-US" sz="2500" dirty="0">
              <a:solidFill>
                <a:srgbClr val="00B0F0"/>
              </a:solidFill>
              <a:latin typeface="Segoe UI" panose="020B0502040204020203" pitchFamily="34" charset="0"/>
            </a:endParaRPr>
          </a:p>
          <a:p>
            <a:pPr marL="342900" indent="-342900">
              <a:buFont typeface="Arial" panose="020B0604020202020204" pitchFamily="34" charset="0"/>
              <a:buChar char="•"/>
            </a:pPr>
            <a:r>
              <a:rPr lang="en-US" sz="2500" dirty="0">
                <a:solidFill>
                  <a:srgbClr val="00B0F0"/>
                </a:solidFill>
                <a:latin typeface="Segoe UI" panose="020B0502040204020203" pitchFamily="34" charset="0"/>
                <a:hlinkClick r:id="rId6"/>
              </a:rPr>
              <a:t>https://css-tricks.com/wp-content/uploads/2022/02/css-flexbox-poster.png</a:t>
            </a:r>
            <a:endParaRPr lang="en-US" sz="2500" dirty="0">
              <a:solidFill>
                <a:srgbClr val="00B0F0"/>
              </a:solidFill>
              <a:latin typeface="Segoe UI" panose="020B0502040204020203" pitchFamily="34" charset="0"/>
            </a:endParaRPr>
          </a:p>
          <a:p>
            <a:pPr marL="342900" indent="-342900">
              <a:buFont typeface="Arial" panose="020B0604020202020204" pitchFamily="34" charset="0"/>
              <a:buChar char="•"/>
            </a:pPr>
            <a:r>
              <a:rPr lang="en-US" sz="2500">
                <a:solidFill>
                  <a:srgbClr val="00B0F0"/>
                </a:solidFill>
                <a:latin typeface="Segoe UI" panose="020B0502040204020203" pitchFamily="34" charset="0"/>
              </a:rPr>
              <a:t>https://flexboxfroggy.com/</a:t>
            </a:r>
            <a:endParaRPr lang="en-US" sz="2500" dirty="0">
              <a:solidFill>
                <a:srgbClr val="00B0F0"/>
              </a:solidFill>
              <a:latin typeface="Segoe UI" panose="020B0502040204020203" pitchFamily="34" charset="0"/>
            </a:endParaRPr>
          </a:p>
        </p:txBody>
      </p:sp>
    </p:spTree>
    <p:extLst>
      <p:ext uri="{BB962C8B-B14F-4D97-AF65-F5344CB8AC3E}">
        <p14:creationId xmlns:p14="http://schemas.microsoft.com/office/powerpoint/2010/main" val="3609037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HITE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2CA35654-AA95-4EAF-8C1E-008A884F020F}"/>
    </a:ext>
  </a:extLst>
</a:theme>
</file>

<file path=ppt/theme/theme2.xml><?xml version="1.0" encoding="utf-8"?>
<a:theme xmlns:a="http://schemas.openxmlformats.org/drawingml/2006/main" name="SOFT BLACK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5909D274-6178-43D8-BFA6-D91DA2D0006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4391967ADFE8469D6C015465AD315E" ma:contentTypeVersion="6" ma:contentTypeDescription="Create a new document." ma:contentTypeScope="" ma:versionID="6f9df93dbb38d2fa3f3e4a66f474d9fa">
  <xsd:schema xmlns:xsd="http://www.w3.org/2001/XMLSchema" xmlns:xs="http://www.w3.org/2001/XMLSchema" xmlns:p="http://schemas.microsoft.com/office/2006/metadata/properties" xmlns:ns2="b38ad2e8-7385-42ac-a943-76e9ea801cf0" xmlns:ns3="211ea7d1-7d09-49a0-8c96-644562ad20a0" targetNamespace="http://schemas.microsoft.com/office/2006/metadata/properties" ma:root="true" ma:fieldsID="d4594fc471f6b18a7a06048b98b19a2e" ns2:_="" ns3:_="">
    <xsd:import namespace="b38ad2e8-7385-42ac-a943-76e9ea801cf0"/>
    <xsd:import namespace="211ea7d1-7d09-49a0-8c96-644562ad20a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8ad2e8-7385-42ac-a943-76e9ea801c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11ea7d1-7d09-49a0-8c96-644562ad20a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211ea7d1-7d09-49a0-8c96-644562ad20a0">
      <UserInfo>
        <DisplayName>Justin Garrett</DisplayName>
        <AccountId>13</AccountId>
        <AccountType/>
      </UserInfo>
    </SharedWithUsers>
    <MediaLengthInSeconds xmlns="b38ad2e8-7385-42ac-a943-76e9ea801cf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DB83B76-7D03-4DE5-AF1E-BB7DE9851DD3}">
  <ds:schemaRefs>
    <ds:schemaRef ds:uri="211ea7d1-7d09-49a0-8c96-644562ad20a0"/>
    <ds:schemaRef ds:uri="b38ad2e8-7385-42ac-a943-76e9ea801cf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990F116-B58F-4255-B05B-DA3808E0E5C6}">
  <ds:schemaRefs>
    <ds:schemaRef ds:uri="211ea7d1-7d09-49a0-8c96-644562ad20a0"/>
    <ds:schemaRef ds:uri="b38ad2e8-7385-42ac-a943-76e9ea801cf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WHITE TEMPLATE</Template>
  <TotalTime>1</TotalTime>
  <Words>304</Words>
  <Application>Microsoft Office PowerPoint</Application>
  <PresentationFormat>Widescreen</PresentationFormat>
  <Paragraphs>35</Paragraphs>
  <Slides>9</Slides>
  <Notes>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9</vt:i4>
      </vt:variant>
    </vt:vector>
  </HeadingPairs>
  <TitlesOfParts>
    <vt:vector size="19" baseType="lpstr">
      <vt:lpstr>Arial</vt:lpstr>
      <vt:lpstr>Consolas</vt:lpstr>
      <vt:lpstr>Segoe UI</vt:lpstr>
      <vt:lpstr>Segoe UI Light</vt:lpstr>
      <vt:lpstr>Segoe UI Semibold</vt:lpstr>
      <vt:lpstr>Segoe UI Semilight</vt:lpstr>
      <vt:lpstr>Verdana</vt:lpstr>
      <vt:lpstr>Wingdings</vt:lpstr>
      <vt:lpstr>WHITE TEMPLATE</vt:lpstr>
      <vt:lpstr>SOFT BLACK TEMPLATE</vt:lpstr>
      <vt:lpstr>By Brian Kemboi</vt:lpstr>
      <vt:lpstr>Flexbox</vt:lpstr>
      <vt:lpstr>Flexbox vs Grid</vt:lpstr>
      <vt:lpstr>Flexbox vs Grid</vt:lpstr>
      <vt:lpstr>Container</vt:lpstr>
      <vt:lpstr>Container</vt:lpstr>
      <vt:lpstr>Children</vt:lpstr>
      <vt:lpstr>PowerPoint Presentation</vt:lpstr>
      <vt:lpstr>Resources</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name or  presentation title</dc:title>
  <dc:subject>MSP Program</dc:subject>
  <dc:creator>"Heidi Laverty" &lt;heidi@mindseyepdx.com&gt;</dc:creator>
  <cp:keywords/>
  <dc:description/>
  <cp:lastModifiedBy>Brian Kemboi</cp:lastModifiedBy>
  <cp:revision>2</cp:revision>
  <dcterms:created xsi:type="dcterms:W3CDTF">2019-03-28T18:40:02Z</dcterms:created>
  <dcterms:modified xsi:type="dcterms:W3CDTF">2025-05-03T12:50:40Z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0x0101000B4391967ADFE8469D6C015465AD315E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Order">
    <vt:r8>728100</vt:r8>
  </property>
  <property fmtid="{D5CDD505-2E9C-101B-9397-08002B2CF9AE}" pid="21" name="xd_Signature">
    <vt:bool>false</vt:bool>
  </property>
  <property fmtid="{D5CDD505-2E9C-101B-9397-08002B2CF9AE}" pid="22" name="xd_ProgID">
    <vt:lpwstr/>
  </property>
  <property fmtid="{D5CDD505-2E9C-101B-9397-08002B2CF9AE}" pid="23" name="ComplianceAssetId">
    <vt:lpwstr/>
  </property>
  <property fmtid="{D5CDD505-2E9C-101B-9397-08002B2CF9AE}" pid="24" name="TemplateUrl">
    <vt:lpwstr/>
  </property>
  <property fmtid="{D5CDD505-2E9C-101B-9397-08002B2CF9AE}" pid="25" name="MediaServiceImageTags">
    <vt:lpwstr/>
  </property>
  <property fmtid="{D5CDD505-2E9C-101B-9397-08002B2CF9AE}" pid="26" name="_ExtendedDescription">
    <vt:lpwstr/>
  </property>
  <property fmtid="{D5CDD505-2E9C-101B-9397-08002B2CF9AE}" pid="27" name="TriggerFlowInfo">
    <vt:lpwstr/>
  </property>
</Properties>
</file>