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4642" r:id="rId5"/>
  </p:sldMasterIdLst>
  <p:notesMasterIdLst>
    <p:notesMasterId r:id="rId23"/>
  </p:notesMasterIdLst>
  <p:handoutMasterIdLst>
    <p:handoutMasterId r:id="rId24"/>
  </p:handoutMasterIdLst>
  <p:sldIdLst>
    <p:sldId id="1670" r:id="rId6"/>
    <p:sldId id="1688" r:id="rId7"/>
    <p:sldId id="1671" r:id="rId8"/>
    <p:sldId id="1672" r:id="rId9"/>
    <p:sldId id="1674" r:id="rId10"/>
    <p:sldId id="1689" r:id="rId11"/>
    <p:sldId id="1690" r:id="rId12"/>
    <p:sldId id="1691" r:id="rId13"/>
    <p:sldId id="1692" r:id="rId14"/>
    <p:sldId id="1693" r:id="rId15"/>
    <p:sldId id="1694" r:id="rId16"/>
    <p:sldId id="1695" r:id="rId17"/>
    <p:sldId id="1696" r:id="rId18"/>
    <p:sldId id="1697" r:id="rId19"/>
    <p:sldId id="1698" r:id="rId20"/>
    <p:sldId id="1699" r:id="rId21"/>
    <p:sldId id="1686" r:id="rId22"/>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884008F-2DF4-4AEA-A8A1-91660BB5EF4C}">
          <p14:sldIdLst>
            <p14:sldId id="1670"/>
            <p14:sldId id="1688"/>
            <p14:sldId id="1671"/>
            <p14:sldId id="1672"/>
            <p14:sldId id="1674"/>
            <p14:sldId id="1689"/>
            <p14:sldId id="1690"/>
            <p14:sldId id="1691"/>
            <p14:sldId id="1692"/>
            <p14:sldId id="1693"/>
            <p14:sldId id="1694"/>
            <p14:sldId id="1695"/>
            <p14:sldId id="1696"/>
            <p14:sldId id="1697"/>
            <p14:sldId id="1698"/>
            <p14:sldId id="1699"/>
            <p14:sldId id="168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5C2D91"/>
    <a:srgbClr val="E6E6E6"/>
    <a:srgbClr val="2F2F2F"/>
    <a:srgbClr val="F2F2F2"/>
    <a:srgbClr val="D2D2D2"/>
    <a:srgbClr val="00BCF2"/>
    <a:srgbClr val="037BDA"/>
    <a:srgbClr val="1A1A1A"/>
    <a:srgbClr val="0D0D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58" autoAdjust="0"/>
    <p:restoredTop sz="92133" autoAdjust="0"/>
  </p:normalViewPr>
  <p:slideViewPr>
    <p:cSldViewPr snapToGrid="0">
      <p:cViewPr varScale="1">
        <p:scale>
          <a:sx n="111" d="100"/>
          <a:sy n="111" d="100"/>
        </p:scale>
        <p:origin x="282" y="96"/>
      </p:cViewPr>
      <p:guideLst/>
    </p:cSldViewPr>
  </p:slideViewPr>
  <p:outlineViewPr>
    <p:cViewPr>
      <p:scale>
        <a:sx n="33" d="100"/>
        <a:sy n="33" d="100"/>
      </p:scale>
      <p:origin x="0" y="-6516"/>
    </p:cViewPr>
  </p:outlineViewPr>
  <p:notesTextViewPr>
    <p:cViewPr>
      <p:scale>
        <a:sx n="3" d="2"/>
        <a:sy n="3" d="2"/>
      </p:scale>
      <p:origin x="0" y="0"/>
    </p:cViewPr>
  </p:notesTextViewPr>
  <p:sorterViewPr>
    <p:cViewPr>
      <p:scale>
        <a:sx n="75" d="100"/>
        <a:sy n="75" d="100"/>
      </p:scale>
      <p:origin x="0" y="0"/>
    </p:cViewPr>
  </p:sorterViewPr>
  <p:notesViewPr>
    <p:cSldViewPr snapToGrid="0" showGuides="1">
      <p:cViewPr varScale="1">
        <p:scale>
          <a:sx n="51" d="100"/>
          <a:sy n="51" d="100"/>
        </p:scale>
        <p:origin x="2694" y="3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5/3/2025 3:45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5/3/2025 3:45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3:45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958519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323610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3777878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040184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19140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384319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3603143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3641274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3996529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3576534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2830253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260669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1234682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11284384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1238570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6487305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5/3/2025 3:48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23462863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descr="A picture containing meter&#10;&#10;Description automatically generated">
            <a:extLst>
              <a:ext uri="{FF2B5EF4-FFF2-40B4-BE49-F238E27FC236}">
                <a16:creationId xmlns:a16="http://schemas.microsoft.com/office/drawing/2014/main" id="{08877C49-379C-4530-89DA-E5FB27C7DDFE}"/>
              </a:ext>
            </a:extLst>
          </p:cNvPr>
          <p:cNvPicPr>
            <a:picLocks noChangeAspect="1"/>
          </p:cNvPicPr>
          <p:nvPr userDrawn="1"/>
        </p:nvPicPr>
        <p:blipFill rotWithShape="1">
          <a:blip r:embed="rId2"/>
          <a:srcRect l="51535" t="20885" r="1924" b="7746"/>
          <a:stretch/>
        </p:blipFill>
        <p:spPr>
          <a:xfrm>
            <a:off x="0" y="0"/>
            <a:ext cx="12192000" cy="6858000"/>
          </a:xfrm>
          <a:prstGeom prst="rect">
            <a:avLst/>
          </a:prstGeom>
        </p:spPr>
      </p:pic>
    </p:spTree>
    <p:extLst>
      <p:ext uri="{BB962C8B-B14F-4D97-AF65-F5344CB8AC3E}">
        <p14:creationId xmlns:p14="http://schemas.microsoft.com/office/powerpoint/2010/main" val="309183164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guide id="4" orient="horz" pos="2160" userDrawn="1">
          <p15:clr>
            <a:srgbClr val="FBAE40"/>
          </p15:clr>
        </p15:guide>
        <p15:guide id="5"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tx1"/>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A8638A5-F250-4F13-8367-9EF5EEBD9BB1}"/>
              </a:ext>
            </a:extLst>
          </p:cNvPr>
          <p:cNvPicPr>
            <a:picLocks noChangeAspect="1"/>
          </p:cNvPicPr>
          <p:nvPr userDrawn="1"/>
        </p:nvPicPr>
        <p:blipFill rotWithShape="1">
          <a:blip r:embed="rId2"/>
          <a:srcRect l="25738" t="-1894" r="8816" b="10381"/>
          <a:stretch/>
        </p:blipFill>
        <p:spPr>
          <a:xfrm>
            <a:off x="1" y="604414"/>
            <a:ext cx="12192000" cy="6253586"/>
          </a:xfrm>
          <a:prstGeom prst="rect">
            <a:avLst/>
          </a:prstGeom>
        </p:spPr>
      </p:pic>
      <p:pic>
        <p:nvPicPr>
          <p:cNvPr id="4" name="Picture 3" descr="A picture containing food, drawing, plate&#10;&#10;Description automatically generated">
            <a:extLst>
              <a:ext uri="{FF2B5EF4-FFF2-40B4-BE49-F238E27FC236}">
                <a16:creationId xmlns:a16="http://schemas.microsoft.com/office/drawing/2014/main" id="{732181C1-02C8-4170-8050-04F95DCD6088}"/>
              </a:ext>
            </a:extLst>
          </p:cNvPr>
          <p:cNvPicPr>
            <a:picLocks noChangeAspect="1"/>
          </p:cNvPicPr>
          <p:nvPr userDrawn="1"/>
        </p:nvPicPr>
        <p:blipFill>
          <a:blip r:embed="rId3"/>
          <a:stretch>
            <a:fillRect/>
          </a:stretch>
        </p:blipFill>
        <p:spPr>
          <a:xfrm>
            <a:off x="587376" y="595948"/>
            <a:ext cx="2132954" cy="40233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34702311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userDrawn="1">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a:stretch/>
        </p:blipFill>
        <p:spPr>
          <a:xfrm>
            <a:off x="0" y="6017392"/>
            <a:ext cx="12192000" cy="25799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food, drawing, plate&#10;&#10;Description automatically generated">
            <a:extLst>
              <a:ext uri="{FF2B5EF4-FFF2-40B4-BE49-F238E27FC236}">
                <a16:creationId xmlns:a16="http://schemas.microsoft.com/office/drawing/2014/main" id="{206F3868-20C5-4830-B17D-6B8C97A93A75}"/>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34073724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E6E6E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meter&#10;&#10;Description automatically generated">
            <a:extLst>
              <a:ext uri="{FF2B5EF4-FFF2-40B4-BE49-F238E27FC236}">
                <a16:creationId xmlns:a16="http://schemas.microsoft.com/office/drawing/2014/main" id="{6BD5228B-DB0F-46DB-85CA-145A3C2DDEDB}"/>
              </a:ext>
            </a:extLst>
          </p:cNvPr>
          <p:cNvPicPr>
            <a:picLocks noChangeAspect="1"/>
          </p:cNvPicPr>
          <p:nvPr userDrawn="1"/>
        </p:nvPicPr>
        <p:blipFill rotWithShape="1">
          <a:blip r:embed="rId2"/>
          <a:srcRect l="25738" t="-1894" r="8816" b="10381"/>
          <a:stretch/>
        </p:blipFill>
        <p:spPr>
          <a:xfrm>
            <a:off x="1" y="604414"/>
            <a:ext cx="12192000" cy="6253586"/>
          </a:xfrm>
          <a:prstGeom prst="rect">
            <a:avLst/>
          </a:prstGeom>
        </p:spPr>
      </p:pic>
      <p:pic>
        <p:nvPicPr>
          <p:cNvPr id="8" name="Picture 7">
            <a:extLst>
              <a:ext uri="{FF2B5EF4-FFF2-40B4-BE49-F238E27FC236}">
                <a16:creationId xmlns:a16="http://schemas.microsoft.com/office/drawing/2014/main" id="{BAB248D0-EB9E-45FD-BD56-CDC59AA53214}"/>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2075878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lkin 5">
    <p:bg>
      <p:bgPr>
        <a:solidFill>
          <a:srgbClr val="F2F2F2"/>
        </a:solidFill>
        <a:effectLst/>
      </p:bgPr>
    </p:bg>
    <p:spTree>
      <p:nvGrpSpPr>
        <p:cNvPr id="1" name=""/>
        <p:cNvGrpSpPr/>
        <p:nvPr/>
      </p:nvGrpSpPr>
      <p:grpSpPr>
        <a:xfrm>
          <a:off x="0" y="0"/>
          <a:ext cx="0" cy="0"/>
          <a:chOff x="0" y="0"/>
          <a:chExt cx="0" cy="0"/>
        </a:xfrm>
      </p:grpSpPr>
      <p:pic>
        <p:nvPicPr>
          <p:cNvPr id="10" name="Picture 9" descr="A picture containing meter&#10;&#10;Description automatically generated">
            <a:extLst>
              <a:ext uri="{FF2B5EF4-FFF2-40B4-BE49-F238E27FC236}">
                <a16:creationId xmlns:a16="http://schemas.microsoft.com/office/drawing/2014/main" id="{C57AB98C-3D65-4B37-98D9-D5EA9098B772}"/>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sp>
        <p:nvSpPr>
          <p:cNvPr id="11" name="Title 1">
            <a:extLst>
              <a:ext uri="{FF2B5EF4-FFF2-40B4-BE49-F238E27FC236}">
                <a16:creationId xmlns:a16="http://schemas.microsoft.com/office/drawing/2014/main" id="{44720DB8-197A-46F9-9308-F4EA3C845D02}"/>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rgbClr val="1A1A1A"/>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6EE72941-1039-4EEF-BADF-39923BC2573C}"/>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rgbClr val="1A1A1A"/>
                </a:solidFill>
                <a:latin typeface="+mn-lt"/>
                <a:cs typeface="Segoe UI" panose="020B0502040204020203" pitchFamily="34" charset="0"/>
              </a:defRPr>
            </a:lvl1pPr>
          </a:lstStyle>
          <a:p>
            <a:pPr lvl="0"/>
            <a:r>
              <a:rPr lang="en-US" dirty="0"/>
              <a:t>Speaker name or subtitle text</a:t>
            </a:r>
          </a:p>
        </p:txBody>
      </p:sp>
      <p:pic>
        <p:nvPicPr>
          <p:cNvPr id="7" name="Picture 6" descr="A picture containing food, drawing, plate&#10;&#10;Description automatically generated">
            <a:extLst>
              <a:ext uri="{FF2B5EF4-FFF2-40B4-BE49-F238E27FC236}">
                <a16:creationId xmlns:a16="http://schemas.microsoft.com/office/drawing/2014/main" id="{91AB4B28-A3CA-482A-991F-44606913488A}"/>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31173887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alkin 6">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3406" y="2892285"/>
            <a:ext cx="7338186" cy="553998"/>
          </a:xfrm>
          <a:noFill/>
        </p:spPr>
        <p:txBody>
          <a:bodyPr wrap="square"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3406" y="3628154"/>
            <a:ext cx="7338186"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8" name="Picture 7" descr="A close up of a logo&#10;&#10;Description automatically generated">
            <a:extLst>
              <a:ext uri="{FF2B5EF4-FFF2-40B4-BE49-F238E27FC236}">
                <a16:creationId xmlns:a16="http://schemas.microsoft.com/office/drawing/2014/main" id="{57F79CA3-BB63-4315-8892-95BCB51C21DD}"/>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7" name="Picture 6">
            <a:extLst>
              <a:ext uri="{FF2B5EF4-FFF2-40B4-BE49-F238E27FC236}">
                <a16:creationId xmlns:a16="http://schemas.microsoft.com/office/drawing/2014/main" id="{9B4307F3-560F-46E3-BBB6-0E57A10C0230}"/>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1677951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10C668BD-5334-4107-80B5-F20CC371B5EE}"/>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10C668BD-5334-4107-80B5-F20CC371B5EE}"/>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
        <p:nvSpPr>
          <p:cNvPr id="6" name="Rectangle 5">
            <a:extLst>
              <a:ext uri="{FF2B5EF4-FFF2-40B4-BE49-F238E27FC236}">
                <a16:creationId xmlns:a16="http://schemas.microsoft.com/office/drawing/2014/main" id="{F5B9A194-0050-4403-908B-C73446182F96}"/>
              </a:ext>
            </a:extLst>
          </p:cNvPr>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a:extLst>
              <a:ext uri="{FF2B5EF4-FFF2-40B4-BE49-F238E27FC236}">
                <a16:creationId xmlns:a16="http://schemas.microsoft.com/office/drawing/2014/main" id="{42A3C893-F324-4D4D-8E9D-AB7655A48AAF}"/>
              </a:ext>
            </a:extLst>
          </p:cNvPr>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6968756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192574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6415E271-3B4B-422B-BBB7-732E9892FAC5}"/>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7572834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728665027"/>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userDrawn="1">
          <p15:clr>
            <a:srgbClr val="C35EA4"/>
          </p15:clr>
        </p15:guide>
        <p15:guide id="11" pos="2993">
          <p15:clr>
            <a:srgbClr val="5ACBF0"/>
          </p15:clr>
        </p15:guide>
        <p15:guide id="12" pos="3543" userDrawn="1">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689229390"/>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5" orient="horz" pos="2160">
          <p15:clr>
            <a:srgbClr val="FBAE40"/>
          </p15:clr>
        </p15:guide>
        <p15:guide id="6" pos="2991">
          <p15:clr>
            <a:srgbClr val="5ACBF0"/>
          </p15:clr>
        </p15:guide>
        <p15:guide id="7" pos="3728" userDrawn="1">
          <p15:clr>
            <a:srgbClr val="C35EA4"/>
          </p15:clr>
        </p15:guide>
        <p15:guide id="8" pos="3544" userDrawn="1">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42951245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userDrawn="1">
          <p15:clr>
            <a:srgbClr val="C35EA4"/>
          </p15:clr>
        </p15:guide>
        <p15:guide id="5" pos="2993">
          <p15:clr>
            <a:srgbClr val="5ACBF0"/>
          </p15:clr>
        </p15:guide>
        <p15:guide id="6" pos="3547" userDrawn="1">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6DDEDED-E833-4EEC-B013-F77EC5C26ED8}"/>
              </a:ext>
            </a:extLst>
          </p:cNvPr>
          <p:cNvSpPr>
            <a:spLocks noGrp="1"/>
          </p:cNvSpPr>
          <p:nvPr>
            <p:ph type="title" hasCustomPrompt="1"/>
          </p:nvPr>
        </p:nvSpPr>
        <p:spPr>
          <a:xfrm>
            <a:off x="585216" y="3011827"/>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9" name="Text Placeholder 4">
            <a:extLst>
              <a:ext uri="{FF2B5EF4-FFF2-40B4-BE49-F238E27FC236}">
                <a16:creationId xmlns:a16="http://schemas.microsoft.com/office/drawing/2014/main" id="{C3AC5816-9323-4710-BEBB-A91B469F8643}"/>
              </a:ext>
            </a:extLst>
          </p:cNvPr>
          <p:cNvSpPr>
            <a:spLocks noGrp="1"/>
          </p:cNvSpPr>
          <p:nvPr>
            <p:ph type="body" sz="quarter" idx="12" hasCustomPrompt="1"/>
          </p:nvPr>
        </p:nvSpPr>
        <p:spPr>
          <a:xfrm>
            <a:off x="594594" y="36318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12" name="Picture 11">
            <a:extLst>
              <a:ext uri="{FF2B5EF4-FFF2-40B4-BE49-F238E27FC236}">
                <a16:creationId xmlns:a16="http://schemas.microsoft.com/office/drawing/2014/main" id="{5EDCF80E-6B7F-428C-A2FD-CBB8DE40FA67}"/>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9CDF55C9-7B02-489C-84E0-60C286D78290}"/>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1721148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6" name="Picture 5">
            <a:extLst>
              <a:ext uri="{FF2B5EF4-FFF2-40B4-BE49-F238E27FC236}">
                <a16:creationId xmlns:a16="http://schemas.microsoft.com/office/drawing/2014/main" id="{D5A1E839-872B-4CB0-B625-2E6BC8340D9E}"/>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rgbClr val="F2F2F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7A9781-335A-4D50-9C58-D8971A7B2AE2}"/>
              </a:ext>
            </a:extLst>
          </p:cNvPr>
          <p:cNvSpPr>
            <a:spLocks noGrp="1"/>
          </p:cNvSpPr>
          <p:nvPr>
            <p:ph type="title" hasCustomPrompt="1"/>
          </p:nvPr>
        </p:nvSpPr>
        <p:spPr>
          <a:xfrm>
            <a:off x="585216" y="3011819"/>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8" name="Text Placeholder 4">
            <a:extLst>
              <a:ext uri="{FF2B5EF4-FFF2-40B4-BE49-F238E27FC236}">
                <a16:creationId xmlns:a16="http://schemas.microsoft.com/office/drawing/2014/main" id="{F17C6D5B-3F62-494F-A40D-0D2FB4FFC7D8}"/>
              </a:ext>
            </a:extLst>
          </p:cNvPr>
          <p:cNvSpPr>
            <a:spLocks noGrp="1"/>
          </p:cNvSpPr>
          <p:nvPr>
            <p:ph type="body" sz="quarter" idx="12" hasCustomPrompt="1"/>
          </p:nvPr>
        </p:nvSpPr>
        <p:spPr>
          <a:xfrm>
            <a:off x="594594" y="3631794"/>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6" name="Picture 5">
            <a:extLst>
              <a:ext uri="{FF2B5EF4-FFF2-40B4-BE49-F238E27FC236}">
                <a16:creationId xmlns:a16="http://schemas.microsoft.com/office/drawing/2014/main" id="{BFC04202-EF83-4A58-A8C3-81980398E47D}"/>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Video</a:t>
            </a:r>
          </a:p>
        </p:txBody>
      </p:sp>
      <p:pic>
        <p:nvPicPr>
          <p:cNvPr id="4" name="Picture 3">
            <a:extLst>
              <a:ext uri="{FF2B5EF4-FFF2-40B4-BE49-F238E27FC236}">
                <a16:creationId xmlns:a16="http://schemas.microsoft.com/office/drawing/2014/main" id="{1A81DB7E-2194-434F-8442-CBD92D624918}"/>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5555108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userDrawn="1">
          <p15:clr>
            <a:srgbClr val="5ACBF0"/>
          </p15:clr>
        </p15:guide>
        <p15:guide id="3" orient="horz" pos="1914" userDrawn="1">
          <p15:clr>
            <a:srgbClr val="5ACBF0"/>
          </p15:clr>
        </p15:guide>
        <p15:guide id="4" orient="horz" pos="2505"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CCEDED28-6C83-45F6-A2AE-AEA0D37D47A3}"/>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logo slide_1">
    <p:bg>
      <p:bgPr>
        <a:solidFill>
          <a:srgbClr val="FFFFFF"/>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657F403-5530-4721-9A70-6AAA056C5EAE}"/>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sp>
        <p:nvSpPr>
          <p:cNvPr id="4" name="Title 1">
            <a:extLst>
              <a:ext uri="{FF2B5EF4-FFF2-40B4-BE49-F238E27FC236}">
                <a16:creationId xmlns:a16="http://schemas.microsoft.com/office/drawing/2014/main" id="{6AF7D8B5-60D9-4A85-B6AC-AB2808C513AA}"/>
              </a:ext>
            </a:extLst>
          </p:cNvPr>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Click to add copy</a:t>
            </a:r>
          </a:p>
        </p:txBody>
      </p:sp>
    </p:spTree>
    <p:extLst>
      <p:ext uri="{BB962C8B-B14F-4D97-AF65-F5344CB8AC3E}">
        <p14:creationId xmlns:p14="http://schemas.microsoft.com/office/powerpoint/2010/main" val="29808519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logo slide_2">
    <p:bg>
      <p:bgPr>
        <a:solidFill>
          <a:srgbClr val="E6E6E6"/>
        </a:solidFill>
        <a:effectLst/>
      </p:bgPr>
    </p:bg>
    <p:spTree>
      <p:nvGrpSpPr>
        <p:cNvPr id="1" name=""/>
        <p:cNvGrpSpPr/>
        <p:nvPr/>
      </p:nvGrpSpPr>
      <p:grpSpPr>
        <a:xfrm>
          <a:off x="0" y="0"/>
          <a:ext cx="0" cy="0"/>
          <a:chOff x="0" y="0"/>
          <a:chExt cx="0" cy="0"/>
        </a:xfrm>
      </p:grpSpPr>
      <p:pic>
        <p:nvPicPr>
          <p:cNvPr id="7" name="Picture 6" descr="A picture containing meter&#10;&#10;Description automatically generated">
            <a:extLst>
              <a:ext uri="{FF2B5EF4-FFF2-40B4-BE49-F238E27FC236}">
                <a16:creationId xmlns:a16="http://schemas.microsoft.com/office/drawing/2014/main" id="{3657F403-5530-4721-9A70-6AAA056C5EAE}"/>
              </a:ext>
            </a:extLst>
          </p:cNvPr>
          <p:cNvPicPr>
            <a:picLocks noChangeAspect="1"/>
          </p:cNvPicPr>
          <p:nvPr userDrawn="1"/>
        </p:nvPicPr>
        <p:blipFill rotWithShape="1">
          <a:blip r:embed="rId2"/>
          <a:srcRect l="25163" t="-6474" r="8596" b="10240"/>
          <a:stretch/>
        </p:blipFill>
        <p:spPr>
          <a:xfrm>
            <a:off x="0" y="361014"/>
            <a:ext cx="12192000" cy="6496986"/>
          </a:xfrm>
          <a:prstGeom prst="rect">
            <a:avLst/>
          </a:prstGeom>
        </p:spPr>
      </p:pic>
      <p:pic>
        <p:nvPicPr>
          <p:cNvPr id="5" name="Picture 4">
            <a:extLst>
              <a:ext uri="{FF2B5EF4-FFF2-40B4-BE49-F238E27FC236}">
                <a16:creationId xmlns:a16="http://schemas.microsoft.com/office/drawing/2014/main" id="{D09DFFD1-BA11-46AD-ADEB-22CFF7148C44}"/>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93269967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logo slide_3">
    <p:bg>
      <p:bgPr>
        <a:solidFill>
          <a:srgbClr val="F2F2F2"/>
        </a:solidFill>
        <a:effectLst/>
      </p:bgPr>
    </p:bg>
    <p:spTree>
      <p:nvGrpSpPr>
        <p:cNvPr id="1" name=""/>
        <p:cNvGrpSpPr/>
        <p:nvPr/>
      </p:nvGrpSpPr>
      <p:grpSpPr>
        <a:xfrm>
          <a:off x="0" y="0"/>
          <a:ext cx="0" cy="0"/>
          <a:chOff x="0" y="0"/>
          <a:chExt cx="0" cy="0"/>
        </a:xfrm>
      </p:grpSpPr>
      <p:pic>
        <p:nvPicPr>
          <p:cNvPr id="10" name="Picture 9" descr="A picture containing meter&#10;&#10;Description automatically generated">
            <a:extLst>
              <a:ext uri="{FF2B5EF4-FFF2-40B4-BE49-F238E27FC236}">
                <a16:creationId xmlns:a16="http://schemas.microsoft.com/office/drawing/2014/main" id="{A97FDC0C-A1E0-42E3-A6E6-4DC516B1ECF5}"/>
              </a:ext>
            </a:extLst>
          </p:cNvPr>
          <p:cNvPicPr>
            <a:picLocks noChangeAspect="1"/>
          </p:cNvPicPr>
          <p:nvPr userDrawn="1"/>
        </p:nvPicPr>
        <p:blipFill rotWithShape="1">
          <a:blip r:embed="rId2"/>
          <a:srcRect l="25163" t="-6474" r="8596" b="10240"/>
          <a:stretch/>
        </p:blipFill>
        <p:spPr>
          <a:xfrm>
            <a:off x="533400" y="729314"/>
            <a:ext cx="12192000" cy="6496986"/>
          </a:xfrm>
          <a:prstGeom prst="rect">
            <a:avLst/>
          </a:prstGeom>
        </p:spPr>
      </p:pic>
      <p:pic>
        <p:nvPicPr>
          <p:cNvPr id="5" name="Picture 4" descr="A picture containing food, drawing, plate&#10;&#10;Description automatically generated">
            <a:extLst>
              <a:ext uri="{FF2B5EF4-FFF2-40B4-BE49-F238E27FC236}">
                <a16:creationId xmlns:a16="http://schemas.microsoft.com/office/drawing/2014/main" id="{793ABA5D-327F-422E-A0DB-8C1167D731A0}"/>
              </a:ext>
            </a:extLst>
          </p:cNvPr>
          <p:cNvPicPr>
            <a:picLocks noChangeAspect="1"/>
          </p:cNvPicPr>
          <p:nvPr userDrawn="1"/>
        </p:nvPicPr>
        <p:blipFill>
          <a:blip r:embed="rId3"/>
          <a:stretch>
            <a:fillRect/>
          </a:stretch>
        </p:blipFill>
        <p:spPr>
          <a:xfrm>
            <a:off x="587376" y="595948"/>
            <a:ext cx="2132954" cy="402336"/>
          </a:xfrm>
          <a:prstGeom prst="rect">
            <a:avLst/>
          </a:prstGeom>
        </p:spPr>
      </p:pic>
    </p:spTree>
    <p:extLst>
      <p:ext uri="{BB962C8B-B14F-4D97-AF65-F5344CB8AC3E}">
        <p14:creationId xmlns:p14="http://schemas.microsoft.com/office/powerpoint/2010/main" val="90983196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alkin 1">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80712E43-0ECA-47E9-BF15-501D117A36B8}"/>
              </a:ext>
            </a:extLst>
          </p:cNvPr>
          <p:cNvPicPr>
            <a:picLocks noChangeAspect="1"/>
          </p:cNvPicPr>
          <p:nvPr userDrawn="1"/>
        </p:nvPicPr>
        <p:blipFill rotWithShape="1">
          <a:blip r:embed="rId2"/>
          <a:srcRect l="52143" t="22177" r="2188" b="7791"/>
          <a:stretch/>
        </p:blipFill>
        <p:spPr>
          <a:xfrm>
            <a:off x="0" y="0"/>
            <a:ext cx="12192000" cy="6857999"/>
          </a:xfrm>
          <a:prstGeom prst="rect">
            <a:avLst/>
          </a:prstGeom>
        </p:spPr>
      </p:pic>
    </p:spTree>
    <p:extLst>
      <p:ext uri="{BB962C8B-B14F-4D97-AF65-F5344CB8AC3E}">
        <p14:creationId xmlns:p14="http://schemas.microsoft.com/office/powerpoint/2010/main" val="2148831830"/>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Walkin 2">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79C710C-6494-4906-B8FD-9067630E1E97}"/>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B71ECF19-0181-4391-B473-2CD7E4C66476}"/>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8" name="Picture 7">
            <a:extLst>
              <a:ext uri="{FF2B5EF4-FFF2-40B4-BE49-F238E27FC236}">
                <a16:creationId xmlns:a16="http://schemas.microsoft.com/office/drawing/2014/main" id="{C703E829-F7D2-4CD8-9BC7-B89E16376882}"/>
              </a:ext>
            </a:extLst>
          </p:cNvPr>
          <p:cNvPicPr>
            <a:picLocks noChangeAspect="1"/>
          </p:cNvPicPr>
          <p:nvPr userDrawn="1"/>
        </p:nvPicPr>
        <p:blipFill rotWithShape="1">
          <a:blip r:embed="rId2"/>
          <a:srcRect l="25667" r="8654" b="9964"/>
          <a:stretch/>
        </p:blipFill>
        <p:spPr>
          <a:xfrm>
            <a:off x="-1" y="727289"/>
            <a:ext cx="12192001" cy="6130711"/>
          </a:xfrm>
          <a:prstGeom prst="rect">
            <a:avLst/>
          </a:prstGeom>
        </p:spPr>
      </p:pic>
      <p:pic>
        <p:nvPicPr>
          <p:cNvPr id="7" name="Picture 6">
            <a:extLst>
              <a:ext uri="{FF2B5EF4-FFF2-40B4-BE49-F238E27FC236}">
                <a16:creationId xmlns:a16="http://schemas.microsoft.com/office/drawing/2014/main" id="{C0D3ED0C-7E34-4CCF-B7D1-D2832F24DFBB}"/>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17400446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alkin 3">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7AB98C-3D65-4B37-98D9-D5EA9098B772}"/>
              </a:ext>
            </a:extLst>
          </p:cNvPr>
          <p:cNvPicPr>
            <a:picLocks noChangeAspect="1"/>
          </p:cNvPicPr>
          <p:nvPr userDrawn="1"/>
        </p:nvPicPr>
        <p:blipFill>
          <a:blip r:embed="rId2"/>
          <a:srcRect/>
          <a:stretch/>
        </p:blipFill>
        <p:spPr>
          <a:xfrm>
            <a:off x="0" y="6017392"/>
            <a:ext cx="12192000" cy="257996"/>
          </a:xfrm>
          <a:prstGeom prst="rect">
            <a:avLst/>
          </a:prstGeom>
        </p:spPr>
      </p:pic>
      <p:sp>
        <p:nvSpPr>
          <p:cNvPr id="6" name="Title 1">
            <a:extLst>
              <a:ext uri="{FF2B5EF4-FFF2-40B4-BE49-F238E27FC236}">
                <a16:creationId xmlns:a16="http://schemas.microsoft.com/office/drawing/2014/main" id="{3DC0384E-A179-4EED-B4A2-DCEF411CCB5E}"/>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7" name="Text Placeholder 4">
            <a:extLst>
              <a:ext uri="{FF2B5EF4-FFF2-40B4-BE49-F238E27FC236}">
                <a16:creationId xmlns:a16="http://schemas.microsoft.com/office/drawing/2014/main" id="{633D10E2-7DAB-4B5C-B008-EEA4F5823B1B}"/>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8" name="Picture 7">
            <a:extLst>
              <a:ext uri="{FF2B5EF4-FFF2-40B4-BE49-F238E27FC236}">
                <a16:creationId xmlns:a16="http://schemas.microsoft.com/office/drawing/2014/main" id="{1F81F8FE-0592-4EF1-90D8-AB0581608721}"/>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323150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Walkin 4">
    <p:bg>
      <p:bgPr>
        <a:solidFill>
          <a:srgbClr val="2F2F2F"/>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79C710C-6494-4906-B8FD-9067630E1E97}"/>
              </a:ext>
            </a:extLst>
          </p:cNvPr>
          <p:cNvSpPr>
            <a:spLocks noGrp="1"/>
          </p:cNvSpPr>
          <p:nvPr>
            <p:ph type="title" hasCustomPrompt="1"/>
          </p:nvPr>
        </p:nvSpPr>
        <p:spPr>
          <a:xfrm>
            <a:off x="584200" y="2875002"/>
            <a:ext cx="6637867" cy="553998"/>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12" name="Text Placeholder 4">
            <a:extLst>
              <a:ext uri="{FF2B5EF4-FFF2-40B4-BE49-F238E27FC236}">
                <a16:creationId xmlns:a16="http://schemas.microsoft.com/office/drawing/2014/main" id="{B71ECF19-0181-4391-B473-2CD7E4C66476}"/>
              </a:ext>
            </a:extLst>
          </p:cNvPr>
          <p:cNvSpPr>
            <a:spLocks noGrp="1"/>
          </p:cNvSpPr>
          <p:nvPr>
            <p:ph type="body" sz="quarter" idx="12" hasCustomPrompt="1"/>
          </p:nvPr>
        </p:nvSpPr>
        <p:spPr>
          <a:xfrm>
            <a:off x="584200" y="3543143"/>
            <a:ext cx="6655646"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Picture 5">
            <a:extLst>
              <a:ext uri="{FF2B5EF4-FFF2-40B4-BE49-F238E27FC236}">
                <a16:creationId xmlns:a16="http://schemas.microsoft.com/office/drawing/2014/main" id="{4C57A6DD-C7DA-4490-9706-D789A8D72FF4}"/>
              </a:ext>
            </a:extLst>
          </p:cNvPr>
          <p:cNvPicPr>
            <a:picLocks noChangeAspect="1"/>
          </p:cNvPicPr>
          <p:nvPr userDrawn="1"/>
        </p:nvPicPr>
        <p:blipFill rotWithShape="1">
          <a:blip r:embed="rId2"/>
          <a:srcRect l="25667" r="8654" b="9964"/>
          <a:stretch/>
        </p:blipFill>
        <p:spPr>
          <a:xfrm>
            <a:off x="-1" y="727289"/>
            <a:ext cx="12192001" cy="6130711"/>
          </a:xfrm>
          <a:prstGeom prst="rect">
            <a:avLst/>
          </a:prstGeom>
        </p:spPr>
      </p:pic>
      <p:pic>
        <p:nvPicPr>
          <p:cNvPr id="7" name="Picture 6">
            <a:extLst>
              <a:ext uri="{FF2B5EF4-FFF2-40B4-BE49-F238E27FC236}">
                <a16:creationId xmlns:a16="http://schemas.microsoft.com/office/drawing/2014/main" id="{3951EA16-AD1D-4E1F-909F-1D5C16E47A7B}"/>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15670152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452811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le &amp; Non-bulleted text">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DF1801C5-48C1-4410-9802-372288452F7C}"/>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39984908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Title &amp; Non-bullete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pic>
        <p:nvPicPr>
          <p:cNvPr id="5" name="Picture 4">
            <a:extLst>
              <a:ext uri="{FF2B5EF4-FFF2-40B4-BE49-F238E27FC236}">
                <a16:creationId xmlns:a16="http://schemas.microsoft.com/office/drawing/2014/main" id="{6225435C-39E0-455B-B47A-B7A613681311}"/>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
        <p:nvSpPr>
          <p:cNvPr id="6" name="Rectangle 5">
            <a:extLst>
              <a:ext uri="{FF2B5EF4-FFF2-40B4-BE49-F238E27FC236}">
                <a16:creationId xmlns:a16="http://schemas.microsoft.com/office/drawing/2014/main" id="{47935B10-C9C6-4D31-9ADF-71FD9B8F569F}"/>
              </a:ext>
            </a:extLst>
          </p:cNvPr>
          <p:cNvSpPr/>
          <p:nvPr userDrawn="1"/>
        </p:nvSpPr>
        <p:spPr bwMode="auto">
          <a:xfrm>
            <a:off x="12192000" y="4307417"/>
            <a:ext cx="109538" cy="594783"/>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195EFA4C-C99E-470A-A53F-6ED184525E57}"/>
              </a:ext>
            </a:extLst>
          </p:cNvPr>
          <p:cNvSpPr/>
          <p:nvPr userDrawn="1"/>
        </p:nvSpPr>
        <p:spPr bwMode="auto">
          <a:xfrm>
            <a:off x="9116483" y="6858000"/>
            <a:ext cx="1023197" cy="345432"/>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Text Placeholder 3">
            <a:extLst>
              <a:ext uri="{FF2B5EF4-FFF2-40B4-BE49-F238E27FC236}">
                <a16:creationId xmlns:a16="http://schemas.microsoft.com/office/drawing/2014/main" id="{ED1B35D5-2535-4483-84C7-07873C0F3216}"/>
              </a:ext>
            </a:extLst>
          </p:cNvPr>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9470607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100937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774A587C-C2B6-4F83-A3B7-664CE50ED254}"/>
              </a:ext>
            </a:extLst>
          </p:cNvPr>
          <p:cNvPicPr>
            <a:picLocks noChangeAspect="1"/>
          </p:cNvPicPr>
          <p:nvPr userDrawn="1"/>
        </p:nvPicPr>
        <p:blipFill>
          <a:blip r:embed="rId2"/>
          <a:srcRect/>
          <a:stretch/>
        </p:blipFill>
        <p:spPr>
          <a:xfrm>
            <a:off x="0" y="6017392"/>
            <a:ext cx="12192000" cy="257996"/>
          </a:xfrm>
          <a:prstGeom prst="rect">
            <a:avLst/>
          </a:prstGeom>
        </p:spPr>
      </p:pic>
    </p:spTree>
    <p:extLst>
      <p:ext uri="{BB962C8B-B14F-4D97-AF65-F5344CB8AC3E}">
        <p14:creationId xmlns:p14="http://schemas.microsoft.com/office/powerpoint/2010/main" val="308750717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9AE91E89-EC0F-44C3-822D-7D4DD66B4E21}"/>
              </a:ext>
            </a:extLst>
          </p:cNvPr>
          <p:cNvPicPr>
            <a:picLocks noChangeAspect="1"/>
          </p:cNvPicPr>
          <p:nvPr userDrawn="1"/>
        </p:nvPicPr>
        <p:blipFill rotWithShape="1">
          <a:blip r:embed="rId2"/>
          <a:srcRect l="65068" r="3128" b="-2655"/>
          <a:stretch/>
        </p:blipFill>
        <p:spPr>
          <a:xfrm rot="19139065">
            <a:off x="8891709" y="5698742"/>
            <a:ext cx="3877558" cy="264844"/>
          </a:xfrm>
          <a:prstGeom prst="rect">
            <a:avLst/>
          </a:prstGeom>
        </p:spPr>
      </p:pic>
    </p:spTree>
    <p:extLst>
      <p:ext uri="{BB962C8B-B14F-4D97-AF65-F5344CB8AC3E}">
        <p14:creationId xmlns:p14="http://schemas.microsoft.com/office/powerpoint/2010/main" val="26822010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6077340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4350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with gri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01418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mall title - half page">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314814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 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95216336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20898150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quare Photo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dirty="0"/>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308382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5117A3-E69B-4D89-A69A-EF7381798FC8}"/>
              </a:ext>
            </a:extLst>
          </p:cNvPr>
          <p:cNvSpPr>
            <a:spLocks noGrp="1"/>
          </p:cNvSpPr>
          <p:nvPr>
            <p:ph type="title" hasCustomPrompt="1"/>
          </p:nvPr>
        </p:nvSpPr>
        <p:spPr>
          <a:xfrm>
            <a:off x="585216" y="2985450"/>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7" name="Text Placeholder 4">
            <a:extLst>
              <a:ext uri="{FF2B5EF4-FFF2-40B4-BE49-F238E27FC236}">
                <a16:creationId xmlns:a16="http://schemas.microsoft.com/office/drawing/2014/main" id="{1D7B5D50-6898-43D7-ABF7-5775BC3EA8E9}"/>
              </a:ext>
            </a:extLst>
          </p:cNvPr>
          <p:cNvSpPr>
            <a:spLocks noGrp="1"/>
          </p:cNvSpPr>
          <p:nvPr>
            <p:ph type="body" sz="quarter" idx="12" hasCustomPrompt="1"/>
          </p:nvPr>
        </p:nvSpPr>
        <p:spPr>
          <a:xfrm>
            <a:off x="599283" y="3605425"/>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n-lt"/>
              </a:defRPr>
            </a:lvl1pPr>
          </a:lstStyle>
          <a:p>
            <a:pPr lvl="0"/>
            <a:r>
              <a:rPr lang="en-US" dirty="0"/>
              <a:t>Speaker name</a:t>
            </a:r>
          </a:p>
        </p:txBody>
      </p:sp>
      <p:pic>
        <p:nvPicPr>
          <p:cNvPr id="5" name="Picture 4">
            <a:extLst>
              <a:ext uri="{FF2B5EF4-FFF2-40B4-BE49-F238E27FC236}">
                <a16:creationId xmlns:a16="http://schemas.microsoft.com/office/drawing/2014/main" id="{B6E0ACDA-E7A1-431F-9526-000B4B6A95DC}"/>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3688632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Video</a:t>
            </a:r>
          </a:p>
        </p:txBody>
      </p:sp>
      <p:pic>
        <p:nvPicPr>
          <p:cNvPr id="6" name="Picture 5">
            <a:extLst>
              <a:ext uri="{FF2B5EF4-FFF2-40B4-BE49-F238E27FC236}">
                <a16:creationId xmlns:a16="http://schemas.microsoft.com/office/drawing/2014/main" id="{877D5DB2-26CE-4B45-A18C-B19C1FC596CC}"/>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241712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67A5DDA8-A241-470C-8570-679C7EAC6F26}"/>
              </a:ext>
            </a:extLst>
          </p:cNvPr>
          <p:cNvPicPr>
            <a:picLocks noChangeAspect="1"/>
          </p:cNvPicPr>
          <p:nvPr userDrawn="1"/>
        </p:nvPicPr>
        <p:blipFill rotWithShape="1">
          <a:blip r:embed="rId2"/>
          <a:srcRect l="493" r="9553" b="6008"/>
          <a:stretch/>
        </p:blipFill>
        <p:spPr>
          <a:xfrm>
            <a:off x="-1" y="2184934"/>
            <a:ext cx="12192001" cy="4673066"/>
          </a:xfrm>
          <a:prstGeom prst="rect">
            <a:avLst/>
          </a:prstGeom>
        </p:spPr>
      </p:pic>
    </p:spTree>
    <p:extLst>
      <p:ext uri="{BB962C8B-B14F-4D97-AF65-F5344CB8AC3E}">
        <p14:creationId xmlns:p14="http://schemas.microsoft.com/office/powerpoint/2010/main" val="271657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mo slide_2">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07A9781-335A-4D50-9C58-D8971A7B2AE2}"/>
              </a:ext>
            </a:extLst>
          </p:cNvPr>
          <p:cNvSpPr>
            <a:spLocks noGrp="1"/>
          </p:cNvSpPr>
          <p:nvPr>
            <p:ph type="title" hasCustomPrompt="1"/>
          </p:nvPr>
        </p:nvSpPr>
        <p:spPr>
          <a:xfrm>
            <a:off x="585216" y="2533527"/>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1A1A1A"/>
                </a:solidFill>
                <a:effectLst/>
                <a:latin typeface="+mj-lt"/>
                <a:ea typeface="+mn-ea"/>
                <a:cs typeface="Segoe UI" pitchFamily="34" charset="0"/>
              </a:defRPr>
            </a:lvl1pPr>
          </a:lstStyle>
          <a:p>
            <a:r>
              <a:rPr lang="en-US" dirty="0"/>
              <a:t>Demo title</a:t>
            </a:r>
          </a:p>
        </p:txBody>
      </p:sp>
      <p:sp>
        <p:nvSpPr>
          <p:cNvPr id="8" name="Text Placeholder 4">
            <a:extLst>
              <a:ext uri="{FF2B5EF4-FFF2-40B4-BE49-F238E27FC236}">
                <a16:creationId xmlns:a16="http://schemas.microsoft.com/office/drawing/2014/main" id="{F17C6D5B-3F62-494F-A40D-0D2FB4FFC7D8}"/>
              </a:ext>
            </a:extLst>
          </p:cNvPr>
          <p:cNvSpPr>
            <a:spLocks noGrp="1"/>
          </p:cNvSpPr>
          <p:nvPr>
            <p:ph type="body" sz="quarter" idx="12" hasCustomPrompt="1"/>
          </p:nvPr>
        </p:nvSpPr>
        <p:spPr>
          <a:xfrm>
            <a:off x="585216" y="3153502"/>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rgbClr val="1A1A1A"/>
                </a:solidFill>
                <a:latin typeface="+mn-lt"/>
              </a:defRPr>
            </a:lvl1pPr>
          </a:lstStyle>
          <a:p>
            <a:pPr lvl="0"/>
            <a:r>
              <a:rPr lang="en-US" dirty="0"/>
              <a:t>Speaker name</a:t>
            </a:r>
          </a:p>
        </p:txBody>
      </p:sp>
      <p:pic>
        <p:nvPicPr>
          <p:cNvPr id="6" name="Picture 5">
            <a:extLst>
              <a:ext uri="{FF2B5EF4-FFF2-40B4-BE49-F238E27FC236}">
                <a16:creationId xmlns:a16="http://schemas.microsoft.com/office/drawing/2014/main" id="{4BA15FF0-CAC2-4CEA-97C4-2776059C9702}"/>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3329055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ideo slid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Video</a:t>
            </a:r>
          </a:p>
        </p:txBody>
      </p:sp>
      <p:pic>
        <p:nvPicPr>
          <p:cNvPr id="4" name="Picture 3">
            <a:extLst>
              <a:ext uri="{FF2B5EF4-FFF2-40B4-BE49-F238E27FC236}">
                <a16:creationId xmlns:a16="http://schemas.microsoft.com/office/drawing/2014/main" id="{0770E11A-F8D5-46DE-9768-63FFE5D3BDB9}"/>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35995596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Title_2">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dirty="0"/>
              <a:t>Section title</a:t>
            </a:r>
          </a:p>
        </p:txBody>
      </p:sp>
      <p:pic>
        <p:nvPicPr>
          <p:cNvPr id="5" name="Picture 4">
            <a:extLst>
              <a:ext uri="{FF2B5EF4-FFF2-40B4-BE49-F238E27FC236}">
                <a16:creationId xmlns:a16="http://schemas.microsoft.com/office/drawing/2014/main" id="{1B9F52BA-3A32-48A9-ACBB-89D738320FF7}"/>
              </a:ext>
            </a:extLst>
          </p:cNvPr>
          <p:cNvPicPr>
            <a:picLocks noChangeAspect="1"/>
          </p:cNvPicPr>
          <p:nvPr userDrawn="1"/>
        </p:nvPicPr>
        <p:blipFill rotWithShape="1">
          <a:blip r:embed="rId2">
            <a:alphaModFix/>
          </a:blip>
          <a:srcRect l="28" t="-2689" r="9556" b="6157"/>
          <a:stretch/>
        </p:blipFill>
        <p:spPr>
          <a:xfrm>
            <a:off x="0" y="2083350"/>
            <a:ext cx="12192000" cy="4774650"/>
          </a:xfrm>
          <a:prstGeom prst="rect">
            <a:avLst/>
          </a:prstGeom>
        </p:spPr>
      </p:pic>
    </p:spTree>
    <p:extLst>
      <p:ext uri="{BB962C8B-B14F-4D97-AF65-F5344CB8AC3E}">
        <p14:creationId xmlns:p14="http://schemas.microsoft.com/office/powerpoint/2010/main" val="11909955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209340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6801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1256262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833038121"/>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CD82180-99F3-4415-BE28-BC19A4BB2625}"/>
              </a:ext>
            </a:extLst>
          </p:cNvPr>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Click to add copy</a:t>
            </a:r>
          </a:p>
        </p:txBody>
      </p:sp>
      <p:pic>
        <p:nvPicPr>
          <p:cNvPr id="5" name="Picture 4" descr="A close up of a logo&#10;&#10;Description automatically generated">
            <a:extLst>
              <a:ext uri="{FF2B5EF4-FFF2-40B4-BE49-F238E27FC236}">
                <a16:creationId xmlns:a16="http://schemas.microsoft.com/office/drawing/2014/main" id="{1E6BB193-C413-474A-B507-F1AFD01D9B83}"/>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spTree>
    <p:extLst>
      <p:ext uri="{BB962C8B-B14F-4D97-AF65-F5344CB8AC3E}">
        <p14:creationId xmlns:p14="http://schemas.microsoft.com/office/powerpoint/2010/main" val="261030094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Closing logo slide">
    <p:bg>
      <p:bgPr>
        <a:solidFill>
          <a:schemeClr val="bg1"/>
        </a:solidFill>
        <a:effectLst/>
      </p:bgPr>
    </p:bg>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8330E47B-22FD-4E91-BA8B-26D94063CD57}"/>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6" name="Picture 5">
            <a:extLst>
              <a:ext uri="{FF2B5EF4-FFF2-40B4-BE49-F238E27FC236}">
                <a16:creationId xmlns:a16="http://schemas.microsoft.com/office/drawing/2014/main" id="{7BF58369-3B4B-410C-9C20-C22E41CBE54D}"/>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26436197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Closing logo slide">
    <p:bg>
      <p:bgPr>
        <a:solidFill>
          <a:schemeClr val="bg2"/>
        </a:solidFill>
        <a:effectLst/>
      </p:bgPr>
    </p:bg>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337691AB-BE94-4B7B-8AA2-FA6630F3886A}"/>
              </a:ext>
            </a:extLst>
          </p:cNvPr>
          <p:cNvPicPr>
            <a:picLocks noChangeAspect="1"/>
          </p:cNvPicPr>
          <p:nvPr userDrawn="1"/>
        </p:nvPicPr>
        <p:blipFill rotWithShape="1">
          <a:blip r:embed="rId2"/>
          <a:srcRect l="25754" t="-137" r="8703" b="10286"/>
          <a:stretch/>
        </p:blipFill>
        <p:spPr>
          <a:xfrm>
            <a:off x="0" y="727289"/>
            <a:ext cx="12192000" cy="6130711"/>
          </a:xfrm>
          <a:prstGeom prst="rect">
            <a:avLst/>
          </a:prstGeom>
        </p:spPr>
      </p:pic>
      <p:pic>
        <p:nvPicPr>
          <p:cNvPr id="6" name="Picture 5">
            <a:extLst>
              <a:ext uri="{FF2B5EF4-FFF2-40B4-BE49-F238E27FC236}">
                <a16:creationId xmlns:a16="http://schemas.microsoft.com/office/drawing/2014/main" id="{D74B51E3-0317-46DE-8BB0-E934990B46F7}"/>
              </a:ext>
            </a:extLst>
          </p:cNvPr>
          <p:cNvPicPr>
            <a:picLocks noChangeAspect="1"/>
          </p:cNvPicPr>
          <p:nvPr userDrawn="1"/>
        </p:nvPicPr>
        <p:blipFill>
          <a:blip r:embed="rId3"/>
          <a:srcRect/>
          <a:stretch/>
        </p:blipFill>
        <p:spPr>
          <a:xfrm>
            <a:off x="587376" y="595948"/>
            <a:ext cx="2132954" cy="402335"/>
          </a:xfrm>
          <a:prstGeom prst="rect">
            <a:avLst/>
          </a:prstGeom>
        </p:spPr>
      </p:pic>
    </p:spTree>
    <p:extLst>
      <p:ext uri="{BB962C8B-B14F-4D97-AF65-F5344CB8AC3E}">
        <p14:creationId xmlns:p14="http://schemas.microsoft.com/office/powerpoint/2010/main" val="3182134367"/>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image" Target="../media/image1.emf"/><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theme" Target="../theme/theme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EC85B358-AF2D-491C-A3BA-0465D8177799}"/>
              </a:ext>
              <a:ext uri="{C183D7F6-B498-43B3-948B-1728B52AA6E4}">
                <adec:decorative xmlns:adec="http://schemas.microsoft.com/office/drawing/2017/decorative" val="0"/>
              </a:ext>
            </a:extLst>
          </p:cNvPr>
          <p:cNvPicPr>
            <a:picLocks noChangeAspect="1"/>
          </p:cNvPicPr>
          <p:nvPr userDrawn="1"/>
        </p:nvPicPr>
        <p:blipFill rotWithShape="1">
          <a:blip r:embed="rId34"/>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779" r:id="rId1"/>
    <p:sldLayoutId id="2147484766" r:id="rId2"/>
    <p:sldLayoutId id="2147484786" r:id="rId3"/>
    <p:sldLayoutId id="2147484781" r:id="rId4"/>
    <p:sldLayoutId id="2147484782" r:id="rId5"/>
    <p:sldLayoutId id="2147484762" r:id="rId6"/>
    <p:sldLayoutId id="2147484240" r:id="rId7"/>
    <p:sldLayoutId id="2147484793" r:id="rId8"/>
    <p:sldLayoutId id="2147484788" r:id="rId9"/>
    <p:sldLayoutId id="2147484241" r:id="rId10"/>
    <p:sldLayoutId id="2147484789" r:id="rId11"/>
    <p:sldLayoutId id="2147484474" r:id="rId12"/>
    <p:sldLayoutId id="2147484245" r:id="rId13"/>
    <p:sldLayoutId id="2147484247" r:id="rId14"/>
    <p:sldLayoutId id="2147484639" r:id="rId15"/>
    <p:sldLayoutId id="2147484603" r:id="rId16"/>
    <p:sldLayoutId id="2147484700" r:id="rId17"/>
    <p:sldLayoutId id="2147484701" r:id="rId18"/>
    <p:sldLayoutId id="2147484702" r:id="rId19"/>
    <p:sldLayoutId id="2147484640" r:id="rId20"/>
    <p:sldLayoutId id="2147484641" r:id="rId21"/>
    <p:sldLayoutId id="2147484583" r:id="rId22"/>
    <p:sldLayoutId id="2147484249" r:id="rId23"/>
    <p:sldLayoutId id="2147484582" r:id="rId24"/>
    <p:sldLayoutId id="2147484584" r:id="rId25"/>
    <p:sldLayoutId id="2147484256" r:id="rId26"/>
    <p:sldLayoutId id="2147484257" r:id="rId27"/>
    <p:sldLayoutId id="2147484585" r:id="rId28"/>
    <p:sldLayoutId id="2147484760" r:id="rId29"/>
    <p:sldLayoutId id="2147484783" r:id="rId30"/>
    <p:sldLayoutId id="2147484761" r:id="rId31"/>
    <p:sldLayoutId id="2147484263" r:id="rId3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AA8BCD47-4247-4ABA-A99B-DEE7D4A0B47E}"/>
              </a:ext>
              <a:ext uri="{C183D7F6-B498-43B3-948B-1728B52AA6E4}">
                <adec:decorative xmlns:adec="http://schemas.microsoft.com/office/drawing/2017/decorative" val="0"/>
              </a:ext>
            </a:extLst>
          </p:cNvPr>
          <p:cNvPicPr>
            <a:picLocks noChangeAspect="1"/>
          </p:cNvPicPr>
          <p:nvPr userDrawn="1"/>
        </p:nvPicPr>
        <p:blipFill rotWithShape="1">
          <a:blip r:embed="rId32"/>
          <a:srcRect l="762"/>
          <a:stretch/>
        </p:blipFill>
        <p:spPr>
          <a:xfrm rot="5400000">
            <a:off x="9455831" y="2843773"/>
            <a:ext cx="6858000" cy="1170455"/>
          </a:xfrm>
          <a:prstGeom prst="rect">
            <a:avLst/>
          </a:prstGeom>
        </p:spPr>
      </p:pic>
    </p:spTree>
    <p:extLst>
      <p:ext uri="{BB962C8B-B14F-4D97-AF65-F5344CB8AC3E}">
        <p14:creationId xmlns:p14="http://schemas.microsoft.com/office/powerpoint/2010/main" val="2789957686"/>
      </p:ext>
    </p:extLst>
  </p:cSld>
  <p:clrMap bg1="dk1" tx1="lt1" bg2="dk2" tx2="lt2" accent1="accent1" accent2="accent2" accent3="accent3" accent4="accent4" accent5="accent5" accent6="accent6" hlink="hlink" folHlink="folHlink"/>
  <p:sldLayoutIdLst>
    <p:sldLayoutId id="2147484780" r:id="rId1"/>
    <p:sldLayoutId id="2147484771" r:id="rId2"/>
    <p:sldLayoutId id="2147484787" r:id="rId3"/>
    <p:sldLayoutId id="2147484784" r:id="rId4"/>
    <p:sldLayoutId id="2147484650" r:id="rId5"/>
    <p:sldLayoutId id="2147484790" r:id="rId6"/>
    <p:sldLayoutId id="2147484651" r:id="rId7"/>
    <p:sldLayoutId id="2147484791" r:id="rId8"/>
    <p:sldLayoutId id="2147484795" r:id="rId9"/>
    <p:sldLayoutId id="2147484794" r:id="rId10"/>
    <p:sldLayoutId id="2147484652" r:id="rId11"/>
    <p:sldLayoutId id="2147484653" r:id="rId12"/>
    <p:sldLayoutId id="2147484655" r:id="rId13"/>
    <p:sldLayoutId id="2147484656" r:id="rId14"/>
    <p:sldLayoutId id="2147484738" r:id="rId15"/>
    <p:sldLayoutId id="2147484739" r:id="rId16"/>
    <p:sldLayoutId id="2147484740" r:id="rId17"/>
    <p:sldLayoutId id="2147484661" r:id="rId18"/>
    <p:sldLayoutId id="2147484663" r:id="rId19"/>
    <p:sldLayoutId id="2147484665" r:id="rId20"/>
    <p:sldLayoutId id="2147484774" r:id="rId21"/>
    <p:sldLayoutId id="2147484775" r:id="rId22"/>
    <p:sldLayoutId id="2147484776" r:id="rId23"/>
    <p:sldLayoutId id="2147484666" r:id="rId24"/>
    <p:sldLayoutId id="2147484667" r:id="rId25"/>
    <p:sldLayoutId id="2147484668" r:id="rId26"/>
    <p:sldLayoutId id="2147484670" r:id="rId27"/>
    <p:sldLayoutId id="2147484773" r:id="rId28"/>
    <p:sldLayoutId id="2147484792" r:id="rId29"/>
    <p:sldLayoutId id="2147484785" r:id="rId30"/>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88"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13.jp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14.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12.png"/><Relationship Id="rId4" Type="http://schemas.openxmlformats.org/officeDocument/2006/relationships/image" Target="../media/image15.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6">
            <a:extLst>
              <a:ext uri="{FF2B5EF4-FFF2-40B4-BE49-F238E27FC236}">
                <a16:creationId xmlns:a16="http://schemas.microsoft.com/office/drawing/2014/main" id="{D5C8DBCD-E250-744A-5B5D-DCBF5B833176}"/>
              </a:ext>
            </a:extLst>
          </p:cNvPr>
          <p:cNvSpPr txBox="1">
            <a:spLocks/>
          </p:cNvSpPr>
          <p:nvPr/>
        </p:nvSpPr>
        <p:spPr>
          <a:xfrm>
            <a:off x="409139" y="298680"/>
            <a:ext cx="11018520"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F0"/>
                </a:solidFill>
                <a:effectLst/>
                <a:latin typeface="Segoe UI" panose="020B0502040204020203" pitchFamily="34" charset="0"/>
              </a:rPr>
              <a:t>Introduction Responsive Web Design</a:t>
            </a:r>
            <a:r>
              <a:rPr lang="en-US" b="0" i="0" dirty="0">
                <a:solidFill>
                  <a:srgbClr val="92D050"/>
                </a:solidFill>
                <a:effectLst/>
                <a:latin typeface="Segoe UI" panose="020B0502040204020203" pitchFamily="34" charset="0"/>
              </a:rPr>
              <a:t>?</a:t>
            </a:r>
          </a:p>
        </p:txBody>
      </p:sp>
      <p:pic>
        <p:nvPicPr>
          <p:cNvPr id="16" name="Picture 15">
            <a:extLst>
              <a:ext uri="{FF2B5EF4-FFF2-40B4-BE49-F238E27FC236}">
                <a16:creationId xmlns:a16="http://schemas.microsoft.com/office/drawing/2014/main" id="{41C9A300-857D-8FA4-6E0A-35E562BE486A}"/>
              </a:ext>
            </a:extLst>
          </p:cNvPr>
          <p:cNvPicPr>
            <a:picLocks noChangeAspect="1"/>
          </p:cNvPicPr>
          <p:nvPr/>
        </p:nvPicPr>
        <p:blipFill>
          <a:blip r:embed="rId3"/>
          <a:srcRect/>
          <a:stretch/>
        </p:blipFill>
        <p:spPr>
          <a:xfrm>
            <a:off x="602974" y="1216363"/>
            <a:ext cx="6712226" cy="5071461"/>
          </a:xfrm>
          <a:prstGeom prst="rect">
            <a:avLst/>
          </a:prstGeom>
        </p:spPr>
      </p:pic>
      <p:sp>
        <p:nvSpPr>
          <p:cNvPr id="8" name="Title 16">
            <a:extLst>
              <a:ext uri="{FF2B5EF4-FFF2-40B4-BE49-F238E27FC236}">
                <a16:creationId xmlns:a16="http://schemas.microsoft.com/office/drawing/2014/main" id="{45D0F0F5-AC9E-9B15-049A-56B4791D822C}"/>
              </a:ext>
            </a:extLst>
          </p:cNvPr>
          <p:cNvSpPr>
            <a:spLocks noGrp="1"/>
          </p:cNvSpPr>
          <p:nvPr>
            <p:ph type="title"/>
          </p:nvPr>
        </p:nvSpPr>
        <p:spPr>
          <a:xfrm>
            <a:off x="7629004" y="1333796"/>
            <a:ext cx="4361714" cy="553998"/>
          </a:xfrm>
        </p:spPr>
        <p:txBody>
          <a:bodyPr/>
          <a:lstStyle/>
          <a:p>
            <a:pPr algn="l"/>
            <a:r>
              <a:rPr lang="en-US" b="1" dirty="0">
                <a:solidFill>
                  <a:srgbClr val="FFC000"/>
                </a:solidFill>
                <a:latin typeface="Segoe UI" panose="020B0502040204020203" pitchFamily="34" charset="0"/>
              </a:rPr>
              <a:t>By: Brian Kemboi</a:t>
            </a:r>
            <a:endParaRPr lang="en-US" b="1" i="0" dirty="0">
              <a:solidFill>
                <a:srgbClr val="FFC000"/>
              </a:solidFill>
              <a:effectLst/>
              <a:latin typeface="Segoe UI" panose="020B0502040204020203" pitchFamily="34" charset="0"/>
            </a:endParaRPr>
          </a:p>
        </p:txBody>
      </p:sp>
      <p:pic>
        <p:nvPicPr>
          <p:cNvPr id="1026" name="Picture 2">
            <a:extLst>
              <a:ext uri="{FF2B5EF4-FFF2-40B4-BE49-F238E27FC236}">
                <a16:creationId xmlns:a16="http://schemas.microsoft.com/office/drawing/2014/main" id="{56E2E644-1684-3E49-B6DE-0ED538B192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9764" y="5454615"/>
            <a:ext cx="3932928" cy="9130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person with a beard and mustache&#10;&#10;AI-generated content may be incorrect.">
            <a:extLst>
              <a:ext uri="{FF2B5EF4-FFF2-40B4-BE49-F238E27FC236}">
                <a16:creationId xmlns:a16="http://schemas.microsoft.com/office/drawing/2014/main" id="{513C3D17-9D93-A57B-9632-793C019F2A5E}"/>
              </a:ext>
            </a:extLst>
          </p:cNvPr>
          <p:cNvPicPr>
            <a:picLocks noChangeAspect="1"/>
          </p:cNvPicPr>
          <p:nvPr/>
        </p:nvPicPr>
        <p:blipFill>
          <a:blip r:embed="rId5"/>
          <a:stretch>
            <a:fillRect/>
          </a:stretch>
        </p:blipFill>
        <p:spPr>
          <a:xfrm>
            <a:off x="8231037" y="2161636"/>
            <a:ext cx="2534728" cy="2534728"/>
          </a:xfrm>
          <a:prstGeom prst="rect">
            <a:avLst/>
          </a:prstGeom>
        </p:spPr>
      </p:pic>
    </p:spTree>
    <p:extLst>
      <p:ext uri="{BB962C8B-B14F-4D97-AF65-F5344CB8AC3E}">
        <p14:creationId xmlns:p14="http://schemas.microsoft.com/office/powerpoint/2010/main" val="179370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gn="l"/>
            <a:r>
              <a:rPr lang="en-US" dirty="0">
                <a:solidFill>
                  <a:srgbClr val="000000"/>
                </a:solidFill>
                <a:latin typeface="Segoe UI" panose="020B0502040204020203" pitchFamily="34" charset="0"/>
              </a:rPr>
              <a:t>Grid</a:t>
            </a:r>
            <a:endParaRPr lang="en-US" b="0" i="0" dirty="0">
              <a:solidFill>
                <a:srgbClr val="000000"/>
              </a:solidFill>
              <a:effectLst/>
              <a:latin typeface="Segoe UI" panose="020B0502040204020203" pitchFamily="34" charset="0"/>
            </a:endParaRPr>
          </a:p>
        </p:txBody>
      </p:sp>
      <p:sp>
        <p:nvSpPr>
          <p:cNvPr id="7" name="Title 16">
            <a:extLst>
              <a:ext uri="{FF2B5EF4-FFF2-40B4-BE49-F238E27FC236}">
                <a16:creationId xmlns:a16="http://schemas.microsoft.com/office/drawing/2014/main" id="{D5C8DBCD-E250-744A-5B5D-DCBF5B833176}"/>
              </a:ext>
            </a:extLst>
          </p:cNvPr>
          <p:cNvSpPr txBox="1">
            <a:spLocks/>
          </p:cNvSpPr>
          <p:nvPr/>
        </p:nvSpPr>
        <p:spPr>
          <a:xfrm>
            <a:off x="534974" y="1280192"/>
            <a:ext cx="11018520"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F0"/>
                </a:solidFill>
                <a:effectLst/>
                <a:latin typeface="Segoe UI" panose="020B0502040204020203" pitchFamily="34" charset="0"/>
              </a:rPr>
              <a:t>What is </a:t>
            </a:r>
            <a:r>
              <a:rPr lang="en-US" dirty="0">
                <a:solidFill>
                  <a:srgbClr val="00B0F0"/>
                </a:solidFill>
                <a:latin typeface="Segoe UI" panose="020B0502040204020203" pitchFamily="34" charset="0"/>
              </a:rPr>
              <a:t>Responsive Web Design </a:t>
            </a:r>
            <a:r>
              <a:rPr lang="en-US" b="0" i="0" dirty="0">
                <a:solidFill>
                  <a:srgbClr val="92D050"/>
                </a:solidFill>
                <a:effectLst/>
                <a:latin typeface="Segoe UI" panose="020B0502040204020203" pitchFamily="34" charset="0"/>
              </a:rPr>
              <a:t>?</a:t>
            </a:r>
          </a:p>
        </p:txBody>
      </p:sp>
      <p:sp>
        <p:nvSpPr>
          <p:cNvPr id="14" name="Text Placeholder 5">
            <a:extLst>
              <a:ext uri="{FF2B5EF4-FFF2-40B4-BE49-F238E27FC236}">
                <a16:creationId xmlns:a16="http://schemas.microsoft.com/office/drawing/2014/main" id="{7E3DF4CE-9901-536C-74DE-76BE8CE54ADC}"/>
              </a:ext>
            </a:extLst>
          </p:cNvPr>
          <p:cNvSpPr>
            <a:spLocks noGrp="1"/>
          </p:cNvSpPr>
          <p:nvPr>
            <p:ph type="body" sz="quarter" idx="10"/>
          </p:nvPr>
        </p:nvSpPr>
        <p:spPr>
          <a:xfrm>
            <a:off x="534974" y="2210453"/>
            <a:ext cx="11018520" cy="2930033"/>
          </a:xfrm>
        </p:spPr>
        <p:txBody>
          <a:bodyPr/>
          <a:lstStyle/>
          <a:p>
            <a:pPr algn="l">
              <a:buFont typeface="Arial" panose="020B0604020202020204" pitchFamily="34" charset="0"/>
              <a:buChar char="•"/>
            </a:pPr>
            <a:r>
              <a:rPr lang="en-US" b="0" i="0" dirty="0">
                <a:solidFill>
                  <a:srgbClr val="000000"/>
                </a:solidFill>
                <a:effectLst/>
                <a:latin typeface="Verdana" panose="020B0604030504040204" pitchFamily="34" charset="0"/>
              </a:rPr>
              <a:t>Responsive web design makes your web page look good on all devices.</a:t>
            </a:r>
          </a:p>
          <a:p>
            <a:pPr algn="l">
              <a:buFont typeface="Arial" panose="020B0604020202020204" pitchFamily="34" charset="0"/>
              <a:buChar char="•"/>
            </a:pPr>
            <a:endParaRPr lang="en-US" b="0" i="0" dirty="0">
              <a:solidFill>
                <a:srgbClr val="000000"/>
              </a:solidFill>
              <a:effectLst/>
              <a:latin typeface="Verdana" panose="020B0604030504040204" pitchFamily="34" charset="0"/>
            </a:endParaRPr>
          </a:p>
          <a:p>
            <a:pPr algn="l">
              <a:buFont typeface="Arial" panose="020B0604020202020204" pitchFamily="34" charset="0"/>
              <a:buChar char="•"/>
            </a:pPr>
            <a:r>
              <a:rPr lang="en-US" b="0" i="0" dirty="0">
                <a:solidFill>
                  <a:srgbClr val="000000"/>
                </a:solidFill>
                <a:effectLst/>
                <a:latin typeface="Verdana" panose="020B0604030504040204" pitchFamily="34" charset="0"/>
              </a:rPr>
              <a:t>Responsive web design uses only HTML and CSS.</a:t>
            </a:r>
          </a:p>
          <a:p>
            <a:pPr algn="l">
              <a:buFont typeface="Arial" panose="020B0604020202020204" pitchFamily="34" charset="0"/>
              <a:buChar char="•"/>
            </a:pPr>
            <a:endParaRPr lang="en-US" b="0" i="0" dirty="0">
              <a:solidFill>
                <a:srgbClr val="000000"/>
              </a:solidFill>
              <a:effectLst/>
              <a:latin typeface="Verdana" panose="020B0604030504040204" pitchFamily="34" charset="0"/>
            </a:endParaRPr>
          </a:p>
          <a:p>
            <a:pPr algn="l">
              <a:buFont typeface="Arial" panose="020B0604020202020204" pitchFamily="34" charset="0"/>
              <a:buChar char="•"/>
            </a:pPr>
            <a:r>
              <a:rPr lang="en-US" b="0" i="0" dirty="0">
                <a:solidFill>
                  <a:srgbClr val="000000"/>
                </a:solidFill>
                <a:effectLst/>
                <a:latin typeface="Verdana" panose="020B0604030504040204" pitchFamily="34" charset="0"/>
              </a:rPr>
              <a:t>Responsive web design is not a program or a JavaScript.</a:t>
            </a:r>
          </a:p>
        </p:txBody>
      </p:sp>
      <p:pic>
        <p:nvPicPr>
          <p:cNvPr id="4" name="Picture 3" descr="A picture containing text, electronics, screenshot&#10;&#10;Description automatically generated">
            <a:extLst>
              <a:ext uri="{FF2B5EF4-FFF2-40B4-BE49-F238E27FC236}">
                <a16:creationId xmlns:a16="http://schemas.microsoft.com/office/drawing/2014/main" id="{903B6789-E42A-9F4F-4B5F-403C5BDB2D8A}"/>
              </a:ext>
            </a:extLst>
          </p:cNvPr>
          <p:cNvPicPr>
            <a:picLocks noChangeAspect="1"/>
          </p:cNvPicPr>
          <p:nvPr/>
        </p:nvPicPr>
        <p:blipFill>
          <a:blip r:embed="rId3"/>
          <a:stretch>
            <a:fillRect/>
          </a:stretch>
        </p:blipFill>
        <p:spPr>
          <a:xfrm>
            <a:off x="10916597" y="0"/>
            <a:ext cx="1275403" cy="1011198"/>
          </a:xfrm>
          <a:prstGeom prst="rect">
            <a:avLst/>
          </a:prstGeom>
        </p:spPr>
      </p:pic>
      <p:pic>
        <p:nvPicPr>
          <p:cNvPr id="2" name="Picture 2">
            <a:extLst>
              <a:ext uri="{FF2B5EF4-FFF2-40B4-BE49-F238E27FC236}">
                <a16:creationId xmlns:a16="http://schemas.microsoft.com/office/drawing/2014/main" id="{018D2E2C-5E80-62DD-CDC3-C9EADE5297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1711" y="6145254"/>
            <a:ext cx="3070289" cy="7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74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9755" y="0"/>
            <a:ext cx="9630338" cy="626301"/>
          </a:xfrm>
        </p:spPr>
        <p:txBody>
          <a:bodyPr/>
          <a:lstStyle/>
          <a:p>
            <a:pPr algn="l"/>
            <a:r>
              <a:rPr lang="en-US" dirty="0">
                <a:solidFill>
                  <a:srgbClr val="92D050"/>
                </a:solidFill>
                <a:latin typeface="Segoe UI" panose="020B0502040204020203" pitchFamily="34" charset="0"/>
              </a:rPr>
              <a:t>Designing For The Best Experience For All Users</a:t>
            </a:r>
            <a:endParaRPr lang="en-US" b="0" i="0" dirty="0">
              <a:solidFill>
                <a:srgbClr val="92D050"/>
              </a:solidFill>
              <a:effectLst/>
              <a:latin typeface="Segoe UI" panose="020B0502040204020203" pitchFamily="34" charset="0"/>
            </a:endParaRPr>
          </a:p>
        </p:txBody>
      </p:sp>
      <p:sp>
        <p:nvSpPr>
          <p:cNvPr id="2" name="Text Placeholder 5">
            <a:extLst>
              <a:ext uri="{FF2B5EF4-FFF2-40B4-BE49-F238E27FC236}">
                <a16:creationId xmlns:a16="http://schemas.microsoft.com/office/drawing/2014/main" id="{04FC23E7-73AA-D3B8-141E-B4401F8546E8}"/>
              </a:ext>
            </a:extLst>
          </p:cNvPr>
          <p:cNvSpPr>
            <a:spLocks noGrp="1"/>
          </p:cNvSpPr>
          <p:nvPr>
            <p:ph type="body" sz="quarter" idx="10"/>
          </p:nvPr>
        </p:nvSpPr>
        <p:spPr>
          <a:xfrm>
            <a:off x="447292" y="1045532"/>
            <a:ext cx="11018520" cy="1154162"/>
          </a:xfrm>
        </p:spPr>
        <p:txBody>
          <a:bodyPr/>
          <a:lstStyle/>
          <a:p>
            <a:pPr algn="l">
              <a:buFont typeface="Arial" panose="020B0604020202020204" pitchFamily="34" charset="0"/>
              <a:buChar char="•"/>
            </a:pPr>
            <a:r>
              <a:rPr lang="en-US" sz="2500" b="0" i="0" dirty="0">
                <a:solidFill>
                  <a:srgbClr val="000000"/>
                </a:solidFill>
                <a:effectLst/>
                <a:latin typeface="Verdana" panose="020B0604030504040204" pitchFamily="34" charset="0"/>
              </a:rPr>
              <a:t>Web pages can be viewed using many different devices: desktops, tablets, and phones. Your web page should look good, and be easy to use, regardless of the device.</a:t>
            </a:r>
          </a:p>
        </p:txBody>
      </p:sp>
      <p:pic>
        <p:nvPicPr>
          <p:cNvPr id="1026" name="Picture 2">
            <a:extLst>
              <a:ext uri="{FF2B5EF4-FFF2-40B4-BE49-F238E27FC236}">
                <a16:creationId xmlns:a16="http://schemas.microsoft.com/office/drawing/2014/main" id="{7F660F4B-1F36-D690-0291-3C820C14B7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557" y="2373214"/>
            <a:ext cx="5237443" cy="34392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7FBB645-E1E6-65A2-1B73-DF99D4C29B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5965" y="2373214"/>
            <a:ext cx="2094977" cy="307263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252E35D-725F-A354-F993-2CC08EA9923A}"/>
              </a:ext>
            </a:extLst>
          </p:cNvPr>
          <p:cNvPicPr>
            <a:picLocks noChangeAspect="1"/>
          </p:cNvPicPr>
          <p:nvPr/>
        </p:nvPicPr>
        <p:blipFill>
          <a:blip r:embed="rId5"/>
          <a:stretch>
            <a:fillRect/>
          </a:stretch>
        </p:blipFill>
        <p:spPr>
          <a:xfrm>
            <a:off x="10150907" y="2373214"/>
            <a:ext cx="1222070" cy="2129893"/>
          </a:xfrm>
          <a:prstGeom prst="rect">
            <a:avLst/>
          </a:prstGeom>
        </p:spPr>
      </p:pic>
      <p:sp>
        <p:nvSpPr>
          <p:cNvPr id="5" name="Text Placeholder 5">
            <a:extLst>
              <a:ext uri="{FF2B5EF4-FFF2-40B4-BE49-F238E27FC236}">
                <a16:creationId xmlns:a16="http://schemas.microsoft.com/office/drawing/2014/main" id="{F6647329-EE0C-1DAD-EDC1-E14E5924EE20}"/>
              </a:ext>
            </a:extLst>
          </p:cNvPr>
          <p:cNvSpPr txBox="1">
            <a:spLocks/>
          </p:cNvSpPr>
          <p:nvPr/>
        </p:nvSpPr>
        <p:spPr>
          <a:xfrm>
            <a:off x="2651873" y="5985988"/>
            <a:ext cx="1381508" cy="3847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500" dirty="0">
                <a:solidFill>
                  <a:srgbClr val="000000"/>
                </a:solidFill>
                <a:latin typeface="Verdana" panose="020B0604030504040204" pitchFamily="34" charset="0"/>
              </a:rPr>
              <a:t>Desktop</a:t>
            </a:r>
          </a:p>
        </p:txBody>
      </p:sp>
      <p:sp>
        <p:nvSpPr>
          <p:cNvPr id="7" name="Text Placeholder 5">
            <a:extLst>
              <a:ext uri="{FF2B5EF4-FFF2-40B4-BE49-F238E27FC236}">
                <a16:creationId xmlns:a16="http://schemas.microsoft.com/office/drawing/2014/main" id="{CFC91D2D-99E7-CDD0-FF20-A0491993C4B1}"/>
              </a:ext>
            </a:extLst>
          </p:cNvPr>
          <p:cNvSpPr txBox="1">
            <a:spLocks/>
          </p:cNvSpPr>
          <p:nvPr/>
        </p:nvSpPr>
        <p:spPr>
          <a:xfrm>
            <a:off x="7432699" y="5985987"/>
            <a:ext cx="1381508" cy="3847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500" dirty="0">
                <a:solidFill>
                  <a:srgbClr val="000000"/>
                </a:solidFill>
                <a:latin typeface="Verdana" panose="020B0604030504040204" pitchFamily="34" charset="0"/>
              </a:rPr>
              <a:t>Tablet</a:t>
            </a:r>
          </a:p>
        </p:txBody>
      </p:sp>
      <p:sp>
        <p:nvSpPr>
          <p:cNvPr id="8" name="Text Placeholder 5">
            <a:extLst>
              <a:ext uri="{FF2B5EF4-FFF2-40B4-BE49-F238E27FC236}">
                <a16:creationId xmlns:a16="http://schemas.microsoft.com/office/drawing/2014/main" id="{9968D25C-DD9A-79F3-5ECF-746157A21C28}"/>
              </a:ext>
            </a:extLst>
          </p:cNvPr>
          <p:cNvSpPr txBox="1">
            <a:spLocks/>
          </p:cNvSpPr>
          <p:nvPr/>
        </p:nvSpPr>
        <p:spPr>
          <a:xfrm>
            <a:off x="10231894" y="4898063"/>
            <a:ext cx="1381508" cy="3847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500" dirty="0">
                <a:solidFill>
                  <a:srgbClr val="000000"/>
                </a:solidFill>
                <a:latin typeface="Verdana" panose="020B0604030504040204" pitchFamily="34" charset="0"/>
              </a:rPr>
              <a:t>Phone</a:t>
            </a:r>
          </a:p>
        </p:txBody>
      </p:sp>
      <p:pic>
        <p:nvPicPr>
          <p:cNvPr id="9" name="Picture 8" descr="A picture containing text, electronics, screenshot&#10;&#10;Description automatically generated">
            <a:extLst>
              <a:ext uri="{FF2B5EF4-FFF2-40B4-BE49-F238E27FC236}">
                <a16:creationId xmlns:a16="http://schemas.microsoft.com/office/drawing/2014/main" id="{1E3B116F-F2A3-F058-D6F7-639D132AFDD3}"/>
              </a:ext>
            </a:extLst>
          </p:cNvPr>
          <p:cNvPicPr>
            <a:picLocks noChangeAspect="1"/>
          </p:cNvPicPr>
          <p:nvPr/>
        </p:nvPicPr>
        <p:blipFill>
          <a:blip r:embed="rId6"/>
          <a:stretch>
            <a:fillRect/>
          </a:stretch>
        </p:blipFill>
        <p:spPr>
          <a:xfrm>
            <a:off x="11306938" y="0"/>
            <a:ext cx="885062" cy="701718"/>
          </a:xfrm>
          <a:prstGeom prst="rect">
            <a:avLst/>
          </a:prstGeom>
        </p:spPr>
      </p:pic>
      <p:pic>
        <p:nvPicPr>
          <p:cNvPr id="6" name="Picture 2">
            <a:extLst>
              <a:ext uri="{FF2B5EF4-FFF2-40B4-BE49-F238E27FC236}">
                <a16:creationId xmlns:a16="http://schemas.microsoft.com/office/drawing/2014/main" id="{17CBF1AD-E817-E0EF-CAAB-3B08A4E6EDE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21711" y="6145254"/>
            <a:ext cx="3070289" cy="7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6277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39755" y="0"/>
            <a:ext cx="7826590" cy="563671"/>
          </a:xfrm>
        </p:spPr>
        <p:txBody>
          <a:bodyPr/>
          <a:lstStyle/>
          <a:p>
            <a:pPr algn="l"/>
            <a:r>
              <a:rPr lang="en-US" dirty="0">
                <a:solidFill>
                  <a:srgbClr val="92D050"/>
                </a:solidFill>
                <a:latin typeface="Segoe UI" panose="020B0502040204020203" pitchFamily="34" charset="0"/>
              </a:rPr>
              <a:t>Size Content to The Viewport</a:t>
            </a:r>
            <a:endParaRPr lang="en-US" b="0" i="0" dirty="0">
              <a:solidFill>
                <a:srgbClr val="92D050"/>
              </a:solidFill>
              <a:effectLst/>
              <a:latin typeface="Segoe UI" panose="020B0502040204020203" pitchFamily="34" charset="0"/>
            </a:endParaRPr>
          </a:p>
        </p:txBody>
      </p:sp>
      <p:pic>
        <p:nvPicPr>
          <p:cNvPr id="2" name="Picture 1" descr="A picture containing text, electronics, screenshot&#10;&#10;Description automatically generated">
            <a:extLst>
              <a:ext uri="{FF2B5EF4-FFF2-40B4-BE49-F238E27FC236}">
                <a16:creationId xmlns:a16="http://schemas.microsoft.com/office/drawing/2014/main" id="{2B2CEC5D-DB7E-4797-4F81-C98653FA8D0C}"/>
              </a:ext>
            </a:extLst>
          </p:cNvPr>
          <p:cNvPicPr>
            <a:picLocks noChangeAspect="1"/>
          </p:cNvPicPr>
          <p:nvPr/>
        </p:nvPicPr>
        <p:blipFill>
          <a:blip r:embed="rId3"/>
          <a:stretch>
            <a:fillRect/>
          </a:stretch>
        </p:blipFill>
        <p:spPr>
          <a:xfrm>
            <a:off x="11306938" y="0"/>
            <a:ext cx="885062" cy="701718"/>
          </a:xfrm>
          <a:prstGeom prst="rect">
            <a:avLst/>
          </a:prstGeom>
        </p:spPr>
      </p:pic>
      <p:sp>
        <p:nvSpPr>
          <p:cNvPr id="4" name="Text Placeholder 5">
            <a:extLst>
              <a:ext uri="{FF2B5EF4-FFF2-40B4-BE49-F238E27FC236}">
                <a16:creationId xmlns:a16="http://schemas.microsoft.com/office/drawing/2014/main" id="{60D13B9B-9DA5-348C-28E7-D41F3D0EB860}"/>
              </a:ext>
            </a:extLst>
          </p:cNvPr>
          <p:cNvSpPr>
            <a:spLocks noGrp="1"/>
          </p:cNvSpPr>
          <p:nvPr>
            <p:ph type="body" sz="quarter" idx="10"/>
          </p:nvPr>
        </p:nvSpPr>
        <p:spPr>
          <a:xfrm>
            <a:off x="288418" y="1120688"/>
            <a:ext cx="11018520" cy="4875181"/>
          </a:xfrm>
        </p:spPr>
        <p:txBody>
          <a:bodyPr/>
          <a:lstStyle/>
          <a:p>
            <a:pPr algn="l">
              <a:buFont typeface="Arial" panose="020B0604020202020204" pitchFamily="34" charset="0"/>
              <a:buChar char="•"/>
            </a:pPr>
            <a:r>
              <a:rPr lang="en-US" sz="2200" b="1" i="0" dirty="0">
                <a:solidFill>
                  <a:srgbClr val="00B0F0"/>
                </a:solidFill>
                <a:effectLst/>
                <a:latin typeface="Verdana" panose="020B0604030504040204" pitchFamily="34" charset="0"/>
              </a:rPr>
              <a:t>Do NOT use large fixed-width elements </a:t>
            </a:r>
            <a:r>
              <a:rPr lang="en-US" sz="2200" b="1" i="0" dirty="0">
                <a:solidFill>
                  <a:srgbClr val="000000"/>
                </a:solidFill>
                <a:effectLst/>
                <a:latin typeface="Verdana" panose="020B0604030504040204" pitchFamily="34" charset="0"/>
              </a:rPr>
              <a:t>- </a:t>
            </a:r>
            <a:r>
              <a:rPr lang="en-US" sz="2200" b="0" i="0" dirty="0">
                <a:solidFill>
                  <a:srgbClr val="000000"/>
                </a:solidFill>
                <a:effectLst/>
                <a:latin typeface="Verdana" panose="020B0604030504040204" pitchFamily="34" charset="0"/>
              </a:rPr>
              <a:t>For example, if an image is displayed at a width wider than the viewport it can cause the viewport to scroll horizontally. Remember to adjust this content to fit within the width of the viewport.</a:t>
            </a:r>
          </a:p>
          <a:p>
            <a:pPr algn="l">
              <a:buFont typeface="Arial" panose="020B0604020202020204" pitchFamily="34" charset="0"/>
              <a:buChar char="•"/>
            </a:pPr>
            <a:r>
              <a:rPr lang="en-US" sz="2200" b="1" i="0" dirty="0">
                <a:solidFill>
                  <a:srgbClr val="00B0F0"/>
                </a:solidFill>
                <a:effectLst/>
                <a:latin typeface="Verdana" panose="020B0604030504040204" pitchFamily="34" charset="0"/>
              </a:rPr>
              <a:t>Do NOT let the content rely on a particular viewport width to render well</a:t>
            </a:r>
            <a:r>
              <a:rPr lang="en-US" sz="2200" b="0" i="0" dirty="0">
                <a:solidFill>
                  <a:srgbClr val="00B0F0"/>
                </a:solidFill>
                <a:effectLst/>
                <a:latin typeface="Verdana" panose="020B0604030504040204" pitchFamily="34" charset="0"/>
              </a:rPr>
              <a:t> </a:t>
            </a:r>
            <a:r>
              <a:rPr lang="en-US" sz="2200" b="0" i="0" dirty="0">
                <a:solidFill>
                  <a:srgbClr val="000000"/>
                </a:solidFill>
                <a:effectLst/>
                <a:latin typeface="Verdana" panose="020B0604030504040204" pitchFamily="34" charset="0"/>
              </a:rPr>
              <a:t>- Since screen dimensions and width in CSS pixels vary widely between devices, content should not rely on a particular viewport width to render well.</a:t>
            </a:r>
            <a:endParaRPr lang="en-US" sz="2200" dirty="0">
              <a:solidFill>
                <a:srgbClr val="000000"/>
              </a:solidFill>
              <a:latin typeface="Verdana" panose="020B0604030504040204" pitchFamily="34" charset="0"/>
            </a:endParaRPr>
          </a:p>
          <a:p>
            <a:pPr algn="l">
              <a:buFont typeface="Arial" panose="020B0604020202020204" pitchFamily="34" charset="0"/>
              <a:buChar char="•"/>
            </a:pPr>
            <a:r>
              <a:rPr lang="en-US" sz="2200" b="1" i="0" dirty="0">
                <a:solidFill>
                  <a:srgbClr val="00B0F0"/>
                </a:solidFill>
                <a:effectLst/>
                <a:latin typeface="Verdana" panose="020B0604030504040204" pitchFamily="34" charset="0"/>
              </a:rPr>
              <a:t>Use CSS media queries to apply different styling for small and large screens</a:t>
            </a:r>
            <a:r>
              <a:rPr lang="en-US" sz="2200" b="0" i="0" dirty="0">
                <a:solidFill>
                  <a:srgbClr val="00B0F0"/>
                </a:solidFill>
                <a:effectLst/>
                <a:latin typeface="Verdana" panose="020B0604030504040204" pitchFamily="34" charset="0"/>
              </a:rPr>
              <a:t> </a:t>
            </a:r>
            <a:r>
              <a:rPr lang="en-US" sz="2200" b="0" i="0" dirty="0">
                <a:solidFill>
                  <a:srgbClr val="000000"/>
                </a:solidFill>
                <a:effectLst/>
                <a:latin typeface="Verdana" panose="020B0604030504040204" pitchFamily="34" charset="0"/>
              </a:rPr>
              <a:t>- Setting large absolute CSS widths for page elements will cause the element to be too wide for the viewport on a smaller device. Instead, consider using relative width values, such as width: 100%. Also, be careful of using large absolute positioning values. It may cause the element to fall outside the viewport on small devices.</a:t>
            </a:r>
          </a:p>
        </p:txBody>
      </p:sp>
      <p:pic>
        <p:nvPicPr>
          <p:cNvPr id="5" name="Picture 2">
            <a:extLst>
              <a:ext uri="{FF2B5EF4-FFF2-40B4-BE49-F238E27FC236}">
                <a16:creationId xmlns:a16="http://schemas.microsoft.com/office/drawing/2014/main" id="{E37A1EAA-BCBE-FA65-53F4-7B749F124C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1711" y="6145254"/>
            <a:ext cx="3070289" cy="7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5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 name="Title 16">
            <a:extLst>
              <a:ext uri="{FF2B5EF4-FFF2-40B4-BE49-F238E27FC236}">
                <a16:creationId xmlns:a16="http://schemas.microsoft.com/office/drawing/2014/main" id="{AB7E9C93-609A-751F-FD8E-D4C24939D05E}"/>
              </a:ext>
            </a:extLst>
          </p:cNvPr>
          <p:cNvSpPr txBox="1">
            <a:spLocks/>
          </p:cNvSpPr>
          <p:nvPr/>
        </p:nvSpPr>
        <p:spPr>
          <a:xfrm>
            <a:off x="163913" y="0"/>
            <a:ext cx="4671134"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F0"/>
                </a:solidFill>
                <a:effectLst/>
                <a:latin typeface="Segoe UI" panose="020B0502040204020203" pitchFamily="34" charset="0"/>
              </a:rPr>
              <a:t>What is a Grid-View?</a:t>
            </a:r>
            <a:endParaRPr lang="en-US" b="0" i="0" dirty="0">
              <a:solidFill>
                <a:srgbClr val="92D050"/>
              </a:solidFill>
              <a:effectLst/>
              <a:latin typeface="Segoe UI" panose="020B0502040204020203" pitchFamily="34" charset="0"/>
            </a:endParaRPr>
          </a:p>
        </p:txBody>
      </p:sp>
      <p:sp>
        <p:nvSpPr>
          <p:cNvPr id="10" name="Text Placeholder 5">
            <a:extLst>
              <a:ext uri="{FF2B5EF4-FFF2-40B4-BE49-F238E27FC236}">
                <a16:creationId xmlns:a16="http://schemas.microsoft.com/office/drawing/2014/main" id="{40A461AE-FA73-56DF-CB8D-3847DC5E3AE7}"/>
              </a:ext>
            </a:extLst>
          </p:cNvPr>
          <p:cNvSpPr>
            <a:spLocks noGrp="1"/>
          </p:cNvSpPr>
          <p:nvPr>
            <p:ph type="body" sz="quarter" idx="10"/>
          </p:nvPr>
        </p:nvSpPr>
        <p:spPr>
          <a:xfrm>
            <a:off x="163913" y="644172"/>
            <a:ext cx="10808887" cy="861774"/>
          </a:xfrm>
        </p:spPr>
        <p:txBody>
          <a:bodyPr/>
          <a:lstStyle/>
          <a:p>
            <a:pPr marL="0" indent="0" algn="l">
              <a:buNone/>
            </a:pPr>
            <a:r>
              <a:rPr lang="en-US" b="0" i="0" dirty="0">
                <a:solidFill>
                  <a:srgbClr val="000000"/>
                </a:solidFill>
                <a:effectLst/>
                <a:latin typeface="Verdana" panose="020B0604030504040204" pitchFamily="34" charset="0"/>
              </a:rPr>
              <a:t>Using a grid-view is very helpful when designing web pages. It makes it easier to place elements on the page.</a:t>
            </a:r>
          </a:p>
        </p:txBody>
      </p:sp>
      <p:pic>
        <p:nvPicPr>
          <p:cNvPr id="5" name="Picture 4" descr="Graphical user interface&#10;&#10;Description automatically generated with medium confidence">
            <a:extLst>
              <a:ext uri="{FF2B5EF4-FFF2-40B4-BE49-F238E27FC236}">
                <a16:creationId xmlns:a16="http://schemas.microsoft.com/office/drawing/2014/main" id="{6E6F3B06-3F8B-841D-8386-11ECEFC5B906}"/>
              </a:ext>
            </a:extLst>
          </p:cNvPr>
          <p:cNvPicPr>
            <a:picLocks noChangeAspect="1"/>
          </p:cNvPicPr>
          <p:nvPr/>
        </p:nvPicPr>
        <p:blipFill>
          <a:blip r:embed="rId4"/>
          <a:stretch>
            <a:fillRect/>
          </a:stretch>
        </p:blipFill>
        <p:spPr>
          <a:xfrm>
            <a:off x="458703" y="2064902"/>
            <a:ext cx="10219306" cy="2728196"/>
          </a:xfrm>
          <a:prstGeom prst="rect">
            <a:avLst/>
          </a:prstGeom>
        </p:spPr>
      </p:pic>
      <p:pic>
        <p:nvPicPr>
          <p:cNvPr id="4" name="Picture 2">
            <a:extLst>
              <a:ext uri="{FF2B5EF4-FFF2-40B4-BE49-F238E27FC236}">
                <a16:creationId xmlns:a16="http://schemas.microsoft.com/office/drawing/2014/main" id="{D627F7F2-0731-177F-67A7-6F13D29BC7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1711" y="6145254"/>
            <a:ext cx="3070289" cy="7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823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 name="Title 16">
            <a:extLst>
              <a:ext uri="{FF2B5EF4-FFF2-40B4-BE49-F238E27FC236}">
                <a16:creationId xmlns:a16="http://schemas.microsoft.com/office/drawing/2014/main" id="{AB7E9C93-609A-751F-FD8E-D4C24939D05E}"/>
              </a:ext>
            </a:extLst>
          </p:cNvPr>
          <p:cNvSpPr txBox="1">
            <a:spLocks/>
          </p:cNvSpPr>
          <p:nvPr/>
        </p:nvSpPr>
        <p:spPr>
          <a:xfrm>
            <a:off x="163913" y="0"/>
            <a:ext cx="4671134"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F0"/>
                </a:solidFill>
                <a:effectLst/>
                <a:latin typeface="Segoe UI" panose="020B0502040204020203" pitchFamily="34" charset="0"/>
              </a:rPr>
              <a:t>Responsive Grid</a:t>
            </a:r>
            <a:endParaRPr lang="en-US" b="0" i="0" dirty="0">
              <a:solidFill>
                <a:srgbClr val="92D050"/>
              </a:solidFill>
              <a:effectLst/>
              <a:latin typeface="Segoe UI" panose="020B0502040204020203" pitchFamily="34" charset="0"/>
            </a:endParaRPr>
          </a:p>
        </p:txBody>
      </p:sp>
      <p:sp>
        <p:nvSpPr>
          <p:cNvPr id="10" name="Text Placeholder 5">
            <a:extLst>
              <a:ext uri="{FF2B5EF4-FFF2-40B4-BE49-F238E27FC236}">
                <a16:creationId xmlns:a16="http://schemas.microsoft.com/office/drawing/2014/main" id="{40A461AE-FA73-56DF-CB8D-3847DC5E3AE7}"/>
              </a:ext>
            </a:extLst>
          </p:cNvPr>
          <p:cNvSpPr>
            <a:spLocks noGrp="1"/>
          </p:cNvSpPr>
          <p:nvPr>
            <p:ph type="body" sz="quarter" idx="10"/>
          </p:nvPr>
        </p:nvSpPr>
        <p:spPr>
          <a:xfrm>
            <a:off x="163913" y="644172"/>
            <a:ext cx="10808887" cy="1292662"/>
          </a:xfrm>
        </p:spPr>
        <p:txBody>
          <a:bodyPr/>
          <a:lstStyle/>
          <a:p>
            <a:pPr marL="0" indent="0" algn="l">
              <a:buNone/>
            </a:pPr>
            <a:r>
              <a:rPr lang="en-US" b="0" i="0" dirty="0">
                <a:solidFill>
                  <a:srgbClr val="000000"/>
                </a:solidFill>
                <a:effectLst/>
                <a:latin typeface="Verdana" panose="020B0604030504040204" pitchFamily="34" charset="0"/>
              </a:rPr>
              <a:t>A responsive grid-view often has 12 columns, and has a total width of 100%, and will shrink and expand as you resize the browser window</a:t>
            </a:r>
          </a:p>
        </p:txBody>
      </p:sp>
      <p:pic>
        <p:nvPicPr>
          <p:cNvPr id="6" name="Picture 5" descr="Bar chart&#10;&#10;Description automatically generated with medium confidence">
            <a:extLst>
              <a:ext uri="{FF2B5EF4-FFF2-40B4-BE49-F238E27FC236}">
                <a16:creationId xmlns:a16="http://schemas.microsoft.com/office/drawing/2014/main" id="{E161223D-1BA9-03C8-E4AD-61E86040E247}"/>
              </a:ext>
            </a:extLst>
          </p:cNvPr>
          <p:cNvPicPr>
            <a:picLocks noChangeAspect="1"/>
          </p:cNvPicPr>
          <p:nvPr/>
        </p:nvPicPr>
        <p:blipFill>
          <a:blip r:embed="rId4"/>
          <a:stretch>
            <a:fillRect/>
          </a:stretch>
        </p:blipFill>
        <p:spPr>
          <a:xfrm>
            <a:off x="630168" y="2548290"/>
            <a:ext cx="9876376" cy="3665538"/>
          </a:xfrm>
          <a:prstGeom prst="rect">
            <a:avLst/>
          </a:prstGeom>
        </p:spPr>
      </p:pic>
    </p:spTree>
    <p:extLst>
      <p:ext uri="{BB962C8B-B14F-4D97-AF65-F5344CB8AC3E}">
        <p14:creationId xmlns:p14="http://schemas.microsoft.com/office/powerpoint/2010/main" val="2974167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 name="Title 16">
            <a:extLst>
              <a:ext uri="{FF2B5EF4-FFF2-40B4-BE49-F238E27FC236}">
                <a16:creationId xmlns:a16="http://schemas.microsoft.com/office/drawing/2014/main" id="{AB7E9C93-609A-751F-FD8E-D4C24939D05E}"/>
              </a:ext>
            </a:extLst>
          </p:cNvPr>
          <p:cNvSpPr txBox="1">
            <a:spLocks/>
          </p:cNvSpPr>
          <p:nvPr/>
        </p:nvSpPr>
        <p:spPr>
          <a:xfrm>
            <a:off x="163913" y="0"/>
            <a:ext cx="8416416"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F0"/>
                </a:solidFill>
                <a:effectLst/>
                <a:latin typeface="Segoe UI" panose="020B0502040204020203" pitchFamily="34" charset="0"/>
              </a:rPr>
              <a:t>Responsive Web Design - Media Queries</a:t>
            </a:r>
            <a:endParaRPr lang="en-US" b="0" i="0" dirty="0">
              <a:solidFill>
                <a:srgbClr val="92D050"/>
              </a:solidFill>
              <a:effectLst/>
              <a:latin typeface="Segoe UI" panose="020B0502040204020203" pitchFamily="34" charset="0"/>
            </a:endParaRPr>
          </a:p>
        </p:txBody>
      </p:sp>
      <p:sp>
        <p:nvSpPr>
          <p:cNvPr id="10" name="Text Placeholder 5">
            <a:extLst>
              <a:ext uri="{FF2B5EF4-FFF2-40B4-BE49-F238E27FC236}">
                <a16:creationId xmlns:a16="http://schemas.microsoft.com/office/drawing/2014/main" id="{40A461AE-FA73-56DF-CB8D-3847DC5E3AE7}"/>
              </a:ext>
            </a:extLst>
          </p:cNvPr>
          <p:cNvSpPr>
            <a:spLocks noGrp="1"/>
          </p:cNvSpPr>
          <p:nvPr>
            <p:ph type="body" sz="quarter" idx="10"/>
          </p:nvPr>
        </p:nvSpPr>
        <p:spPr>
          <a:xfrm>
            <a:off x="163913" y="644172"/>
            <a:ext cx="10808887" cy="1107996"/>
          </a:xfrm>
        </p:spPr>
        <p:txBody>
          <a:bodyPr/>
          <a:lstStyle/>
          <a:p>
            <a:pPr marL="0" indent="0" algn="l">
              <a:buNone/>
            </a:pPr>
            <a:r>
              <a:rPr lang="en-US" sz="2400" b="0" i="0" dirty="0">
                <a:solidFill>
                  <a:srgbClr val="000000"/>
                </a:solidFill>
                <a:effectLst/>
                <a:latin typeface="Verdana" panose="020B0604030504040204" pitchFamily="34" charset="0"/>
              </a:rPr>
              <a:t>Media query is a CSS technique introduced in CSS3.It uses the </a:t>
            </a:r>
            <a:r>
              <a:rPr lang="en-US" sz="2400" b="0" i="0" dirty="0">
                <a:solidFill>
                  <a:schemeClr val="accent2">
                    <a:lumMod val="60000"/>
                    <a:lumOff val="40000"/>
                  </a:schemeClr>
                </a:solidFill>
                <a:effectLst/>
                <a:latin typeface="Verdana" panose="020B0604030504040204" pitchFamily="34" charset="0"/>
              </a:rPr>
              <a:t>@media </a:t>
            </a:r>
            <a:r>
              <a:rPr lang="en-US" sz="2400" b="0" i="0" dirty="0">
                <a:solidFill>
                  <a:srgbClr val="000000"/>
                </a:solidFill>
                <a:effectLst/>
                <a:latin typeface="Verdana" panose="020B0604030504040204" pitchFamily="34" charset="0"/>
              </a:rPr>
              <a:t>rule to include a block of CSS properties only if a certain condition is true.</a:t>
            </a:r>
          </a:p>
        </p:txBody>
      </p:sp>
      <p:pic>
        <p:nvPicPr>
          <p:cNvPr id="4" name="Picture 2">
            <a:extLst>
              <a:ext uri="{FF2B5EF4-FFF2-40B4-BE49-F238E27FC236}">
                <a16:creationId xmlns:a16="http://schemas.microsoft.com/office/drawing/2014/main" id="{80693D77-A056-53F3-3BCE-0C25F713BD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6552" y="1864263"/>
            <a:ext cx="2686309" cy="17640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9AEBF65-7BE0-951A-AC54-E37F345018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5093" y="1653713"/>
            <a:ext cx="1209804" cy="177437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9706EB5-4C83-D227-C5AE-B0841F20A29A}"/>
              </a:ext>
            </a:extLst>
          </p:cNvPr>
          <p:cNvPicPr>
            <a:picLocks noChangeAspect="1"/>
          </p:cNvPicPr>
          <p:nvPr/>
        </p:nvPicPr>
        <p:blipFill>
          <a:blip r:embed="rId6"/>
          <a:stretch>
            <a:fillRect/>
          </a:stretch>
        </p:blipFill>
        <p:spPr>
          <a:xfrm>
            <a:off x="10138381" y="1864263"/>
            <a:ext cx="705719" cy="1229967"/>
          </a:xfrm>
          <a:prstGeom prst="rect">
            <a:avLst/>
          </a:prstGeom>
        </p:spPr>
      </p:pic>
      <p:sp>
        <p:nvSpPr>
          <p:cNvPr id="8" name="Text Placeholder 5">
            <a:extLst>
              <a:ext uri="{FF2B5EF4-FFF2-40B4-BE49-F238E27FC236}">
                <a16:creationId xmlns:a16="http://schemas.microsoft.com/office/drawing/2014/main" id="{AABB3C2D-D457-AE1D-9F40-26F8CEFFF0E1}"/>
              </a:ext>
            </a:extLst>
          </p:cNvPr>
          <p:cNvSpPr txBox="1">
            <a:spLocks/>
          </p:cNvSpPr>
          <p:nvPr/>
        </p:nvSpPr>
        <p:spPr>
          <a:xfrm>
            <a:off x="4019760" y="2553906"/>
            <a:ext cx="1544346" cy="3847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500" dirty="0">
                <a:solidFill>
                  <a:srgbClr val="000000"/>
                </a:solidFill>
                <a:latin typeface="Verdana" panose="020B0604030504040204" pitchFamily="34" charset="0"/>
              </a:rPr>
              <a:t>Desktop</a:t>
            </a:r>
          </a:p>
        </p:txBody>
      </p:sp>
      <p:sp>
        <p:nvSpPr>
          <p:cNvPr id="9" name="Text Placeholder 5">
            <a:extLst>
              <a:ext uri="{FF2B5EF4-FFF2-40B4-BE49-F238E27FC236}">
                <a16:creationId xmlns:a16="http://schemas.microsoft.com/office/drawing/2014/main" id="{DE257639-E70F-8C85-56D8-04B71ED7D605}"/>
              </a:ext>
            </a:extLst>
          </p:cNvPr>
          <p:cNvSpPr txBox="1">
            <a:spLocks/>
          </p:cNvSpPr>
          <p:nvPr/>
        </p:nvSpPr>
        <p:spPr>
          <a:xfrm>
            <a:off x="7699626" y="2121021"/>
            <a:ext cx="1761405" cy="3847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500" dirty="0">
                <a:solidFill>
                  <a:srgbClr val="000000"/>
                </a:solidFill>
                <a:latin typeface="Verdana" panose="020B0604030504040204" pitchFamily="34" charset="0"/>
              </a:rPr>
              <a:t>Tablet</a:t>
            </a:r>
          </a:p>
        </p:txBody>
      </p:sp>
      <p:sp>
        <p:nvSpPr>
          <p:cNvPr id="11" name="Text Placeholder 5">
            <a:extLst>
              <a:ext uri="{FF2B5EF4-FFF2-40B4-BE49-F238E27FC236}">
                <a16:creationId xmlns:a16="http://schemas.microsoft.com/office/drawing/2014/main" id="{7761FFD3-5B6A-5DDA-02E9-A23938306401}"/>
              </a:ext>
            </a:extLst>
          </p:cNvPr>
          <p:cNvSpPr txBox="1">
            <a:spLocks/>
          </p:cNvSpPr>
          <p:nvPr/>
        </p:nvSpPr>
        <p:spPr>
          <a:xfrm>
            <a:off x="10972800" y="2286885"/>
            <a:ext cx="1102290" cy="38472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500" dirty="0">
                <a:solidFill>
                  <a:srgbClr val="000000"/>
                </a:solidFill>
                <a:latin typeface="Verdana" panose="020B0604030504040204" pitchFamily="34" charset="0"/>
              </a:rPr>
              <a:t>Phone</a:t>
            </a:r>
          </a:p>
        </p:txBody>
      </p:sp>
      <p:pic>
        <p:nvPicPr>
          <p:cNvPr id="15" name="Picture 14" descr="Table&#10;&#10;Description automatically generated">
            <a:extLst>
              <a:ext uri="{FF2B5EF4-FFF2-40B4-BE49-F238E27FC236}">
                <a16:creationId xmlns:a16="http://schemas.microsoft.com/office/drawing/2014/main" id="{3EA530A8-04F7-3125-295E-237EB0736F90}"/>
              </a:ext>
            </a:extLst>
          </p:cNvPr>
          <p:cNvPicPr>
            <a:picLocks noChangeAspect="1"/>
          </p:cNvPicPr>
          <p:nvPr/>
        </p:nvPicPr>
        <p:blipFill>
          <a:blip r:embed="rId7"/>
          <a:stretch>
            <a:fillRect/>
          </a:stretch>
        </p:blipFill>
        <p:spPr>
          <a:xfrm>
            <a:off x="5564106" y="3513515"/>
            <a:ext cx="3558848" cy="3292125"/>
          </a:xfrm>
          <a:prstGeom prst="rect">
            <a:avLst/>
          </a:prstGeom>
        </p:spPr>
      </p:pic>
      <p:pic>
        <p:nvPicPr>
          <p:cNvPr id="18" name="Picture 17" descr="Text&#10;&#10;Description automatically generated">
            <a:extLst>
              <a:ext uri="{FF2B5EF4-FFF2-40B4-BE49-F238E27FC236}">
                <a16:creationId xmlns:a16="http://schemas.microsoft.com/office/drawing/2014/main" id="{658C377F-9757-E86E-F2FA-47C1F32559B1}"/>
              </a:ext>
            </a:extLst>
          </p:cNvPr>
          <p:cNvPicPr>
            <a:picLocks noChangeAspect="1"/>
          </p:cNvPicPr>
          <p:nvPr/>
        </p:nvPicPr>
        <p:blipFill>
          <a:blip r:embed="rId8"/>
          <a:stretch>
            <a:fillRect/>
          </a:stretch>
        </p:blipFill>
        <p:spPr>
          <a:xfrm>
            <a:off x="9673878" y="3507216"/>
            <a:ext cx="2453853" cy="922100"/>
          </a:xfrm>
          <a:prstGeom prst="rect">
            <a:avLst/>
          </a:prstGeom>
        </p:spPr>
      </p:pic>
      <p:pic>
        <p:nvPicPr>
          <p:cNvPr id="20" name="Picture 19" descr="Table&#10;&#10;Description automatically generated">
            <a:extLst>
              <a:ext uri="{FF2B5EF4-FFF2-40B4-BE49-F238E27FC236}">
                <a16:creationId xmlns:a16="http://schemas.microsoft.com/office/drawing/2014/main" id="{92467F6C-8909-F401-62EE-7B45FE51F1FF}"/>
              </a:ext>
            </a:extLst>
          </p:cNvPr>
          <p:cNvPicPr>
            <a:picLocks noChangeAspect="1"/>
          </p:cNvPicPr>
          <p:nvPr/>
        </p:nvPicPr>
        <p:blipFill>
          <a:blip r:embed="rId9"/>
          <a:stretch>
            <a:fillRect/>
          </a:stretch>
        </p:blipFill>
        <p:spPr>
          <a:xfrm>
            <a:off x="944217" y="3660861"/>
            <a:ext cx="3558849" cy="3156925"/>
          </a:xfrm>
          <a:prstGeom prst="rect">
            <a:avLst/>
          </a:prstGeom>
        </p:spPr>
      </p:pic>
      <p:pic>
        <p:nvPicPr>
          <p:cNvPr id="6" name="Picture 2">
            <a:extLst>
              <a:ext uri="{FF2B5EF4-FFF2-40B4-BE49-F238E27FC236}">
                <a16:creationId xmlns:a16="http://schemas.microsoft.com/office/drawing/2014/main" id="{15ED63B2-67AA-EB72-D268-BF68F712405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21711" y="6145254"/>
            <a:ext cx="3070289" cy="7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7014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 name="Title 16">
            <a:extLst>
              <a:ext uri="{FF2B5EF4-FFF2-40B4-BE49-F238E27FC236}">
                <a16:creationId xmlns:a16="http://schemas.microsoft.com/office/drawing/2014/main" id="{AB7E9C93-609A-751F-FD8E-D4C24939D05E}"/>
              </a:ext>
            </a:extLst>
          </p:cNvPr>
          <p:cNvSpPr txBox="1">
            <a:spLocks/>
          </p:cNvSpPr>
          <p:nvPr/>
        </p:nvSpPr>
        <p:spPr>
          <a:xfrm>
            <a:off x="163913" y="0"/>
            <a:ext cx="8416416"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50"/>
                </a:solidFill>
                <a:effectLst/>
                <a:latin typeface="Segoe UI" panose="020B0502040204020203" pitchFamily="34" charset="0"/>
              </a:rPr>
              <a:t>Responsive Web Design - Images</a:t>
            </a:r>
          </a:p>
        </p:txBody>
      </p:sp>
      <p:sp>
        <p:nvSpPr>
          <p:cNvPr id="10" name="Text Placeholder 5">
            <a:extLst>
              <a:ext uri="{FF2B5EF4-FFF2-40B4-BE49-F238E27FC236}">
                <a16:creationId xmlns:a16="http://schemas.microsoft.com/office/drawing/2014/main" id="{40A461AE-FA73-56DF-CB8D-3847DC5E3AE7}"/>
              </a:ext>
            </a:extLst>
          </p:cNvPr>
          <p:cNvSpPr>
            <a:spLocks noGrp="1"/>
          </p:cNvSpPr>
          <p:nvPr>
            <p:ph type="body" sz="quarter" idx="10"/>
          </p:nvPr>
        </p:nvSpPr>
        <p:spPr>
          <a:xfrm>
            <a:off x="414434" y="830616"/>
            <a:ext cx="2967593" cy="307777"/>
          </a:xfrm>
        </p:spPr>
        <p:txBody>
          <a:bodyPr/>
          <a:lstStyle/>
          <a:p>
            <a:pPr marL="0" indent="0" algn="l">
              <a:buNone/>
            </a:pPr>
            <a:r>
              <a:rPr lang="en-US" sz="2000" b="0" i="0" dirty="0">
                <a:solidFill>
                  <a:schemeClr val="accent1"/>
                </a:solidFill>
                <a:effectLst/>
                <a:latin typeface="Segoe UI" panose="020B0502040204020203" pitchFamily="34" charset="0"/>
              </a:rPr>
              <a:t>Using The width Property</a:t>
            </a:r>
          </a:p>
        </p:txBody>
      </p:sp>
      <p:sp>
        <p:nvSpPr>
          <p:cNvPr id="13" name="Text Placeholder 5">
            <a:extLst>
              <a:ext uri="{FF2B5EF4-FFF2-40B4-BE49-F238E27FC236}">
                <a16:creationId xmlns:a16="http://schemas.microsoft.com/office/drawing/2014/main" id="{F71398C3-A8CC-48DA-EFFF-BF43E7713BDC}"/>
              </a:ext>
            </a:extLst>
          </p:cNvPr>
          <p:cNvSpPr txBox="1">
            <a:spLocks/>
          </p:cNvSpPr>
          <p:nvPr/>
        </p:nvSpPr>
        <p:spPr>
          <a:xfrm>
            <a:off x="351179" y="1184178"/>
            <a:ext cx="10808887" cy="4616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500" dirty="0">
                <a:solidFill>
                  <a:srgbClr val="000000"/>
                </a:solidFill>
                <a:latin typeface="Verdana" panose="020B0604030504040204" pitchFamily="34" charset="0"/>
              </a:rPr>
              <a:t>If the </a:t>
            </a:r>
            <a:r>
              <a:rPr lang="en-US" sz="1500" dirty="0">
                <a:solidFill>
                  <a:schemeClr val="accent1">
                    <a:lumMod val="40000"/>
                    <a:lumOff val="60000"/>
                  </a:schemeClr>
                </a:solidFill>
                <a:latin typeface="Verdana" panose="020B0604030504040204" pitchFamily="34" charset="0"/>
              </a:rPr>
              <a:t>width property is set to a percentage</a:t>
            </a:r>
            <a:r>
              <a:rPr lang="en-US" sz="1500" dirty="0">
                <a:solidFill>
                  <a:srgbClr val="000000"/>
                </a:solidFill>
                <a:latin typeface="Verdana" panose="020B0604030504040204" pitchFamily="34" charset="0"/>
              </a:rPr>
              <a:t> and the </a:t>
            </a:r>
            <a:r>
              <a:rPr lang="en-US" sz="1500" dirty="0">
                <a:solidFill>
                  <a:schemeClr val="accent1">
                    <a:lumMod val="40000"/>
                    <a:lumOff val="60000"/>
                  </a:schemeClr>
                </a:solidFill>
                <a:latin typeface="Verdana" panose="020B0604030504040204" pitchFamily="34" charset="0"/>
              </a:rPr>
              <a:t>height property is set to "auto", </a:t>
            </a:r>
            <a:r>
              <a:rPr lang="en-US" sz="1500" dirty="0">
                <a:solidFill>
                  <a:srgbClr val="000000"/>
                </a:solidFill>
                <a:latin typeface="Verdana" panose="020B0604030504040204" pitchFamily="34" charset="0"/>
              </a:rPr>
              <a:t>the image will be responsive and scale up and down:</a:t>
            </a:r>
          </a:p>
        </p:txBody>
      </p:sp>
      <p:sp>
        <p:nvSpPr>
          <p:cNvPr id="14" name="Text Placeholder 5">
            <a:extLst>
              <a:ext uri="{FF2B5EF4-FFF2-40B4-BE49-F238E27FC236}">
                <a16:creationId xmlns:a16="http://schemas.microsoft.com/office/drawing/2014/main" id="{71285DA0-31CB-8F01-D177-6B4FAB38D7F6}"/>
              </a:ext>
            </a:extLst>
          </p:cNvPr>
          <p:cNvSpPr txBox="1">
            <a:spLocks/>
          </p:cNvSpPr>
          <p:nvPr/>
        </p:nvSpPr>
        <p:spPr>
          <a:xfrm>
            <a:off x="414434" y="2419204"/>
            <a:ext cx="4069884"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dirty="0">
                <a:solidFill>
                  <a:schemeClr val="accent1"/>
                </a:solidFill>
                <a:latin typeface="Segoe UI" panose="020B0502040204020203" pitchFamily="34" charset="0"/>
              </a:rPr>
              <a:t>Using The max-width Property</a:t>
            </a:r>
          </a:p>
        </p:txBody>
      </p:sp>
      <p:sp>
        <p:nvSpPr>
          <p:cNvPr id="17" name="Text Placeholder 5">
            <a:extLst>
              <a:ext uri="{FF2B5EF4-FFF2-40B4-BE49-F238E27FC236}">
                <a16:creationId xmlns:a16="http://schemas.microsoft.com/office/drawing/2014/main" id="{E7ED9B81-59AA-0218-999E-C6B5C1E961C2}"/>
              </a:ext>
            </a:extLst>
          </p:cNvPr>
          <p:cNvSpPr txBox="1">
            <a:spLocks/>
          </p:cNvSpPr>
          <p:nvPr/>
        </p:nvSpPr>
        <p:spPr>
          <a:xfrm>
            <a:off x="351179" y="2772766"/>
            <a:ext cx="10808887" cy="4616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500" dirty="0">
                <a:solidFill>
                  <a:srgbClr val="000000"/>
                </a:solidFill>
                <a:latin typeface="Verdana" panose="020B0604030504040204" pitchFamily="34" charset="0"/>
              </a:rPr>
              <a:t>If the </a:t>
            </a:r>
            <a:r>
              <a:rPr lang="en-US" sz="1500" dirty="0">
                <a:solidFill>
                  <a:schemeClr val="accent1">
                    <a:lumMod val="40000"/>
                    <a:lumOff val="60000"/>
                  </a:schemeClr>
                </a:solidFill>
                <a:latin typeface="Verdana" panose="020B0604030504040204" pitchFamily="34" charset="0"/>
              </a:rPr>
              <a:t>max-width</a:t>
            </a:r>
            <a:r>
              <a:rPr lang="en-US" sz="1500" dirty="0">
                <a:solidFill>
                  <a:srgbClr val="000000"/>
                </a:solidFill>
                <a:latin typeface="Verdana" panose="020B0604030504040204" pitchFamily="34" charset="0"/>
              </a:rPr>
              <a:t> property is set to </a:t>
            </a:r>
            <a:r>
              <a:rPr lang="en-US" sz="1500" dirty="0">
                <a:solidFill>
                  <a:schemeClr val="accent1">
                    <a:lumMod val="40000"/>
                    <a:lumOff val="60000"/>
                  </a:schemeClr>
                </a:solidFill>
                <a:latin typeface="Verdana" panose="020B0604030504040204" pitchFamily="34" charset="0"/>
              </a:rPr>
              <a:t>100%</a:t>
            </a:r>
            <a:r>
              <a:rPr lang="en-US" sz="1500" dirty="0">
                <a:solidFill>
                  <a:srgbClr val="000000"/>
                </a:solidFill>
                <a:latin typeface="Verdana" panose="020B0604030504040204" pitchFamily="34" charset="0"/>
              </a:rPr>
              <a:t>, the </a:t>
            </a:r>
            <a:r>
              <a:rPr lang="en-US" sz="1500" dirty="0">
                <a:solidFill>
                  <a:schemeClr val="accent1">
                    <a:lumMod val="40000"/>
                    <a:lumOff val="60000"/>
                  </a:schemeClr>
                </a:solidFill>
                <a:latin typeface="Verdana" panose="020B0604030504040204" pitchFamily="34" charset="0"/>
              </a:rPr>
              <a:t>image will scale down if it has to</a:t>
            </a:r>
            <a:r>
              <a:rPr lang="en-US" sz="1500" dirty="0">
                <a:solidFill>
                  <a:srgbClr val="000000"/>
                </a:solidFill>
                <a:latin typeface="Verdana" panose="020B0604030504040204" pitchFamily="34" charset="0"/>
              </a:rPr>
              <a:t>, </a:t>
            </a:r>
            <a:r>
              <a:rPr lang="en-US" sz="1500" dirty="0">
                <a:solidFill>
                  <a:schemeClr val="accent1">
                    <a:lumMod val="40000"/>
                    <a:lumOff val="60000"/>
                  </a:schemeClr>
                </a:solidFill>
                <a:latin typeface="Verdana" panose="020B0604030504040204" pitchFamily="34" charset="0"/>
              </a:rPr>
              <a:t>but never scale up </a:t>
            </a:r>
            <a:r>
              <a:rPr lang="en-US" sz="1500" dirty="0">
                <a:solidFill>
                  <a:srgbClr val="000000"/>
                </a:solidFill>
                <a:latin typeface="Verdana" panose="020B0604030504040204" pitchFamily="34" charset="0"/>
              </a:rPr>
              <a:t>to be larger than its </a:t>
            </a:r>
            <a:r>
              <a:rPr lang="en-US" sz="1500" dirty="0">
                <a:solidFill>
                  <a:schemeClr val="accent1">
                    <a:lumMod val="40000"/>
                    <a:lumOff val="60000"/>
                  </a:schemeClr>
                </a:solidFill>
                <a:latin typeface="Verdana" panose="020B0604030504040204" pitchFamily="34" charset="0"/>
              </a:rPr>
              <a:t>original size</a:t>
            </a:r>
            <a:r>
              <a:rPr lang="en-US" sz="1500" dirty="0">
                <a:solidFill>
                  <a:srgbClr val="000000"/>
                </a:solidFill>
                <a:latin typeface="Verdana" panose="020B0604030504040204" pitchFamily="34" charset="0"/>
              </a:rPr>
              <a:t>:</a:t>
            </a:r>
          </a:p>
        </p:txBody>
      </p:sp>
      <p:pic>
        <p:nvPicPr>
          <p:cNvPr id="4" name="Picture 2">
            <a:extLst>
              <a:ext uri="{FF2B5EF4-FFF2-40B4-BE49-F238E27FC236}">
                <a16:creationId xmlns:a16="http://schemas.microsoft.com/office/drawing/2014/main" id="{0601F89F-7F77-8EFB-1D82-8C1C474670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1711" y="6145254"/>
            <a:ext cx="3070289" cy="7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1504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1" name="Title 16">
            <a:extLst>
              <a:ext uri="{FF2B5EF4-FFF2-40B4-BE49-F238E27FC236}">
                <a16:creationId xmlns:a16="http://schemas.microsoft.com/office/drawing/2014/main" id="{CF8EBC11-E45F-FC57-275F-9366A8D913D9}"/>
              </a:ext>
            </a:extLst>
          </p:cNvPr>
          <p:cNvSpPr txBox="1">
            <a:spLocks/>
          </p:cNvSpPr>
          <p:nvPr/>
        </p:nvSpPr>
        <p:spPr>
          <a:xfrm>
            <a:off x="351179" y="84551"/>
            <a:ext cx="8416416"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50"/>
                </a:solidFill>
                <a:effectLst/>
                <a:latin typeface="Segoe UI" panose="020B0502040204020203" pitchFamily="34" charset="0"/>
              </a:rPr>
              <a:t>Background Images</a:t>
            </a:r>
          </a:p>
        </p:txBody>
      </p:sp>
      <p:sp>
        <p:nvSpPr>
          <p:cNvPr id="22" name="Text Placeholder 5">
            <a:extLst>
              <a:ext uri="{FF2B5EF4-FFF2-40B4-BE49-F238E27FC236}">
                <a16:creationId xmlns:a16="http://schemas.microsoft.com/office/drawing/2014/main" id="{8CADA007-3432-5260-D238-83CFDAAACA5F}"/>
              </a:ext>
            </a:extLst>
          </p:cNvPr>
          <p:cNvSpPr txBox="1">
            <a:spLocks/>
          </p:cNvSpPr>
          <p:nvPr/>
        </p:nvSpPr>
        <p:spPr>
          <a:xfrm>
            <a:off x="414434" y="822834"/>
            <a:ext cx="4069884"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dirty="0">
                <a:solidFill>
                  <a:schemeClr val="accent1"/>
                </a:solidFill>
                <a:latin typeface="Segoe UI" panose="020B0502040204020203" pitchFamily="34" charset="0"/>
              </a:rPr>
              <a:t>background-size : contain</a:t>
            </a:r>
          </a:p>
        </p:txBody>
      </p:sp>
      <p:sp>
        <p:nvSpPr>
          <p:cNvPr id="23" name="Text Placeholder 5">
            <a:extLst>
              <a:ext uri="{FF2B5EF4-FFF2-40B4-BE49-F238E27FC236}">
                <a16:creationId xmlns:a16="http://schemas.microsoft.com/office/drawing/2014/main" id="{1C01B71B-ACBC-58F3-7FBE-B508C79BCFC0}"/>
              </a:ext>
            </a:extLst>
          </p:cNvPr>
          <p:cNvSpPr txBox="1">
            <a:spLocks/>
          </p:cNvSpPr>
          <p:nvPr/>
        </p:nvSpPr>
        <p:spPr>
          <a:xfrm>
            <a:off x="351179" y="1176396"/>
            <a:ext cx="10808887" cy="4616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500" dirty="0">
                <a:solidFill>
                  <a:srgbClr val="000000"/>
                </a:solidFill>
                <a:latin typeface="Verdana" panose="020B0604030504040204" pitchFamily="34" charset="0"/>
              </a:rPr>
              <a:t>The image will scale, and try to </a:t>
            </a:r>
            <a:r>
              <a:rPr lang="en-US" sz="1500" dirty="0">
                <a:solidFill>
                  <a:schemeClr val="accent1">
                    <a:lumMod val="40000"/>
                    <a:lumOff val="60000"/>
                  </a:schemeClr>
                </a:solidFill>
                <a:latin typeface="Verdana" panose="020B0604030504040204" pitchFamily="34" charset="0"/>
              </a:rPr>
              <a:t>fit the content area</a:t>
            </a:r>
            <a:r>
              <a:rPr lang="en-US" sz="1500" dirty="0">
                <a:solidFill>
                  <a:srgbClr val="000000"/>
                </a:solidFill>
                <a:latin typeface="Verdana" panose="020B0604030504040204" pitchFamily="34" charset="0"/>
              </a:rPr>
              <a:t>. However, the image will </a:t>
            </a:r>
            <a:r>
              <a:rPr lang="en-US" sz="1500" dirty="0">
                <a:solidFill>
                  <a:schemeClr val="accent1">
                    <a:lumMod val="40000"/>
                    <a:lumOff val="60000"/>
                  </a:schemeClr>
                </a:solidFill>
                <a:latin typeface="Verdana" panose="020B0604030504040204" pitchFamily="34" charset="0"/>
              </a:rPr>
              <a:t>keep its aspect ratio </a:t>
            </a:r>
            <a:r>
              <a:rPr lang="en-US" sz="1500" dirty="0">
                <a:solidFill>
                  <a:srgbClr val="000000"/>
                </a:solidFill>
                <a:latin typeface="Verdana" panose="020B0604030504040204" pitchFamily="34" charset="0"/>
              </a:rPr>
              <a:t>(the proportional relationship between the image's width and height):</a:t>
            </a:r>
          </a:p>
        </p:txBody>
      </p:sp>
      <p:pic>
        <p:nvPicPr>
          <p:cNvPr id="25" name="Picture 24">
            <a:extLst>
              <a:ext uri="{FF2B5EF4-FFF2-40B4-BE49-F238E27FC236}">
                <a16:creationId xmlns:a16="http://schemas.microsoft.com/office/drawing/2014/main" id="{600A0374-1E6B-D152-0371-2D94FAA1BC6F}"/>
              </a:ext>
            </a:extLst>
          </p:cNvPr>
          <p:cNvPicPr>
            <a:picLocks noChangeAspect="1"/>
          </p:cNvPicPr>
          <p:nvPr/>
        </p:nvPicPr>
        <p:blipFill>
          <a:blip r:embed="rId4"/>
          <a:stretch>
            <a:fillRect/>
          </a:stretch>
        </p:blipFill>
        <p:spPr>
          <a:xfrm>
            <a:off x="718365" y="1912389"/>
            <a:ext cx="10074513" cy="4122777"/>
          </a:xfrm>
          <a:prstGeom prst="rect">
            <a:avLst/>
          </a:prstGeom>
        </p:spPr>
      </p:pic>
      <p:pic>
        <p:nvPicPr>
          <p:cNvPr id="2" name="Picture 2">
            <a:extLst>
              <a:ext uri="{FF2B5EF4-FFF2-40B4-BE49-F238E27FC236}">
                <a16:creationId xmlns:a16="http://schemas.microsoft.com/office/drawing/2014/main" id="{090F6C67-F4A0-3F40-06E2-A7601502E0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64770" y="6178464"/>
            <a:ext cx="2927230" cy="679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916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1" name="Title 16">
            <a:extLst>
              <a:ext uri="{FF2B5EF4-FFF2-40B4-BE49-F238E27FC236}">
                <a16:creationId xmlns:a16="http://schemas.microsoft.com/office/drawing/2014/main" id="{CF8EBC11-E45F-FC57-275F-9366A8D913D9}"/>
              </a:ext>
            </a:extLst>
          </p:cNvPr>
          <p:cNvSpPr txBox="1">
            <a:spLocks/>
          </p:cNvSpPr>
          <p:nvPr/>
        </p:nvSpPr>
        <p:spPr>
          <a:xfrm>
            <a:off x="351179" y="84551"/>
            <a:ext cx="8416416"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50"/>
                </a:solidFill>
                <a:effectLst/>
                <a:latin typeface="Segoe UI" panose="020B0502040204020203" pitchFamily="34" charset="0"/>
              </a:rPr>
              <a:t>Background Images</a:t>
            </a:r>
          </a:p>
        </p:txBody>
      </p:sp>
      <p:sp>
        <p:nvSpPr>
          <p:cNvPr id="22" name="Text Placeholder 5">
            <a:extLst>
              <a:ext uri="{FF2B5EF4-FFF2-40B4-BE49-F238E27FC236}">
                <a16:creationId xmlns:a16="http://schemas.microsoft.com/office/drawing/2014/main" id="{8CADA007-3432-5260-D238-83CFDAAACA5F}"/>
              </a:ext>
            </a:extLst>
          </p:cNvPr>
          <p:cNvSpPr txBox="1">
            <a:spLocks/>
          </p:cNvSpPr>
          <p:nvPr/>
        </p:nvSpPr>
        <p:spPr>
          <a:xfrm>
            <a:off x="414434" y="822834"/>
            <a:ext cx="4069884"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dirty="0">
                <a:solidFill>
                  <a:schemeClr val="accent1"/>
                </a:solidFill>
                <a:latin typeface="Segoe UI" panose="020B0502040204020203" pitchFamily="34" charset="0"/>
              </a:rPr>
              <a:t>background-size : contain</a:t>
            </a:r>
          </a:p>
        </p:txBody>
      </p:sp>
      <p:sp>
        <p:nvSpPr>
          <p:cNvPr id="23" name="Text Placeholder 5">
            <a:extLst>
              <a:ext uri="{FF2B5EF4-FFF2-40B4-BE49-F238E27FC236}">
                <a16:creationId xmlns:a16="http://schemas.microsoft.com/office/drawing/2014/main" id="{1C01B71B-ACBC-58F3-7FBE-B508C79BCFC0}"/>
              </a:ext>
            </a:extLst>
          </p:cNvPr>
          <p:cNvSpPr txBox="1">
            <a:spLocks/>
          </p:cNvSpPr>
          <p:nvPr/>
        </p:nvSpPr>
        <p:spPr>
          <a:xfrm>
            <a:off x="351179" y="1176396"/>
            <a:ext cx="10808887" cy="4616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500" dirty="0">
                <a:solidFill>
                  <a:srgbClr val="000000"/>
                </a:solidFill>
                <a:latin typeface="Verdana" panose="020B0604030504040204" pitchFamily="34" charset="0"/>
              </a:rPr>
              <a:t>The image will scale, and try to </a:t>
            </a:r>
            <a:r>
              <a:rPr lang="en-US" sz="1500" dirty="0">
                <a:solidFill>
                  <a:schemeClr val="accent1">
                    <a:lumMod val="40000"/>
                    <a:lumOff val="60000"/>
                  </a:schemeClr>
                </a:solidFill>
                <a:latin typeface="Verdana" panose="020B0604030504040204" pitchFamily="34" charset="0"/>
              </a:rPr>
              <a:t>fit the content area</a:t>
            </a:r>
            <a:r>
              <a:rPr lang="en-US" sz="1500" dirty="0">
                <a:solidFill>
                  <a:srgbClr val="000000"/>
                </a:solidFill>
                <a:latin typeface="Verdana" panose="020B0604030504040204" pitchFamily="34" charset="0"/>
              </a:rPr>
              <a:t>. However, the image will </a:t>
            </a:r>
            <a:r>
              <a:rPr lang="en-US" sz="1500" dirty="0">
                <a:solidFill>
                  <a:schemeClr val="accent1">
                    <a:lumMod val="40000"/>
                    <a:lumOff val="60000"/>
                  </a:schemeClr>
                </a:solidFill>
                <a:latin typeface="Verdana" panose="020B0604030504040204" pitchFamily="34" charset="0"/>
              </a:rPr>
              <a:t>keep its aspect ratio </a:t>
            </a:r>
            <a:r>
              <a:rPr lang="en-US" sz="1500" dirty="0">
                <a:solidFill>
                  <a:srgbClr val="000000"/>
                </a:solidFill>
                <a:latin typeface="Verdana" panose="020B0604030504040204" pitchFamily="34" charset="0"/>
              </a:rPr>
              <a:t>(the proportional relationship between the image's width and height):</a:t>
            </a:r>
          </a:p>
        </p:txBody>
      </p:sp>
      <p:pic>
        <p:nvPicPr>
          <p:cNvPr id="25" name="Picture 24">
            <a:extLst>
              <a:ext uri="{FF2B5EF4-FFF2-40B4-BE49-F238E27FC236}">
                <a16:creationId xmlns:a16="http://schemas.microsoft.com/office/drawing/2014/main" id="{600A0374-1E6B-D152-0371-2D94FAA1BC6F}"/>
              </a:ext>
            </a:extLst>
          </p:cNvPr>
          <p:cNvPicPr>
            <a:picLocks noChangeAspect="1"/>
          </p:cNvPicPr>
          <p:nvPr/>
        </p:nvPicPr>
        <p:blipFill>
          <a:blip r:embed="rId4"/>
          <a:stretch>
            <a:fillRect/>
          </a:stretch>
        </p:blipFill>
        <p:spPr>
          <a:xfrm>
            <a:off x="718365" y="1912389"/>
            <a:ext cx="10074513" cy="4122777"/>
          </a:xfrm>
          <a:prstGeom prst="rect">
            <a:avLst/>
          </a:prstGeom>
        </p:spPr>
      </p:pic>
      <p:pic>
        <p:nvPicPr>
          <p:cNvPr id="2" name="Picture 2">
            <a:extLst>
              <a:ext uri="{FF2B5EF4-FFF2-40B4-BE49-F238E27FC236}">
                <a16:creationId xmlns:a16="http://schemas.microsoft.com/office/drawing/2014/main" id="{4363A93C-4A4F-8B86-DA85-12839130CA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21638" y="6168450"/>
            <a:ext cx="2970362" cy="689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3476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1" name="Title 16">
            <a:extLst>
              <a:ext uri="{FF2B5EF4-FFF2-40B4-BE49-F238E27FC236}">
                <a16:creationId xmlns:a16="http://schemas.microsoft.com/office/drawing/2014/main" id="{CF8EBC11-E45F-FC57-275F-9366A8D913D9}"/>
              </a:ext>
            </a:extLst>
          </p:cNvPr>
          <p:cNvSpPr txBox="1">
            <a:spLocks/>
          </p:cNvSpPr>
          <p:nvPr/>
        </p:nvSpPr>
        <p:spPr>
          <a:xfrm>
            <a:off x="351179" y="84551"/>
            <a:ext cx="8416416"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50"/>
                </a:solidFill>
                <a:effectLst/>
                <a:latin typeface="Segoe UI" panose="020B0502040204020203" pitchFamily="34" charset="0"/>
              </a:rPr>
              <a:t>Background Images</a:t>
            </a:r>
          </a:p>
        </p:txBody>
      </p:sp>
      <p:sp>
        <p:nvSpPr>
          <p:cNvPr id="22" name="Text Placeholder 5">
            <a:extLst>
              <a:ext uri="{FF2B5EF4-FFF2-40B4-BE49-F238E27FC236}">
                <a16:creationId xmlns:a16="http://schemas.microsoft.com/office/drawing/2014/main" id="{8CADA007-3432-5260-D238-83CFDAAACA5F}"/>
              </a:ext>
            </a:extLst>
          </p:cNvPr>
          <p:cNvSpPr txBox="1">
            <a:spLocks/>
          </p:cNvSpPr>
          <p:nvPr/>
        </p:nvSpPr>
        <p:spPr>
          <a:xfrm>
            <a:off x="414434" y="822834"/>
            <a:ext cx="4069884"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dirty="0">
                <a:solidFill>
                  <a:schemeClr val="accent1"/>
                </a:solidFill>
                <a:latin typeface="Segoe UI" panose="020B0502040204020203" pitchFamily="34" charset="0"/>
              </a:rPr>
              <a:t>background-size : 100% 100%</a:t>
            </a:r>
          </a:p>
        </p:txBody>
      </p:sp>
      <p:sp>
        <p:nvSpPr>
          <p:cNvPr id="23" name="Text Placeholder 5">
            <a:extLst>
              <a:ext uri="{FF2B5EF4-FFF2-40B4-BE49-F238E27FC236}">
                <a16:creationId xmlns:a16="http://schemas.microsoft.com/office/drawing/2014/main" id="{1C01B71B-ACBC-58F3-7FBE-B508C79BCFC0}"/>
              </a:ext>
            </a:extLst>
          </p:cNvPr>
          <p:cNvSpPr txBox="1">
            <a:spLocks/>
          </p:cNvSpPr>
          <p:nvPr/>
        </p:nvSpPr>
        <p:spPr>
          <a:xfrm>
            <a:off x="351179" y="1176396"/>
            <a:ext cx="10808887" cy="2308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500" dirty="0">
                <a:solidFill>
                  <a:srgbClr val="000000"/>
                </a:solidFill>
                <a:latin typeface="Verdana" panose="020B0604030504040204" pitchFamily="34" charset="0"/>
              </a:rPr>
              <a:t>the background image </a:t>
            </a:r>
            <a:r>
              <a:rPr lang="en-US" sz="1500" dirty="0">
                <a:solidFill>
                  <a:schemeClr val="accent1">
                    <a:lumMod val="40000"/>
                    <a:lumOff val="60000"/>
                  </a:schemeClr>
                </a:solidFill>
                <a:latin typeface="Verdana" panose="020B0604030504040204" pitchFamily="34" charset="0"/>
              </a:rPr>
              <a:t>will stretch to cover the entire </a:t>
            </a:r>
            <a:r>
              <a:rPr lang="en-US" sz="1500" dirty="0">
                <a:solidFill>
                  <a:srgbClr val="000000"/>
                </a:solidFill>
                <a:latin typeface="Verdana" panose="020B0604030504040204" pitchFamily="34" charset="0"/>
              </a:rPr>
              <a:t>content area:</a:t>
            </a:r>
          </a:p>
        </p:txBody>
      </p:sp>
      <p:pic>
        <p:nvPicPr>
          <p:cNvPr id="4" name="Picture 3" descr="A picture containing colorful, plant&#10;&#10;Description automatically generated">
            <a:extLst>
              <a:ext uri="{FF2B5EF4-FFF2-40B4-BE49-F238E27FC236}">
                <a16:creationId xmlns:a16="http://schemas.microsoft.com/office/drawing/2014/main" id="{D3E48AA0-D1E8-29E6-D4BE-75EB05B88C42}"/>
              </a:ext>
            </a:extLst>
          </p:cNvPr>
          <p:cNvPicPr>
            <a:picLocks noChangeAspect="1"/>
          </p:cNvPicPr>
          <p:nvPr/>
        </p:nvPicPr>
        <p:blipFill>
          <a:blip r:embed="rId4"/>
          <a:stretch>
            <a:fillRect/>
          </a:stretch>
        </p:blipFill>
        <p:spPr>
          <a:xfrm>
            <a:off x="414434" y="2034428"/>
            <a:ext cx="9868755" cy="3947502"/>
          </a:xfrm>
          <a:prstGeom prst="rect">
            <a:avLst/>
          </a:prstGeom>
        </p:spPr>
      </p:pic>
      <p:pic>
        <p:nvPicPr>
          <p:cNvPr id="2" name="Picture 2">
            <a:extLst>
              <a:ext uri="{FF2B5EF4-FFF2-40B4-BE49-F238E27FC236}">
                <a16:creationId xmlns:a16="http://schemas.microsoft.com/office/drawing/2014/main" id="{70AA6182-832E-C830-2686-D560B838E9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89057" y="6230530"/>
            <a:ext cx="2702943" cy="627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8778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1" name="Title 16">
            <a:extLst>
              <a:ext uri="{FF2B5EF4-FFF2-40B4-BE49-F238E27FC236}">
                <a16:creationId xmlns:a16="http://schemas.microsoft.com/office/drawing/2014/main" id="{CF8EBC11-E45F-FC57-275F-9366A8D913D9}"/>
              </a:ext>
            </a:extLst>
          </p:cNvPr>
          <p:cNvSpPr txBox="1">
            <a:spLocks/>
          </p:cNvSpPr>
          <p:nvPr/>
        </p:nvSpPr>
        <p:spPr>
          <a:xfrm>
            <a:off x="351179" y="84551"/>
            <a:ext cx="8416416"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50"/>
                </a:solidFill>
                <a:effectLst/>
                <a:latin typeface="Segoe UI" panose="020B0502040204020203" pitchFamily="34" charset="0"/>
              </a:rPr>
              <a:t>Background Images</a:t>
            </a:r>
          </a:p>
        </p:txBody>
      </p:sp>
      <p:sp>
        <p:nvSpPr>
          <p:cNvPr id="22" name="Text Placeholder 5">
            <a:extLst>
              <a:ext uri="{FF2B5EF4-FFF2-40B4-BE49-F238E27FC236}">
                <a16:creationId xmlns:a16="http://schemas.microsoft.com/office/drawing/2014/main" id="{8CADA007-3432-5260-D238-83CFDAAACA5F}"/>
              </a:ext>
            </a:extLst>
          </p:cNvPr>
          <p:cNvSpPr txBox="1">
            <a:spLocks/>
          </p:cNvSpPr>
          <p:nvPr/>
        </p:nvSpPr>
        <p:spPr>
          <a:xfrm>
            <a:off x="414434" y="822834"/>
            <a:ext cx="4069884"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dirty="0">
                <a:solidFill>
                  <a:schemeClr val="accent1"/>
                </a:solidFill>
                <a:latin typeface="Segoe UI" panose="020B0502040204020203" pitchFamily="34" charset="0"/>
              </a:rPr>
              <a:t>background-size : cover</a:t>
            </a:r>
          </a:p>
        </p:txBody>
      </p:sp>
      <p:sp>
        <p:nvSpPr>
          <p:cNvPr id="23" name="Text Placeholder 5">
            <a:extLst>
              <a:ext uri="{FF2B5EF4-FFF2-40B4-BE49-F238E27FC236}">
                <a16:creationId xmlns:a16="http://schemas.microsoft.com/office/drawing/2014/main" id="{1C01B71B-ACBC-58F3-7FBE-B508C79BCFC0}"/>
              </a:ext>
            </a:extLst>
          </p:cNvPr>
          <p:cNvSpPr txBox="1">
            <a:spLocks/>
          </p:cNvSpPr>
          <p:nvPr/>
        </p:nvSpPr>
        <p:spPr>
          <a:xfrm>
            <a:off x="351179" y="1176396"/>
            <a:ext cx="10808887" cy="4616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500" dirty="0">
                <a:solidFill>
                  <a:srgbClr val="000000"/>
                </a:solidFill>
                <a:latin typeface="Verdana" panose="020B0604030504040204" pitchFamily="34" charset="0"/>
              </a:rPr>
              <a:t>the background image will scale to cover the entire content area. Notice that the </a:t>
            </a:r>
            <a:r>
              <a:rPr lang="en-US" sz="1500" dirty="0">
                <a:solidFill>
                  <a:schemeClr val="accent1">
                    <a:lumMod val="40000"/>
                    <a:lumOff val="60000"/>
                  </a:schemeClr>
                </a:solidFill>
                <a:latin typeface="Verdana" panose="020B0604030504040204" pitchFamily="34" charset="0"/>
              </a:rPr>
              <a:t>"cover" value keeps the aspect ratio</a:t>
            </a:r>
            <a:r>
              <a:rPr lang="en-US" sz="1500" dirty="0">
                <a:solidFill>
                  <a:srgbClr val="000000"/>
                </a:solidFill>
                <a:latin typeface="Verdana" panose="020B0604030504040204" pitchFamily="34" charset="0"/>
              </a:rPr>
              <a:t>, and some part of the </a:t>
            </a:r>
            <a:r>
              <a:rPr lang="en-US" sz="1500" dirty="0">
                <a:solidFill>
                  <a:schemeClr val="accent1">
                    <a:lumMod val="40000"/>
                    <a:lumOff val="60000"/>
                  </a:schemeClr>
                </a:solidFill>
                <a:latin typeface="Verdana" panose="020B0604030504040204" pitchFamily="34" charset="0"/>
              </a:rPr>
              <a:t>background image may be </a:t>
            </a:r>
            <a:r>
              <a:rPr lang="en-US" sz="1500" dirty="0">
                <a:solidFill>
                  <a:srgbClr val="FF0000"/>
                </a:solidFill>
                <a:latin typeface="Verdana" panose="020B0604030504040204" pitchFamily="34" charset="0"/>
              </a:rPr>
              <a:t>clipped</a:t>
            </a:r>
            <a:r>
              <a:rPr lang="en-US" sz="1500" dirty="0">
                <a:solidFill>
                  <a:srgbClr val="000000"/>
                </a:solidFill>
                <a:latin typeface="Verdana" panose="020B0604030504040204" pitchFamily="34" charset="0"/>
              </a:rPr>
              <a:t>:</a:t>
            </a:r>
          </a:p>
        </p:txBody>
      </p:sp>
      <p:pic>
        <p:nvPicPr>
          <p:cNvPr id="5" name="Picture 4" descr="A picture containing tree, flower, sky, plant&#10;&#10;Description automatically generated">
            <a:extLst>
              <a:ext uri="{FF2B5EF4-FFF2-40B4-BE49-F238E27FC236}">
                <a16:creationId xmlns:a16="http://schemas.microsoft.com/office/drawing/2014/main" id="{F1F7605B-8329-B70F-C0E3-937881E85E9B}"/>
              </a:ext>
            </a:extLst>
          </p:cNvPr>
          <p:cNvPicPr>
            <a:picLocks noChangeAspect="1"/>
          </p:cNvPicPr>
          <p:nvPr/>
        </p:nvPicPr>
        <p:blipFill>
          <a:blip r:embed="rId4"/>
          <a:stretch>
            <a:fillRect/>
          </a:stretch>
        </p:blipFill>
        <p:spPr>
          <a:xfrm>
            <a:off x="575614" y="1980975"/>
            <a:ext cx="9838273" cy="4054191"/>
          </a:xfrm>
          <a:prstGeom prst="rect">
            <a:avLst/>
          </a:prstGeom>
        </p:spPr>
      </p:pic>
      <p:pic>
        <p:nvPicPr>
          <p:cNvPr id="2" name="Picture 2">
            <a:extLst>
              <a:ext uri="{FF2B5EF4-FFF2-40B4-BE49-F238E27FC236}">
                <a16:creationId xmlns:a16="http://schemas.microsoft.com/office/drawing/2014/main" id="{4F19264F-0EE9-6D86-B8AC-16C2AF4518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42408" y="6196486"/>
            <a:ext cx="2849592" cy="661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3702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1" name="Title 16">
            <a:extLst>
              <a:ext uri="{FF2B5EF4-FFF2-40B4-BE49-F238E27FC236}">
                <a16:creationId xmlns:a16="http://schemas.microsoft.com/office/drawing/2014/main" id="{CF8EBC11-E45F-FC57-275F-9366A8D913D9}"/>
              </a:ext>
            </a:extLst>
          </p:cNvPr>
          <p:cNvSpPr txBox="1">
            <a:spLocks/>
          </p:cNvSpPr>
          <p:nvPr/>
        </p:nvSpPr>
        <p:spPr>
          <a:xfrm>
            <a:off x="351179" y="84551"/>
            <a:ext cx="8416416"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50"/>
                </a:solidFill>
                <a:effectLst/>
                <a:latin typeface="Segoe UI" panose="020B0502040204020203" pitchFamily="34" charset="0"/>
              </a:rPr>
              <a:t>Different Images for Different Devices</a:t>
            </a:r>
          </a:p>
        </p:txBody>
      </p:sp>
      <p:sp>
        <p:nvSpPr>
          <p:cNvPr id="22" name="Text Placeholder 5">
            <a:extLst>
              <a:ext uri="{FF2B5EF4-FFF2-40B4-BE49-F238E27FC236}">
                <a16:creationId xmlns:a16="http://schemas.microsoft.com/office/drawing/2014/main" id="{8CADA007-3432-5260-D238-83CFDAAACA5F}"/>
              </a:ext>
            </a:extLst>
          </p:cNvPr>
          <p:cNvSpPr txBox="1">
            <a:spLocks/>
          </p:cNvSpPr>
          <p:nvPr/>
        </p:nvSpPr>
        <p:spPr>
          <a:xfrm>
            <a:off x="414434" y="822834"/>
            <a:ext cx="4069884"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dirty="0">
                <a:solidFill>
                  <a:schemeClr val="accent1"/>
                </a:solidFill>
                <a:latin typeface="Segoe UI" panose="020B0502040204020203" pitchFamily="34" charset="0"/>
              </a:rPr>
              <a:t>background-size : cover</a:t>
            </a:r>
          </a:p>
        </p:txBody>
      </p:sp>
      <p:sp>
        <p:nvSpPr>
          <p:cNvPr id="23" name="Text Placeholder 5">
            <a:extLst>
              <a:ext uri="{FF2B5EF4-FFF2-40B4-BE49-F238E27FC236}">
                <a16:creationId xmlns:a16="http://schemas.microsoft.com/office/drawing/2014/main" id="{1C01B71B-ACBC-58F3-7FBE-B508C79BCFC0}"/>
              </a:ext>
            </a:extLst>
          </p:cNvPr>
          <p:cNvSpPr txBox="1">
            <a:spLocks/>
          </p:cNvSpPr>
          <p:nvPr/>
        </p:nvSpPr>
        <p:spPr>
          <a:xfrm>
            <a:off x="351179" y="1176396"/>
            <a:ext cx="10808887" cy="124649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500" dirty="0">
                <a:solidFill>
                  <a:srgbClr val="000000"/>
                </a:solidFill>
                <a:latin typeface="Verdana" panose="020B0604030504040204" pitchFamily="34" charset="0"/>
              </a:rPr>
              <a:t>A large image can be perfect on a big computer screen, but useless on a small device. Why load a large image when you have to scale it down anyway? To reduce the load, or for any other reasons, you can use media queries to display different images on different devices.</a:t>
            </a:r>
          </a:p>
          <a:p>
            <a:pPr marL="0" indent="0">
              <a:buFont typeface="Wingdings" panose="05000000000000000000" pitchFamily="2" charset="2"/>
              <a:buNone/>
            </a:pPr>
            <a:endParaRPr lang="en-US" sz="1500" dirty="0">
              <a:solidFill>
                <a:srgbClr val="000000"/>
              </a:solidFill>
              <a:latin typeface="Verdana" panose="020B0604030504040204" pitchFamily="34" charset="0"/>
            </a:endParaRPr>
          </a:p>
          <a:p>
            <a:pPr marL="0" indent="0">
              <a:buFont typeface="Wingdings" panose="05000000000000000000" pitchFamily="2" charset="2"/>
              <a:buNone/>
            </a:pPr>
            <a:r>
              <a:rPr lang="en-US" sz="1500" dirty="0">
                <a:solidFill>
                  <a:srgbClr val="000000"/>
                </a:solidFill>
                <a:latin typeface="Verdana" panose="020B0604030504040204" pitchFamily="34" charset="0"/>
              </a:rPr>
              <a:t>Here is one large image and one smaller image that will be displayed on different devices:</a:t>
            </a:r>
          </a:p>
        </p:txBody>
      </p:sp>
      <p:pic>
        <p:nvPicPr>
          <p:cNvPr id="4" name="Picture 3" descr="A picture containing flower, colorful, plant&#10;&#10;Description automatically generated">
            <a:extLst>
              <a:ext uri="{FF2B5EF4-FFF2-40B4-BE49-F238E27FC236}">
                <a16:creationId xmlns:a16="http://schemas.microsoft.com/office/drawing/2014/main" id="{ACF7925F-ED61-0761-1251-6FA4713AC31A}"/>
              </a:ext>
            </a:extLst>
          </p:cNvPr>
          <p:cNvPicPr>
            <a:picLocks noChangeAspect="1"/>
          </p:cNvPicPr>
          <p:nvPr/>
        </p:nvPicPr>
        <p:blipFill>
          <a:blip r:embed="rId4"/>
          <a:stretch>
            <a:fillRect/>
          </a:stretch>
        </p:blipFill>
        <p:spPr>
          <a:xfrm>
            <a:off x="414434" y="2791739"/>
            <a:ext cx="4046555" cy="3286741"/>
          </a:xfrm>
          <a:prstGeom prst="rect">
            <a:avLst/>
          </a:prstGeom>
        </p:spPr>
      </p:pic>
      <p:pic>
        <p:nvPicPr>
          <p:cNvPr id="7" name="Picture 6" descr="Graphical user interface, text&#10;&#10;Description automatically generated">
            <a:extLst>
              <a:ext uri="{FF2B5EF4-FFF2-40B4-BE49-F238E27FC236}">
                <a16:creationId xmlns:a16="http://schemas.microsoft.com/office/drawing/2014/main" id="{C0F357C0-7856-8DF8-D0EC-0CD5E51DFE8A}"/>
              </a:ext>
            </a:extLst>
          </p:cNvPr>
          <p:cNvPicPr>
            <a:picLocks noChangeAspect="1"/>
          </p:cNvPicPr>
          <p:nvPr/>
        </p:nvPicPr>
        <p:blipFill>
          <a:blip r:embed="rId5"/>
          <a:stretch>
            <a:fillRect/>
          </a:stretch>
        </p:blipFill>
        <p:spPr>
          <a:xfrm>
            <a:off x="4957334" y="3188470"/>
            <a:ext cx="5733853" cy="2890010"/>
          </a:xfrm>
          <a:prstGeom prst="rect">
            <a:avLst/>
          </a:prstGeom>
        </p:spPr>
      </p:pic>
      <p:pic>
        <p:nvPicPr>
          <p:cNvPr id="2" name="Picture 2">
            <a:extLst>
              <a:ext uri="{FF2B5EF4-FFF2-40B4-BE49-F238E27FC236}">
                <a16:creationId xmlns:a16="http://schemas.microsoft.com/office/drawing/2014/main" id="{73CADD6F-EDD6-24D6-E7D2-9476CE7A42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21711" y="6145254"/>
            <a:ext cx="3070289" cy="7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5181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1" name="Title 16">
            <a:extLst>
              <a:ext uri="{FF2B5EF4-FFF2-40B4-BE49-F238E27FC236}">
                <a16:creationId xmlns:a16="http://schemas.microsoft.com/office/drawing/2014/main" id="{CF8EBC11-E45F-FC57-275F-9366A8D913D9}"/>
              </a:ext>
            </a:extLst>
          </p:cNvPr>
          <p:cNvSpPr txBox="1">
            <a:spLocks/>
          </p:cNvSpPr>
          <p:nvPr/>
        </p:nvSpPr>
        <p:spPr>
          <a:xfrm>
            <a:off x="351179" y="84551"/>
            <a:ext cx="8416416"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50"/>
                </a:solidFill>
                <a:effectLst/>
                <a:latin typeface="Segoe UI" panose="020B0502040204020203" pitchFamily="34" charset="0"/>
              </a:rPr>
              <a:t>Responsive Web Design - Videos</a:t>
            </a:r>
          </a:p>
        </p:txBody>
      </p:sp>
      <p:sp>
        <p:nvSpPr>
          <p:cNvPr id="22" name="Text Placeholder 5">
            <a:extLst>
              <a:ext uri="{FF2B5EF4-FFF2-40B4-BE49-F238E27FC236}">
                <a16:creationId xmlns:a16="http://schemas.microsoft.com/office/drawing/2014/main" id="{8CADA007-3432-5260-D238-83CFDAAACA5F}"/>
              </a:ext>
            </a:extLst>
          </p:cNvPr>
          <p:cNvSpPr txBox="1">
            <a:spLocks/>
          </p:cNvSpPr>
          <p:nvPr/>
        </p:nvSpPr>
        <p:spPr>
          <a:xfrm>
            <a:off x="414434" y="822834"/>
            <a:ext cx="4069884"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dirty="0">
                <a:solidFill>
                  <a:schemeClr val="accent1"/>
                </a:solidFill>
                <a:latin typeface="Segoe UI" panose="020B0502040204020203" pitchFamily="34" charset="0"/>
              </a:rPr>
              <a:t>Using The width Property</a:t>
            </a:r>
          </a:p>
        </p:txBody>
      </p:sp>
      <p:sp>
        <p:nvSpPr>
          <p:cNvPr id="23" name="Text Placeholder 5">
            <a:extLst>
              <a:ext uri="{FF2B5EF4-FFF2-40B4-BE49-F238E27FC236}">
                <a16:creationId xmlns:a16="http://schemas.microsoft.com/office/drawing/2014/main" id="{1C01B71B-ACBC-58F3-7FBE-B508C79BCFC0}"/>
              </a:ext>
            </a:extLst>
          </p:cNvPr>
          <p:cNvSpPr txBox="1">
            <a:spLocks/>
          </p:cNvSpPr>
          <p:nvPr/>
        </p:nvSpPr>
        <p:spPr>
          <a:xfrm>
            <a:off x="351179" y="1176396"/>
            <a:ext cx="10808887" cy="1541961"/>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500" dirty="0">
                <a:solidFill>
                  <a:srgbClr val="000000"/>
                </a:solidFill>
                <a:latin typeface="Verdana" panose="020B0604030504040204" pitchFamily="34" charset="0"/>
              </a:rPr>
              <a:t>If the width property is set to 100%, the video player will be responsive and scale up and down:</a:t>
            </a:r>
          </a:p>
          <a:p>
            <a:pPr marL="0" indent="0">
              <a:buFont typeface="Wingdings" panose="05000000000000000000" pitchFamily="2" charset="2"/>
              <a:buNone/>
            </a:pPr>
            <a:endParaRPr lang="en-US" sz="1500" dirty="0">
              <a:solidFill>
                <a:srgbClr val="000000"/>
              </a:solidFill>
              <a:latin typeface="Verdana" panose="020B0604030504040204" pitchFamily="34" charset="0"/>
            </a:endParaRPr>
          </a:p>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video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width</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100%</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height</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auto</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1600" dirty="0">
              <a:solidFill>
                <a:srgbClr val="000000"/>
              </a:solidFill>
              <a:latin typeface="Verdana" panose="020B0604030504040204" pitchFamily="34" charset="0"/>
            </a:endParaRPr>
          </a:p>
        </p:txBody>
      </p:sp>
      <p:sp>
        <p:nvSpPr>
          <p:cNvPr id="2" name="Text Placeholder 5">
            <a:extLst>
              <a:ext uri="{FF2B5EF4-FFF2-40B4-BE49-F238E27FC236}">
                <a16:creationId xmlns:a16="http://schemas.microsoft.com/office/drawing/2014/main" id="{EC71F5E2-3C29-B631-2FF3-C8C9B84CB67E}"/>
              </a:ext>
            </a:extLst>
          </p:cNvPr>
          <p:cNvSpPr txBox="1">
            <a:spLocks/>
          </p:cNvSpPr>
          <p:nvPr/>
        </p:nvSpPr>
        <p:spPr>
          <a:xfrm>
            <a:off x="414434" y="3256204"/>
            <a:ext cx="4069884"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dirty="0">
                <a:solidFill>
                  <a:schemeClr val="accent1"/>
                </a:solidFill>
                <a:latin typeface="Segoe UI" panose="020B0502040204020203" pitchFamily="34" charset="0"/>
              </a:rPr>
              <a:t>Using The max-width Property</a:t>
            </a:r>
          </a:p>
        </p:txBody>
      </p:sp>
      <p:sp>
        <p:nvSpPr>
          <p:cNvPr id="5" name="Text Placeholder 5">
            <a:extLst>
              <a:ext uri="{FF2B5EF4-FFF2-40B4-BE49-F238E27FC236}">
                <a16:creationId xmlns:a16="http://schemas.microsoft.com/office/drawing/2014/main" id="{4C34B064-A807-71A9-C764-75A8BB5C65FA}"/>
              </a:ext>
            </a:extLst>
          </p:cNvPr>
          <p:cNvSpPr txBox="1">
            <a:spLocks/>
          </p:cNvSpPr>
          <p:nvPr/>
        </p:nvSpPr>
        <p:spPr>
          <a:xfrm>
            <a:off x="351179" y="3609766"/>
            <a:ext cx="10808887" cy="177279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1500" dirty="0">
                <a:solidFill>
                  <a:srgbClr val="000000"/>
                </a:solidFill>
                <a:latin typeface="Verdana" panose="020B0604030504040204" pitchFamily="34" charset="0"/>
              </a:rPr>
              <a:t>If the max-width property is set to 100%, the video player will scale down if it has to, but never scale up to be larger than its original size:</a:t>
            </a:r>
          </a:p>
          <a:p>
            <a:pPr marL="0" indent="0">
              <a:buFont typeface="Wingdings" panose="05000000000000000000" pitchFamily="2" charset="2"/>
              <a:buNone/>
            </a:pPr>
            <a:endParaRPr lang="en-US" sz="1500" dirty="0">
              <a:solidFill>
                <a:srgbClr val="000000"/>
              </a:solidFill>
              <a:latin typeface="Verdana" panose="020B0604030504040204" pitchFamily="34" charset="0"/>
            </a:endParaRPr>
          </a:p>
          <a:p>
            <a:pPr marL="0" indent="0">
              <a:buFont typeface="Wingdings" panose="05000000000000000000" pitchFamily="2" charset="2"/>
              <a:buNone/>
            </a:pPr>
            <a:r>
              <a:rPr lang="en-US" sz="1600" b="0" i="0" dirty="0">
                <a:solidFill>
                  <a:srgbClr val="A52A2A"/>
                </a:solidFill>
                <a:effectLst/>
                <a:latin typeface="Consolas" panose="020B0609020204030204" pitchFamily="49" charset="0"/>
              </a:rPr>
              <a:t>video </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max-width</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100%</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FF0000"/>
                </a:solidFill>
                <a:effectLst/>
                <a:latin typeface="Consolas" panose="020B0609020204030204" pitchFamily="49" charset="0"/>
              </a:rPr>
              <a:t>  height</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 auto</a:t>
            </a:r>
            <a:r>
              <a:rPr lang="en-US" sz="1600" b="0" i="0" dirty="0">
                <a:solidFill>
                  <a:srgbClr val="000000"/>
                </a:solidFill>
                <a:effectLst/>
                <a:latin typeface="Consolas" panose="020B0609020204030204" pitchFamily="49" charset="0"/>
              </a:rPr>
              <a:t>;</a:t>
            </a:r>
            <a:br>
              <a:rPr lang="en-US" sz="1600" b="0" i="0" dirty="0">
                <a:solidFill>
                  <a:srgbClr val="FF0000"/>
                </a:solidFill>
                <a:effectLst/>
                <a:latin typeface="Consolas" panose="020B0609020204030204" pitchFamily="49" charset="0"/>
              </a:rPr>
            </a:br>
            <a:r>
              <a:rPr lang="en-US" sz="1600" b="0" i="0" dirty="0">
                <a:solidFill>
                  <a:srgbClr val="000000"/>
                </a:solidFill>
                <a:effectLst/>
                <a:latin typeface="Consolas" panose="020B0609020204030204" pitchFamily="49" charset="0"/>
              </a:rPr>
              <a:t>}</a:t>
            </a:r>
            <a:endParaRPr lang="en-US" sz="1600" dirty="0">
              <a:solidFill>
                <a:srgbClr val="000000"/>
              </a:solidFill>
              <a:latin typeface="Verdana" panose="020B0604030504040204" pitchFamily="34" charset="0"/>
            </a:endParaRPr>
          </a:p>
        </p:txBody>
      </p:sp>
      <p:pic>
        <p:nvPicPr>
          <p:cNvPr id="4" name="Picture 2">
            <a:extLst>
              <a:ext uri="{FF2B5EF4-FFF2-40B4-BE49-F238E27FC236}">
                <a16:creationId xmlns:a16="http://schemas.microsoft.com/office/drawing/2014/main" id="{FF8350A8-830E-072C-2326-E30D206E82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1711" y="6145254"/>
            <a:ext cx="3070289" cy="7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02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1" name="Title 16">
            <a:extLst>
              <a:ext uri="{FF2B5EF4-FFF2-40B4-BE49-F238E27FC236}">
                <a16:creationId xmlns:a16="http://schemas.microsoft.com/office/drawing/2014/main" id="{CF8EBC11-E45F-FC57-275F-9366A8D913D9}"/>
              </a:ext>
            </a:extLst>
          </p:cNvPr>
          <p:cNvSpPr txBox="1">
            <a:spLocks/>
          </p:cNvSpPr>
          <p:nvPr/>
        </p:nvSpPr>
        <p:spPr>
          <a:xfrm>
            <a:off x="351179" y="84551"/>
            <a:ext cx="8416416"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50"/>
                </a:solidFill>
                <a:effectLst/>
                <a:latin typeface="Segoe UI" panose="020B0502040204020203" pitchFamily="34" charset="0"/>
              </a:rPr>
              <a:t>Responsive Web Design - Frameworks</a:t>
            </a:r>
          </a:p>
        </p:txBody>
      </p:sp>
      <p:sp>
        <p:nvSpPr>
          <p:cNvPr id="22" name="Text Placeholder 5">
            <a:extLst>
              <a:ext uri="{FF2B5EF4-FFF2-40B4-BE49-F238E27FC236}">
                <a16:creationId xmlns:a16="http://schemas.microsoft.com/office/drawing/2014/main" id="{8CADA007-3432-5260-D238-83CFDAAACA5F}"/>
              </a:ext>
            </a:extLst>
          </p:cNvPr>
          <p:cNvSpPr txBox="1">
            <a:spLocks/>
          </p:cNvSpPr>
          <p:nvPr/>
        </p:nvSpPr>
        <p:spPr>
          <a:xfrm>
            <a:off x="414434" y="822834"/>
            <a:ext cx="4069884"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dirty="0">
                <a:solidFill>
                  <a:schemeClr val="accent1"/>
                </a:solidFill>
                <a:latin typeface="Segoe UI" panose="020B0502040204020203" pitchFamily="34" charset="0"/>
              </a:rPr>
              <a:t>Using Bootstrap</a:t>
            </a:r>
          </a:p>
        </p:txBody>
      </p:sp>
      <p:pic>
        <p:nvPicPr>
          <p:cNvPr id="8" name="Picture 7" descr="Graphical user interface, text, application, email&#10;&#10;Description automatically generated">
            <a:extLst>
              <a:ext uri="{FF2B5EF4-FFF2-40B4-BE49-F238E27FC236}">
                <a16:creationId xmlns:a16="http://schemas.microsoft.com/office/drawing/2014/main" id="{4C17511F-1196-A473-6CB2-40742AB4CF63}"/>
              </a:ext>
            </a:extLst>
          </p:cNvPr>
          <p:cNvPicPr>
            <a:picLocks noChangeAspect="1"/>
          </p:cNvPicPr>
          <p:nvPr/>
        </p:nvPicPr>
        <p:blipFill>
          <a:blip r:embed="rId4"/>
          <a:stretch>
            <a:fillRect/>
          </a:stretch>
        </p:blipFill>
        <p:spPr>
          <a:xfrm>
            <a:off x="351179" y="1196146"/>
            <a:ext cx="9922100" cy="4465707"/>
          </a:xfrm>
          <a:prstGeom prst="rect">
            <a:avLst/>
          </a:prstGeom>
        </p:spPr>
      </p:pic>
      <p:pic>
        <p:nvPicPr>
          <p:cNvPr id="2" name="Picture 2">
            <a:extLst>
              <a:ext uri="{FF2B5EF4-FFF2-40B4-BE49-F238E27FC236}">
                <a16:creationId xmlns:a16="http://schemas.microsoft.com/office/drawing/2014/main" id="{01C401D8-8468-2CB7-3614-A289A42A48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1711" y="6145254"/>
            <a:ext cx="3070289" cy="7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954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A picture containing clipart&#10;&#10;Description automatically generated">
            <a:extLst>
              <a:ext uri="{FF2B5EF4-FFF2-40B4-BE49-F238E27FC236}">
                <a16:creationId xmlns:a16="http://schemas.microsoft.com/office/drawing/2014/main" id="{41C9A300-857D-8FA4-6E0A-35E562BE486A}"/>
              </a:ext>
            </a:extLst>
          </p:cNvPr>
          <p:cNvPicPr>
            <a:picLocks noChangeAspect="1"/>
          </p:cNvPicPr>
          <p:nvPr/>
        </p:nvPicPr>
        <p:blipFill>
          <a:blip r:embed="rId3"/>
          <a:stretch>
            <a:fillRect/>
          </a:stretch>
        </p:blipFill>
        <p:spPr>
          <a:xfrm>
            <a:off x="11160066" y="0"/>
            <a:ext cx="1031933" cy="410817"/>
          </a:xfrm>
          <a:prstGeom prst="rect">
            <a:avLst/>
          </a:prstGeom>
        </p:spPr>
      </p:pic>
      <p:sp>
        <p:nvSpPr>
          <p:cNvPr id="21" name="Title 16">
            <a:extLst>
              <a:ext uri="{FF2B5EF4-FFF2-40B4-BE49-F238E27FC236}">
                <a16:creationId xmlns:a16="http://schemas.microsoft.com/office/drawing/2014/main" id="{CF8EBC11-E45F-FC57-275F-9366A8D913D9}"/>
              </a:ext>
            </a:extLst>
          </p:cNvPr>
          <p:cNvSpPr txBox="1">
            <a:spLocks/>
          </p:cNvSpPr>
          <p:nvPr/>
        </p:nvSpPr>
        <p:spPr>
          <a:xfrm>
            <a:off x="351179" y="84551"/>
            <a:ext cx="8416416" cy="553998"/>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lgn="l"/>
            <a:r>
              <a:rPr lang="en-US" b="0" i="0" dirty="0">
                <a:solidFill>
                  <a:srgbClr val="00B050"/>
                </a:solidFill>
                <a:effectLst/>
                <a:latin typeface="Segoe UI" panose="020B0502040204020203" pitchFamily="34" charset="0"/>
              </a:rPr>
              <a:t>Responsive Web Design - Frameworks</a:t>
            </a:r>
          </a:p>
        </p:txBody>
      </p:sp>
      <p:sp>
        <p:nvSpPr>
          <p:cNvPr id="22" name="Text Placeholder 5">
            <a:extLst>
              <a:ext uri="{FF2B5EF4-FFF2-40B4-BE49-F238E27FC236}">
                <a16:creationId xmlns:a16="http://schemas.microsoft.com/office/drawing/2014/main" id="{8CADA007-3432-5260-D238-83CFDAAACA5F}"/>
              </a:ext>
            </a:extLst>
          </p:cNvPr>
          <p:cNvSpPr txBox="1">
            <a:spLocks/>
          </p:cNvSpPr>
          <p:nvPr/>
        </p:nvSpPr>
        <p:spPr>
          <a:xfrm>
            <a:off x="414434" y="822834"/>
            <a:ext cx="4069884"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2000" dirty="0">
                <a:solidFill>
                  <a:schemeClr val="accent1"/>
                </a:solidFill>
                <a:latin typeface="Segoe UI" panose="020B0502040204020203" pitchFamily="34" charset="0"/>
              </a:rPr>
              <a:t>Using Bootstrap</a:t>
            </a:r>
          </a:p>
        </p:txBody>
      </p:sp>
      <p:pic>
        <p:nvPicPr>
          <p:cNvPr id="4" name="Picture 3" descr="Text&#10;&#10;Description automatically generated">
            <a:extLst>
              <a:ext uri="{FF2B5EF4-FFF2-40B4-BE49-F238E27FC236}">
                <a16:creationId xmlns:a16="http://schemas.microsoft.com/office/drawing/2014/main" id="{22DE2238-99B5-FB51-F691-B4A91117A89D}"/>
              </a:ext>
            </a:extLst>
          </p:cNvPr>
          <p:cNvPicPr>
            <a:picLocks noChangeAspect="1"/>
          </p:cNvPicPr>
          <p:nvPr/>
        </p:nvPicPr>
        <p:blipFill>
          <a:blip r:embed="rId4"/>
          <a:stretch>
            <a:fillRect/>
          </a:stretch>
        </p:blipFill>
        <p:spPr>
          <a:xfrm>
            <a:off x="414434" y="1464881"/>
            <a:ext cx="9502678" cy="3445322"/>
          </a:xfrm>
          <a:prstGeom prst="rect">
            <a:avLst/>
          </a:prstGeom>
        </p:spPr>
      </p:pic>
      <p:pic>
        <p:nvPicPr>
          <p:cNvPr id="2" name="Picture 2">
            <a:extLst>
              <a:ext uri="{FF2B5EF4-FFF2-40B4-BE49-F238E27FC236}">
                <a16:creationId xmlns:a16="http://schemas.microsoft.com/office/drawing/2014/main" id="{2F28F6B6-8991-E44C-D6BD-8939149A9D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1711" y="6145254"/>
            <a:ext cx="3070289" cy="7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3884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6">
            <a:extLst>
              <a:ext uri="{FF2B5EF4-FFF2-40B4-BE49-F238E27FC236}">
                <a16:creationId xmlns:a16="http://schemas.microsoft.com/office/drawing/2014/main" id="{2AA73AB6-73DA-6BD3-9807-309349115751}"/>
              </a:ext>
            </a:extLst>
          </p:cNvPr>
          <p:cNvSpPr>
            <a:spLocks noGrp="1"/>
          </p:cNvSpPr>
          <p:nvPr>
            <p:ph type="title"/>
          </p:nvPr>
        </p:nvSpPr>
        <p:spPr>
          <a:xfrm>
            <a:off x="265042" y="198782"/>
            <a:ext cx="4426228" cy="384721"/>
          </a:xfrm>
        </p:spPr>
        <p:txBody>
          <a:bodyPr/>
          <a:lstStyle/>
          <a:p>
            <a:pPr algn="l"/>
            <a:r>
              <a:rPr lang="en-US" sz="2500" dirty="0">
                <a:solidFill>
                  <a:srgbClr val="92D050"/>
                </a:solidFill>
                <a:latin typeface="Segoe UI" panose="020B0502040204020203" pitchFamily="34" charset="0"/>
              </a:rPr>
              <a:t>Flexbox</a:t>
            </a:r>
            <a:endParaRPr lang="en-US" sz="2500" b="0" i="0" dirty="0">
              <a:solidFill>
                <a:srgbClr val="92D050"/>
              </a:solidFill>
              <a:effectLst/>
              <a:latin typeface="Segoe UI" panose="020B0502040204020203" pitchFamily="34" charset="0"/>
            </a:endParaRPr>
          </a:p>
        </p:txBody>
      </p:sp>
      <p:pic>
        <p:nvPicPr>
          <p:cNvPr id="7" name="Picture 6" descr="A picture containing clipart&#10;&#10;Description automatically generated">
            <a:extLst>
              <a:ext uri="{FF2B5EF4-FFF2-40B4-BE49-F238E27FC236}">
                <a16:creationId xmlns:a16="http://schemas.microsoft.com/office/drawing/2014/main" id="{3BBE81A3-ACA6-5B44-899E-CA40CC77756F}"/>
              </a:ext>
            </a:extLst>
          </p:cNvPr>
          <p:cNvPicPr>
            <a:picLocks noChangeAspect="1"/>
          </p:cNvPicPr>
          <p:nvPr/>
        </p:nvPicPr>
        <p:blipFill>
          <a:blip r:embed="rId3"/>
          <a:stretch>
            <a:fillRect/>
          </a:stretch>
        </p:blipFill>
        <p:spPr>
          <a:xfrm>
            <a:off x="8829890" y="0"/>
            <a:ext cx="3362109" cy="1338470"/>
          </a:xfrm>
          <a:prstGeom prst="rect">
            <a:avLst/>
          </a:prstGeom>
        </p:spPr>
      </p:pic>
      <p:sp>
        <p:nvSpPr>
          <p:cNvPr id="9" name="AutoShape 2" descr="examples of the align-content property where a group of items cluster at the top or bottom, or stretch out to fill the space, or have spacing.">
            <a:extLst>
              <a:ext uri="{FF2B5EF4-FFF2-40B4-BE49-F238E27FC236}">
                <a16:creationId xmlns:a16="http://schemas.microsoft.com/office/drawing/2014/main" id="{4638864B-607B-79F8-0C5D-B10B0A2ED13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 Placeholder 5">
            <a:extLst>
              <a:ext uri="{FF2B5EF4-FFF2-40B4-BE49-F238E27FC236}">
                <a16:creationId xmlns:a16="http://schemas.microsoft.com/office/drawing/2014/main" id="{BBDA116D-C3B7-154B-F1CF-10D64853156B}"/>
              </a:ext>
            </a:extLst>
          </p:cNvPr>
          <p:cNvSpPr txBox="1">
            <a:spLocks/>
          </p:cNvSpPr>
          <p:nvPr/>
        </p:nvSpPr>
        <p:spPr>
          <a:xfrm>
            <a:off x="1648809" y="2537936"/>
            <a:ext cx="7266541" cy="1477328"/>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dirty="0">
                <a:solidFill>
                  <a:srgbClr val="000000"/>
                </a:solidFill>
                <a:latin typeface="Verdana" panose="020B0604030504040204" pitchFamily="34" charset="0"/>
              </a:rPr>
              <a:t>😂Like </a:t>
            </a:r>
            <a:r>
              <a:rPr lang="en-US" sz="2400" dirty="0" err="1">
                <a:solidFill>
                  <a:srgbClr val="000000"/>
                </a:solidFill>
                <a:latin typeface="Verdana" panose="020B0604030504040204" pitchFamily="34" charset="0"/>
              </a:rPr>
              <a:t>grraah</a:t>
            </a:r>
            <a:r>
              <a:rPr lang="en-US" sz="2400" dirty="0">
                <a:solidFill>
                  <a:srgbClr val="000000"/>
                </a:solidFill>
                <a:latin typeface="Verdana" panose="020B0604030504040204" pitchFamily="34" charset="0"/>
              </a:rPr>
              <a:t>, keep it a stack😂</a:t>
            </a:r>
          </a:p>
          <a:p>
            <a:pPr marL="0" indent="0" algn="ctr">
              <a:buNone/>
            </a:pPr>
            <a:endParaRPr lang="en-US" sz="2400" dirty="0">
              <a:solidFill>
                <a:srgbClr val="000000"/>
              </a:solidFill>
              <a:latin typeface="Verdana" panose="020B0604030504040204" pitchFamily="34" charset="0"/>
            </a:endParaRPr>
          </a:p>
          <a:p>
            <a:pPr marL="0" indent="0" algn="ctr">
              <a:buNone/>
            </a:pPr>
            <a:r>
              <a:rPr lang="en-US" sz="3600" dirty="0">
                <a:solidFill>
                  <a:srgbClr val="92D050"/>
                </a:solidFill>
                <a:latin typeface="Verdana" panose="020B0604030504040204" pitchFamily="34" charset="0"/>
              </a:rPr>
              <a:t>END</a:t>
            </a:r>
            <a:r>
              <a:rPr lang="en-US" sz="3600" dirty="0">
                <a:solidFill>
                  <a:srgbClr val="FF0000"/>
                </a:solidFill>
                <a:latin typeface="Verdana" panose="020B0604030504040204" pitchFamily="34" charset="0"/>
              </a:rPr>
              <a:t> OF </a:t>
            </a:r>
            <a:r>
              <a:rPr lang="en-US" sz="3600" dirty="0">
                <a:solidFill>
                  <a:srgbClr val="FFFF00"/>
                </a:solidFill>
                <a:latin typeface="Verdana" panose="020B0604030504040204" pitchFamily="34" charset="0"/>
              </a:rPr>
              <a:t>PRESENTATION</a:t>
            </a:r>
          </a:p>
        </p:txBody>
      </p:sp>
      <p:pic>
        <p:nvPicPr>
          <p:cNvPr id="3" name="Picture 2">
            <a:extLst>
              <a:ext uri="{FF2B5EF4-FFF2-40B4-BE49-F238E27FC236}">
                <a16:creationId xmlns:a16="http://schemas.microsoft.com/office/drawing/2014/main" id="{381B1E92-F8F9-2C23-9260-3F92DFF12A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1711" y="6145254"/>
            <a:ext cx="3070289" cy="7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3038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HITE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060840F4-8442-4154-AE03-05700860E1B6}" vid="{2CA35654-AA95-4EAF-8C1E-008A884F020F}"/>
    </a:ext>
  </a:extLst>
</a:theme>
</file>

<file path=ppt/theme/theme2.xml><?xml version="1.0" encoding="utf-8"?>
<a:theme xmlns:a="http://schemas.openxmlformats.org/drawingml/2006/main" name="SOFT BLACK TEMPLATE">
  <a:themeElements>
    <a:clrScheme name="Student Ambassador_2021">
      <a:dk1>
        <a:srgbClr val="000000"/>
      </a:dk1>
      <a:lt1>
        <a:srgbClr val="FFFFFF"/>
      </a:lt1>
      <a:dk2>
        <a:srgbClr val="2F2F2F"/>
      </a:dk2>
      <a:lt2>
        <a:srgbClr val="E6E6E6"/>
      </a:lt2>
      <a:accent1>
        <a:srgbClr val="0078D4"/>
      </a:accent1>
      <a:accent2>
        <a:srgbClr val="5C2D91"/>
      </a:accent2>
      <a:accent3>
        <a:srgbClr val="50E6FF"/>
      </a:accent3>
      <a:accent4>
        <a:srgbClr val="D59DFF"/>
      </a:accent4>
      <a:accent5>
        <a:srgbClr val="2F2F2F"/>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060840F4-8442-4154-AE03-05700860E1B6}" vid="{5909D274-6178-43D8-BFA6-D91DA2D0006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B4391967ADFE8469D6C015465AD315E" ma:contentTypeVersion="6" ma:contentTypeDescription="Create a new document." ma:contentTypeScope="" ma:versionID="6f9df93dbb38d2fa3f3e4a66f474d9fa">
  <xsd:schema xmlns:xsd="http://www.w3.org/2001/XMLSchema" xmlns:xs="http://www.w3.org/2001/XMLSchema" xmlns:p="http://schemas.microsoft.com/office/2006/metadata/properties" xmlns:ns2="b38ad2e8-7385-42ac-a943-76e9ea801cf0" xmlns:ns3="211ea7d1-7d09-49a0-8c96-644562ad20a0" targetNamespace="http://schemas.microsoft.com/office/2006/metadata/properties" ma:root="true" ma:fieldsID="d4594fc471f6b18a7a06048b98b19a2e" ns2:_="" ns3:_="">
    <xsd:import namespace="b38ad2e8-7385-42ac-a943-76e9ea801cf0"/>
    <xsd:import namespace="211ea7d1-7d09-49a0-8c96-644562ad20a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8ad2e8-7385-42ac-a943-76e9ea801c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11ea7d1-7d09-49a0-8c96-644562ad20a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211ea7d1-7d09-49a0-8c96-644562ad20a0">
      <UserInfo>
        <DisplayName>Justin Garrett</DisplayName>
        <AccountId>13</AccountId>
        <AccountType/>
      </UserInfo>
    </SharedWithUsers>
    <MediaLengthInSeconds xmlns="b38ad2e8-7385-42ac-a943-76e9ea801cf0" xsi:nil="true"/>
  </documentManagement>
</p:properties>
</file>

<file path=customXml/itemProps1.xml><?xml version="1.0" encoding="utf-8"?>
<ds:datastoreItem xmlns:ds="http://schemas.openxmlformats.org/officeDocument/2006/customXml" ds:itemID="{5DB83B76-7D03-4DE5-AF1E-BB7DE9851D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8ad2e8-7385-42ac-a943-76e9ea801cf0"/>
    <ds:schemaRef ds:uri="211ea7d1-7d09-49a0-8c96-644562ad20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F990F116-B58F-4255-B05B-DA3808E0E5C6}">
  <ds:schemaRefs>
    <ds:schemaRef ds:uri="211ea7d1-7d09-49a0-8c96-644562ad20a0"/>
    <ds:schemaRef ds:uri="http://purl.org/dc/terms/"/>
    <ds:schemaRef ds:uri="http://purl.org/dc/elements/1.1/"/>
    <ds:schemaRef ds:uri="http://www.w3.org/XML/1998/namespace"/>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b38ad2e8-7385-42ac-a943-76e9ea801cf0"/>
    <ds:schemaRef ds:uri="http://schemas.microsoft.com/office/2006/metadata/propertie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WHITE TEMPLATE</Template>
  <TotalTime>1672</TotalTime>
  <Words>1268</Words>
  <Application>Microsoft Office PowerPoint</Application>
  <PresentationFormat>Widescreen</PresentationFormat>
  <Paragraphs>117</Paragraphs>
  <Slides>17</Slides>
  <Notes>17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17</vt:i4>
      </vt:variant>
    </vt:vector>
  </HeadingPairs>
  <TitlesOfParts>
    <vt:vector size="27" baseType="lpstr">
      <vt:lpstr>Arial</vt:lpstr>
      <vt:lpstr>Consolas</vt:lpstr>
      <vt:lpstr>Segoe UI</vt:lpstr>
      <vt:lpstr>Segoe UI Light</vt:lpstr>
      <vt:lpstr>Segoe UI Semibold</vt:lpstr>
      <vt:lpstr>Segoe UI Semilight</vt:lpstr>
      <vt:lpstr>Verdana</vt:lpstr>
      <vt:lpstr>Wingdings</vt:lpstr>
      <vt:lpstr>WHITE TEMPLATE</vt:lpstr>
      <vt:lpstr>SOFT BLACK TEMPLATE</vt:lpstr>
      <vt:lpstr>By: Brian Kemboi</vt:lpstr>
      <vt:lpstr>Grid</vt:lpstr>
      <vt:lpstr>Designing For The Best Experience For All Users</vt:lpstr>
      <vt:lpstr>Size Content to The Viewport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Flexbox</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name or  presentation title</dc:title>
  <dc:subject>MSP Program</dc:subject>
  <dc:creator>"Heidi Laverty" &lt;heidi@mindseyepdx.com&gt;</dc:creator>
  <cp:keywords/>
  <dc:description/>
  <cp:lastModifiedBy>Brian Kemboi</cp:lastModifiedBy>
  <cp:revision>64</cp:revision>
  <dcterms:created xsi:type="dcterms:W3CDTF">2019-03-28T18:40:02Z</dcterms:created>
  <dcterms:modified xsi:type="dcterms:W3CDTF">2025-05-03T12:49:05Z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0x0101000B4391967ADFE8469D6C015465AD315E</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Order">
    <vt:r8>728100</vt:r8>
  </property>
  <property fmtid="{D5CDD505-2E9C-101B-9397-08002B2CF9AE}" pid="21" name="xd_Signature">
    <vt:bool>false</vt:bool>
  </property>
  <property fmtid="{D5CDD505-2E9C-101B-9397-08002B2CF9AE}" pid="22" name="xd_ProgID">
    <vt:lpwstr/>
  </property>
  <property fmtid="{D5CDD505-2E9C-101B-9397-08002B2CF9AE}" pid="23" name="ComplianceAssetId">
    <vt:lpwstr/>
  </property>
  <property fmtid="{D5CDD505-2E9C-101B-9397-08002B2CF9AE}" pid="24" name="TemplateUrl">
    <vt:lpwstr/>
  </property>
  <property fmtid="{D5CDD505-2E9C-101B-9397-08002B2CF9AE}" pid="25" name="MediaServiceImageTags">
    <vt:lpwstr/>
  </property>
  <property fmtid="{D5CDD505-2E9C-101B-9397-08002B2CF9AE}" pid="26" name="_ExtendedDescription">
    <vt:lpwstr/>
  </property>
  <property fmtid="{D5CDD505-2E9C-101B-9397-08002B2CF9AE}" pid="27" name="TriggerFlowInfo">
    <vt:lpwstr/>
  </property>
</Properties>
</file>