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2" r:id="rId13"/>
    <p:sldId id="293" r:id="rId14"/>
    <p:sldId id="294" r:id="rId15"/>
    <p:sldId id="295" r:id="rId16"/>
    <p:sldId id="296" r:id="rId17"/>
    <p:sldId id="292" r:id="rId18"/>
    <p:sldId id="270" r:id="rId19"/>
    <p:sldId id="276" r:id="rId20"/>
    <p:sldId id="273" r:id="rId21"/>
    <p:sldId id="281" r:id="rId22"/>
    <p:sldId id="278" r:id="rId23"/>
    <p:sldId id="275" r:id="rId24"/>
    <p:sldId id="274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303" r:id="rId34"/>
    <p:sldId id="297" r:id="rId35"/>
    <p:sldId id="300" r:id="rId36"/>
    <p:sldId id="301" r:id="rId37"/>
    <p:sldId id="311" r:id="rId38"/>
    <p:sldId id="302" r:id="rId39"/>
    <p:sldId id="312" r:id="rId40"/>
    <p:sldId id="298" r:id="rId41"/>
    <p:sldId id="299" r:id="rId42"/>
    <p:sldId id="304" r:id="rId43"/>
    <p:sldId id="305" r:id="rId44"/>
    <p:sldId id="306" r:id="rId45"/>
    <p:sldId id="307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08" r:id="rId54"/>
    <p:sldId id="310" r:id="rId55"/>
    <p:sldId id="322" r:id="rId56"/>
    <p:sldId id="323" r:id="rId57"/>
    <p:sldId id="324" r:id="rId58"/>
    <p:sldId id="325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30DD594-F490-4DE0-99CD-26E84B12C69D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Welcome to typescript" id="{FCBF97B8-0540-4B1C-9DD4-63644CBB6FD7}">
          <p14:sldIdLst>
            <p14:sldId id="263"/>
            <p14:sldId id="264"/>
            <p14:sldId id="265"/>
          </p14:sldIdLst>
        </p14:section>
        <p14:section name="Variables and Values" id="{35A82F84-D1C0-4A63-BC6D-3F684265A3AB}">
          <p14:sldIdLst>
            <p14:sldId id="266"/>
            <p14:sldId id="268"/>
          </p14:sldIdLst>
        </p14:section>
        <p14:section name="Special Types" id="{F2029917-EAE8-4B70-A604-B06E39DCF07B}">
          <p14:sldIdLst>
            <p14:sldId id="272"/>
            <p14:sldId id="293"/>
            <p14:sldId id="294"/>
            <p14:sldId id="295"/>
            <p14:sldId id="296"/>
          </p14:sldIdLst>
        </p14:section>
        <p14:section name="Objects, Arrays and Tuples" id="{1C143752-AD20-4547-88BE-974CB872C443}">
          <p14:sldIdLst>
            <p14:sldId id="292"/>
            <p14:sldId id="270"/>
            <p14:sldId id="276"/>
            <p14:sldId id="273"/>
            <p14:sldId id="281"/>
            <p14:sldId id="278"/>
            <p14:sldId id="275"/>
            <p14:sldId id="274"/>
            <p14:sldId id="279"/>
            <p14:sldId id="280"/>
          </p14:sldIdLst>
        </p14:section>
        <p14:section name="Union and Intersection Types" id="{92692EA9-5EE2-4637-AE0A-1BC608B17613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Interfaces and Type Aliases" id="{910DD902-283D-471E-B075-B4528670F1EA}">
          <p14:sldIdLst>
            <p14:sldId id="303"/>
            <p14:sldId id="297"/>
            <p14:sldId id="300"/>
            <p14:sldId id="301"/>
            <p14:sldId id="311"/>
            <p14:sldId id="302"/>
            <p14:sldId id="312"/>
            <p14:sldId id="298"/>
            <p14:sldId id="299"/>
            <p14:sldId id="304"/>
          </p14:sldIdLst>
        </p14:section>
        <p14:section name="Functions" id="{8E3E853B-1D84-4374-978D-BCFE6C29127D}">
          <p14:sldIdLst>
            <p14:sldId id="305"/>
            <p14:sldId id="306"/>
            <p14:sldId id="307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Casting" id="{6170D3DF-605F-43F5-B946-E88425F1D475}">
          <p14:sldIdLst>
            <p14:sldId id="308"/>
            <p14:sldId id="310"/>
            <p14:sldId id="322"/>
          </p14:sldIdLst>
        </p14:section>
        <p14:section name="Omit" id="{D2C152C0-5D9F-4F0F-96D5-9CBCC457C3E3}">
          <p14:sldIdLst>
            <p14:sldId id="323"/>
            <p14:sldId id="324"/>
            <p14:sldId id="325"/>
          </p14:sldIdLst>
        </p14:section>
        <p14:section name="Dictionary map, filter and reduce" id="{444545F3-5233-4BF5-BF5B-77CC823EE0B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D9E0-DE73-4EC5-A8CB-A73520ED6294}" v="33" dt="2024-05-02T07:50:19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Comba" userId="S::kevin.comba@teach2give.com::2b567b3b-fb93-46f1-8cbc-0c356b39981a" providerId="AD" clId="Web-{C81D7D09-4FEC-47D3-91B2-23BD525A6CC8}"/>
    <pc:docChg chg="modSld">
      <pc:chgData name="Kevin Comba" userId="S::kevin.comba@teach2give.com::2b567b3b-fb93-46f1-8cbc-0c356b39981a" providerId="AD" clId="Web-{C81D7D09-4FEC-47D3-91B2-23BD525A6CC8}" dt="2024-04-02T12:17:04.567" v="27" actId="14100"/>
      <pc:docMkLst>
        <pc:docMk/>
      </pc:docMkLst>
      <pc:sldChg chg="addSp modSp">
        <pc:chgData name="Kevin Comba" userId="S::kevin.comba@teach2give.com::2b567b3b-fb93-46f1-8cbc-0c356b39981a" providerId="AD" clId="Web-{C81D7D09-4FEC-47D3-91B2-23BD525A6CC8}" dt="2024-04-02T12:17:04.567" v="27" actId="14100"/>
        <pc:sldMkLst>
          <pc:docMk/>
          <pc:sldMk cId="3280428952" sldId="299"/>
        </pc:sldMkLst>
        <pc:spChg chg="mod">
          <ac:chgData name="Kevin Comba" userId="S::kevin.comba@teach2give.com::2b567b3b-fb93-46f1-8cbc-0c356b39981a" providerId="AD" clId="Web-{C81D7D09-4FEC-47D3-91B2-23BD525A6CC8}" dt="2024-04-02T12:16:52.457" v="24" actId="1076"/>
          <ac:spMkLst>
            <pc:docMk/>
            <pc:sldMk cId="3280428952" sldId="299"/>
            <ac:spMk id="4" creationId="{8903DB59-0098-DE67-1C60-B3913D9D79EA}"/>
          </ac:spMkLst>
        </pc:spChg>
        <pc:spChg chg="mod">
          <ac:chgData name="Kevin Comba" userId="S::kevin.comba@teach2give.com::2b567b3b-fb93-46f1-8cbc-0c356b39981a" providerId="AD" clId="Web-{C81D7D09-4FEC-47D3-91B2-23BD525A6CC8}" dt="2024-04-02T12:16:44.567" v="23" actId="1076"/>
          <ac:spMkLst>
            <pc:docMk/>
            <pc:sldMk cId="3280428952" sldId="299"/>
            <ac:spMk id="5" creationId="{19BB6290-0A45-6485-4ED6-C5C81834249A}"/>
          </ac:spMkLst>
        </pc:spChg>
        <pc:spChg chg="mod">
          <ac:chgData name="Kevin Comba" userId="S::kevin.comba@teach2give.com::2b567b3b-fb93-46f1-8cbc-0c356b39981a" providerId="AD" clId="Web-{C81D7D09-4FEC-47D3-91B2-23BD525A6CC8}" dt="2024-04-02T12:16:57.676" v="25" actId="1076"/>
          <ac:spMkLst>
            <pc:docMk/>
            <pc:sldMk cId="3280428952" sldId="299"/>
            <ac:spMk id="8" creationId="{D0775E92-B1BD-78A4-7410-851C3AC103A5}"/>
          </ac:spMkLst>
        </pc:spChg>
        <pc:spChg chg="mod">
          <ac:chgData name="Kevin Comba" userId="S::kevin.comba@teach2give.com::2b567b3b-fb93-46f1-8cbc-0c356b39981a" providerId="AD" clId="Web-{C81D7D09-4FEC-47D3-91B2-23BD525A6CC8}" dt="2024-04-02T12:17:04.567" v="27" actId="14100"/>
          <ac:spMkLst>
            <pc:docMk/>
            <pc:sldMk cId="3280428952" sldId="299"/>
            <ac:spMk id="9" creationId="{CCFB77D4-C62B-325D-90AF-E16E31F049E7}"/>
          </ac:spMkLst>
        </pc:spChg>
        <pc:picChg chg="add mod">
          <ac:chgData name="Kevin Comba" userId="S::kevin.comba@teach2give.com::2b567b3b-fb93-46f1-8cbc-0c356b39981a" providerId="AD" clId="Web-{C81D7D09-4FEC-47D3-91B2-23BD525A6CC8}" dt="2024-04-02T12:17:00.270" v="26" actId="1076"/>
          <ac:picMkLst>
            <pc:docMk/>
            <pc:sldMk cId="3280428952" sldId="299"/>
            <ac:picMk id="2" creationId="{7E115DA8-6EC5-78B3-6562-47F5E2058798}"/>
          </ac:picMkLst>
        </pc:picChg>
        <pc:picChg chg="mod">
          <ac:chgData name="Kevin Comba" userId="S::kevin.comba@teach2give.com::2b567b3b-fb93-46f1-8cbc-0c356b39981a" providerId="AD" clId="Web-{C81D7D09-4FEC-47D3-91B2-23BD525A6CC8}" dt="2024-04-02T12:16:27.347" v="18" actId="1076"/>
          <ac:picMkLst>
            <pc:docMk/>
            <pc:sldMk cId="3280428952" sldId="299"/>
            <ac:picMk id="3" creationId="{E9EBEA89-FC64-F917-29D0-3D7647A128D4}"/>
          </ac:picMkLst>
        </pc:picChg>
      </pc:sldChg>
    </pc:docChg>
  </pc:docChgLst>
  <pc:docChgLst>
    <pc:chgData name="Kevin Comba" userId="2b567b3b-fb93-46f1-8cbc-0c356b39981a" providerId="ADAL" clId="{B0A9838E-FA26-49C8-843B-FCD777EE5498}"/>
    <pc:docChg chg="undo redo custSel addSld delSld modSld sldOrd addSection delSection modSection">
      <pc:chgData name="Kevin Comba" userId="2b567b3b-fb93-46f1-8cbc-0c356b39981a" providerId="ADAL" clId="{B0A9838E-FA26-49C8-843B-FCD777EE5498}" dt="2024-04-02T11:39:24.783" v="2408" actId="14100"/>
      <pc:docMkLst>
        <pc:docMk/>
      </pc:docMkLst>
      <pc:sldChg chg="addSp delSp modSp new del mod setBg">
        <pc:chgData name="Kevin Comba" userId="2b567b3b-fb93-46f1-8cbc-0c356b39981a" providerId="ADAL" clId="{B0A9838E-FA26-49C8-843B-FCD777EE5498}" dt="2024-04-02T11:21:36.894" v="2202" actId="2696"/>
        <pc:sldMkLst>
          <pc:docMk/>
          <pc:sldMk cId="3264818365" sldId="256"/>
        </pc:sldMkLst>
        <pc:spChg chg="del mod">
          <ac:chgData name="Kevin Comba" userId="2b567b3b-fb93-46f1-8cbc-0c356b39981a" providerId="ADAL" clId="{B0A9838E-FA26-49C8-843B-FCD777EE5498}" dt="2024-03-01T13:45:10.472" v="19" actId="478"/>
          <ac:spMkLst>
            <pc:docMk/>
            <pc:sldMk cId="3264818365" sldId="256"/>
            <ac:spMk id="2" creationId="{C7D631EB-01E9-3E92-C510-3E86F6406D28}"/>
          </ac:spMkLst>
        </pc:spChg>
        <pc:spChg chg="del">
          <ac:chgData name="Kevin Comba" userId="2b567b3b-fb93-46f1-8cbc-0c356b39981a" providerId="ADAL" clId="{B0A9838E-FA26-49C8-843B-FCD777EE5498}" dt="2024-03-01T13:41:03.384" v="17" actId="478"/>
          <ac:spMkLst>
            <pc:docMk/>
            <pc:sldMk cId="3264818365" sldId="256"/>
            <ac:spMk id="3" creationId="{180FCE87-DC3D-4064-16AA-9795B4A27C69}"/>
          </ac:spMkLst>
        </pc:spChg>
        <pc:spChg chg="add del mod">
          <ac:chgData name="Kevin Comba" userId="2b567b3b-fb93-46f1-8cbc-0c356b39981a" providerId="ADAL" clId="{B0A9838E-FA26-49C8-843B-FCD777EE5498}" dt="2024-03-01T13:45:13.915" v="20" actId="478"/>
          <ac:spMkLst>
            <pc:docMk/>
            <pc:sldMk cId="3264818365" sldId="256"/>
            <ac:spMk id="5" creationId="{6C0A2E8C-D1E3-B6DE-A7B7-D327029E0FF7}"/>
          </ac:spMkLst>
        </pc:spChg>
        <pc:spChg chg="add">
          <ac:chgData name="Kevin Comba" userId="2b567b3b-fb93-46f1-8cbc-0c356b39981a" providerId="ADAL" clId="{B0A9838E-FA26-49C8-843B-FCD777EE5498}" dt="2024-03-01T13:45:26.874" v="22" actId="26606"/>
          <ac:spMkLst>
            <pc:docMk/>
            <pc:sldMk cId="3264818365" sldId="256"/>
            <ac:spMk id="1031" creationId="{F3060C83-F051-4F0E-ABAD-AA0DFC48B218}"/>
          </ac:spMkLst>
        </pc:spChg>
        <pc:spChg chg="add">
          <ac:chgData name="Kevin Comba" userId="2b567b3b-fb93-46f1-8cbc-0c356b39981a" providerId="ADAL" clId="{B0A9838E-FA26-49C8-843B-FCD777EE5498}" dt="2024-03-01T13:45:26.874" v="22" actId="26606"/>
          <ac:spMkLst>
            <pc:docMk/>
            <pc:sldMk cId="3264818365" sldId="256"/>
            <ac:spMk id="1033" creationId="{83C98ABE-055B-441F-B07E-44F97F083C39}"/>
          </ac:spMkLst>
        </pc:spChg>
        <pc:spChg chg="add">
          <ac:chgData name="Kevin Comba" userId="2b567b3b-fb93-46f1-8cbc-0c356b39981a" providerId="ADAL" clId="{B0A9838E-FA26-49C8-843B-FCD777EE5498}" dt="2024-03-01T13:45:26.874" v="22" actId="26606"/>
          <ac:spMkLst>
            <pc:docMk/>
            <pc:sldMk cId="3264818365" sldId="256"/>
            <ac:spMk id="1035" creationId="{29FDB030-9B49-4CED-8CCD-4D99382388AC}"/>
          </ac:spMkLst>
        </pc:spChg>
        <pc:spChg chg="add">
          <ac:chgData name="Kevin Comba" userId="2b567b3b-fb93-46f1-8cbc-0c356b39981a" providerId="ADAL" clId="{B0A9838E-FA26-49C8-843B-FCD777EE5498}" dt="2024-03-01T13:45:26.874" v="22" actId="26606"/>
          <ac:spMkLst>
            <pc:docMk/>
            <pc:sldMk cId="3264818365" sldId="256"/>
            <ac:spMk id="1037" creationId="{3783CA14-24A1-485C-8B30-D6A5D87987AD}"/>
          </ac:spMkLst>
        </pc:spChg>
        <pc:spChg chg="add">
          <ac:chgData name="Kevin Comba" userId="2b567b3b-fb93-46f1-8cbc-0c356b39981a" providerId="ADAL" clId="{B0A9838E-FA26-49C8-843B-FCD777EE5498}" dt="2024-03-01T13:45:26.874" v="22" actId="26606"/>
          <ac:spMkLst>
            <pc:docMk/>
            <pc:sldMk cId="3264818365" sldId="256"/>
            <ac:spMk id="1039" creationId="{9A97C86A-04D6-40F7-AE84-31AB43E6A846}"/>
          </ac:spMkLst>
        </pc:spChg>
        <pc:spChg chg="add">
          <ac:chgData name="Kevin Comba" userId="2b567b3b-fb93-46f1-8cbc-0c356b39981a" providerId="ADAL" clId="{B0A9838E-FA26-49C8-843B-FCD777EE5498}" dt="2024-03-01T13:45:26.874" v="22" actId="26606"/>
          <ac:spMkLst>
            <pc:docMk/>
            <pc:sldMk cId="3264818365" sldId="256"/>
            <ac:spMk id="1041" creationId="{FF9F2414-84E8-453E-B1F3-389FDE8192D9}"/>
          </ac:spMkLst>
        </pc:spChg>
        <pc:spChg chg="add">
          <ac:chgData name="Kevin Comba" userId="2b567b3b-fb93-46f1-8cbc-0c356b39981a" providerId="ADAL" clId="{B0A9838E-FA26-49C8-843B-FCD777EE5498}" dt="2024-03-01T13:45:26.874" v="22" actId="26606"/>
          <ac:spMkLst>
            <pc:docMk/>
            <pc:sldMk cId="3264818365" sldId="256"/>
            <ac:spMk id="1043" creationId="{3ECA69A1-7536-43AC-85EF-C7106179F5ED}"/>
          </ac:spMkLst>
        </pc:spChg>
        <pc:picChg chg="add mod">
          <ac:chgData name="Kevin Comba" userId="2b567b3b-fb93-46f1-8cbc-0c356b39981a" providerId="ADAL" clId="{B0A9838E-FA26-49C8-843B-FCD777EE5498}" dt="2024-03-01T13:45:26.874" v="22" actId="26606"/>
          <ac:picMkLst>
            <pc:docMk/>
            <pc:sldMk cId="3264818365" sldId="256"/>
            <ac:picMk id="1026" creationId="{7CCE6570-FA41-716C-AEE4-52A8ABD13C88}"/>
          </ac:picMkLst>
        </pc:picChg>
      </pc:sldChg>
      <pc:sldChg chg="addSp delSp modSp add del mod ord">
        <pc:chgData name="Kevin Comba" userId="2b567b3b-fb93-46f1-8cbc-0c356b39981a" providerId="ADAL" clId="{B0A9838E-FA26-49C8-843B-FCD777EE5498}" dt="2024-04-02T11:21:52.321" v="2203" actId="20578"/>
        <pc:sldMkLst>
          <pc:docMk/>
          <pc:sldMk cId="405857608" sldId="257"/>
        </pc:sldMkLst>
        <pc:spChg chg="del">
          <ac:chgData name="Kevin Comba" userId="2b567b3b-fb93-46f1-8cbc-0c356b39981a" providerId="ADAL" clId="{B0A9838E-FA26-49C8-843B-FCD777EE5498}" dt="2024-03-01T13:45:44.317" v="26" actId="26606"/>
          <ac:spMkLst>
            <pc:docMk/>
            <pc:sldMk cId="405857608" sldId="257"/>
            <ac:spMk id="1031" creationId="{F3060C83-F051-4F0E-ABAD-AA0DFC48B218}"/>
          </ac:spMkLst>
        </pc:spChg>
        <pc:spChg chg="del">
          <ac:chgData name="Kevin Comba" userId="2b567b3b-fb93-46f1-8cbc-0c356b39981a" providerId="ADAL" clId="{B0A9838E-FA26-49C8-843B-FCD777EE5498}" dt="2024-03-01T13:45:44.317" v="26" actId="26606"/>
          <ac:spMkLst>
            <pc:docMk/>
            <pc:sldMk cId="405857608" sldId="257"/>
            <ac:spMk id="1033" creationId="{83C98ABE-055B-441F-B07E-44F97F083C39}"/>
          </ac:spMkLst>
        </pc:spChg>
        <pc:spChg chg="del">
          <ac:chgData name="Kevin Comba" userId="2b567b3b-fb93-46f1-8cbc-0c356b39981a" providerId="ADAL" clId="{B0A9838E-FA26-49C8-843B-FCD777EE5498}" dt="2024-03-01T13:45:44.317" v="26" actId="26606"/>
          <ac:spMkLst>
            <pc:docMk/>
            <pc:sldMk cId="405857608" sldId="257"/>
            <ac:spMk id="1035" creationId="{29FDB030-9B49-4CED-8CCD-4D99382388AC}"/>
          </ac:spMkLst>
        </pc:spChg>
        <pc:spChg chg="del">
          <ac:chgData name="Kevin Comba" userId="2b567b3b-fb93-46f1-8cbc-0c356b39981a" providerId="ADAL" clId="{B0A9838E-FA26-49C8-843B-FCD777EE5498}" dt="2024-03-01T13:45:44.317" v="26" actId="26606"/>
          <ac:spMkLst>
            <pc:docMk/>
            <pc:sldMk cId="405857608" sldId="257"/>
            <ac:spMk id="1037" creationId="{3783CA14-24A1-485C-8B30-D6A5D87987AD}"/>
          </ac:spMkLst>
        </pc:spChg>
        <pc:spChg chg="del">
          <ac:chgData name="Kevin Comba" userId="2b567b3b-fb93-46f1-8cbc-0c356b39981a" providerId="ADAL" clId="{B0A9838E-FA26-49C8-843B-FCD777EE5498}" dt="2024-03-01T13:45:44.317" v="26" actId="26606"/>
          <ac:spMkLst>
            <pc:docMk/>
            <pc:sldMk cId="405857608" sldId="257"/>
            <ac:spMk id="1039" creationId="{9A97C86A-04D6-40F7-AE84-31AB43E6A846}"/>
          </ac:spMkLst>
        </pc:spChg>
        <pc:spChg chg="del">
          <ac:chgData name="Kevin Comba" userId="2b567b3b-fb93-46f1-8cbc-0c356b39981a" providerId="ADAL" clId="{B0A9838E-FA26-49C8-843B-FCD777EE5498}" dt="2024-03-01T13:45:44.317" v="26" actId="26606"/>
          <ac:spMkLst>
            <pc:docMk/>
            <pc:sldMk cId="405857608" sldId="257"/>
            <ac:spMk id="1041" creationId="{FF9F2414-84E8-453E-B1F3-389FDE8192D9}"/>
          </ac:spMkLst>
        </pc:spChg>
        <pc:spChg chg="del">
          <ac:chgData name="Kevin Comba" userId="2b567b3b-fb93-46f1-8cbc-0c356b39981a" providerId="ADAL" clId="{B0A9838E-FA26-49C8-843B-FCD777EE5498}" dt="2024-03-01T13:45:44.317" v="26" actId="26606"/>
          <ac:spMkLst>
            <pc:docMk/>
            <pc:sldMk cId="405857608" sldId="257"/>
            <ac:spMk id="1043" creationId="{3ECA69A1-7536-43AC-85EF-C7106179F5ED}"/>
          </ac:spMkLst>
        </pc:spChg>
        <pc:spChg chg="add">
          <ac:chgData name="Kevin Comba" userId="2b567b3b-fb93-46f1-8cbc-0c356b39981a" providerId="ADAL" clId="{B0A9838E-FA26-49C8-843B-FCD777EE5498}" dt="2024-03-01T13:45:44.317" v="26" actId="26606"/>
          <ac:spMkLst>
            <pc:docMk/>
            <pc:sldMk cId="405857608" sldId="257"/>
            <ac:spMk id="1048" creationId="{4613B4A9-1C7C-4729-A016-AB42D3979460}"/>
          </ac:spMkLst>
        </pc:spChg>
        <pc:picChg chg="mod">
          <ac:chgData name="Kevin Comba" userId="2b567b3b-fb93-46f1-8cbc-0c356b39981a" providerId="ADAL" clId="{B0A9838E-FA26-49C8-843B-FCD777EE5498}" dt="2024-03-01T13:45:44.317" v="26" actId="26606"/>
          <ac:picMkLst>
            <pc:docMk/>
            <pc:sldMk cId="405857608" sldId="257"/>
            <ac:picMk id="1026" creationId="{7CCE6570-FA41-716C-AEE4-52A8ABD13C88}"/>
          </ac:picMkLst>
        </pc:picChg>
      </pc:sldChg>
      <pc:sldChg chg="addSp modSp new mod setBg addAnim">
        <pc:chgData name="Kevin Comba" userId="2b567b3b-fb93-46f1-8cbc-0c356b39981a" providerId="ADAL" clId="{B0A9838E-FA26-49C8-843B-FCD777EE5498}" dt="2024-03-24T13:19:41.392" v="97" actId="20577"/>
        <pc:sldMkLst>
          <pc:docMk/>
          <pc:sldMk cId="1497762493" sldId="258"/>
        </pc:sldMkLst>
        <pc:spChg chg="mod">
          <ac:chgData name="Kevin Comba" userId="2b567b3b-fb93-46f1-8cbc-0c356b39981a" providerId="ADAL" clId="{B0A9838E-FA26-49C8-843B-FCD777EE5498}" dt="2024-03-24T13:19:22.439" v="86" actId="26606"/>
          <ac:spMkLst>
            <pc:docMk/>
            <pc:sldMk cId="1497762493" sldId="258"/>
            <ac:spMk id="2" creationId="{5B07FDB1-7624-8269-0CDF-038A93A7296F}"/>
          </ac:spMkLst>
        </pc:spChg>
        <pc:spChg chg="mod">
          <ac:chgData name="Kevin Comba" userId="2b567b3b-fb93-46f1-8cbc-0c356b39981a" providerId="ADAL" clId="{B0A9838E-FA26-49C8-843B-FCD777EE5498}" dt="2024-03-24T13:19:41.392" v="97" actId="20577"/>
          <ac:spMkLst>
            <pc:docMk/>
            <pc:sldMk cId="1497762493" sldId="258"/>
            <ac:spMk id="3" creationId="{51F1E03C-17DA-010D-CB61-7E80D5C34A79}"/>
          </ac:spMkLst>
        </pc:spChg>
        <pc:spChg chg="add">
          <ac:chgData name="Kevin Comba" userId="2b567b3b-fb93-46f1-8cbc-0c356b39981a" providerId="ADAL" clId="{B0A9838E-FA26-49C8-843B-FCD777EE5498}" dt="2024-03-24T13:19:22.439" v="86" actId="26606"/>
          <ac:spMkLst>
            <pc:docMk/>
            <pc:sldMk cId="1497762493" sldId="258"/>
            <ac:spMk id="9" creationId="{9B7AD9F6-8CE7-4299-8FC6-328F4DCD3FF9}"/>
          </ac:spMkLst>
        </pc:spChg>
        <pc:spChg chg="add">
          <ac:chgData name="Kevin Comba" userId="2b567b3b-fb93-46f1-8cbc-0c356b39981a" providerId="ADAL" clId="{B0A9838E-FA26-49C8-843B-FCD777EE5498}" dt="2024-03-24T13:19:22.439" v="86" actId="26606"/>
          <ac:spMkLst>
            <pc:docMk/>
            <pc:sldMk cId="1497762493" sldId="258"/>
            <ac:spMk id="11" creationId="{F49775AF-8896-43EE-92C6-83497D6DC56F}"/>
          </ac:spMkLst>
        </pc:spChg>
        <pc:picChg chg="add">
          <ac:chgData name="Kevin Comba" userId="2b567b3b-fb93-46f1-8cbc-0c356b39981a" providerId="ADAL" clId="{B0A9838E-FA26-49C8-843B-FCD777EE5498}" dt="2024-03-24T13:19:22.439" v="86" actId="26606"/>
          <ac:picMkLst>
            <pc:docMk/>
            <pc:sldMk cId="1497762493" sldId="258"/>
            <ac:picMk id="5" creationId="{DE34263D-3890-C265-2202-B053BFA27FC3}"/>
          </ac:picMkLst>
        </pc:picChg>
      </pc:sldChg>
      <pc:sldChg chg="addSp delSp modSp add mod modAnim">
        <pc:chgData name="Kevin Comba" userId="2b567b3b-fb93-46f1-8cbc-0c356b39981a" providerId="ADAL" clId="{B0A9838E-FA26-49C8-843B-FCD777EE5498}" dt="2024-03-24T13:23:59.472" v="114" actId="26606"/>
        <pc:sldMkLst>
          <pc:docMk/>
          <pc:sldMk cId="4237052315" sldId="259"/>
        </pc:sldMkLst>
        <pc:spChg chg="mod">
          <ac:chgData name="Kevin Comba" userId="2b567b3b-fb93-46f1-8cbc-0c356b39981a" providerId="ADAL" clId="{B0A9838E-FA26-49C8-843B-FCD777EE5498}" dt="2024-03-24T13:23:59.472" v="114" actId="26606"/>
          <ac:spMkLst>
            <pc:docMk/>
            <pc:sldMk cId="4237052315" sldId="259"/>
            <ac:spMk id="2" creationId="{5B07FDB1-7624-8269-0CDF-038A93A7296F}"/>
          </ac:spMkLst>
        </pc:spChg>
        <pc:spChg chg="mod">
          <ac:chgData name="Kevin Comba" userId="2b567b3b-fb93-46f1-8cbc-0c356b39981a" providerId="ADAL" clId="{B0A9838E-FA26-49C8-843B-FCD777EE5498}" dt="2024-03-24T13:23:59.472" v="114" actId="26606"/>
          <ac:spMkLst>
            <pc:docMk/>
            <pc:sldMk cId="4237052315" sldId="259"/>
            <ac:spMk id="3" creationId="{51F1E03C-17DA-010D-CB61-7E80D5C34A79}"/>
          </ac:spMkLst>
        </pc:spChg>
        <pc:spChg chg="del">
          <ac:chgData name="Kevin Comba" userId="2b567b3b-fb93-46f1-8cbc-0c356b39981a" providerId="ADAL" clId="{B0A9838E-FA26-49C8-843B-FCD777EE5498}" dt="2024-03-24T13:23:59.472" v="114" actId="26606"/>
          <ac:spMkLst>
            <pc:docMk/>
            <pc:sldMk cId="4237052315" sldId="259"/>
            <ac:spMk id="9" creationId="{9B7AD9F6-8CE7-4299-8FC6-328F4DCD3FF9}"/>
          </ac:spMkLst>
        </pc:spChg>
        <pc:spChg chg="del">
          <ac:chgData name="Kevin Comba" userId="2b567b3b-fb93-46f1-8cbc-0c356b39981a" providerId="ADAL" clId="{B0A9838E-FA26-49C8-843B-FCD777EE5498}" dt="2024-03-24T13:23:59.472" v="114" actId="26606"/>
          <ac:spMkLst>
            <pc:docMk/>
            <pc:sldMk cId="4237052315" sldId="259"/>
            <ac:spMk id="11" creationId="{F49775AF-8896-43EE-92C6-83497D6DC56F}"/>
          </ac:spMkLst>
        </pc:spChg>
        <pc:spChg chg="add">
          <ac:chgData name="Kevin Comba" userId="2b567b3b-fb93-46f1-8cbc-0c356b39981a" providerId="ADAL" clId="{B0A9838E-FA26-49C8-843B-FCD777EE5498}" dt="2024-03-24T13:23:59.472" v="114" actId="26606"/>
          <ac:spMkLst>
            <pc:docMk/>
            <pc:sldMk cId="4237052315" sldId="259"/>
            <ac:spMk id="16" creationId="{777A147A-9ED8-46B4-8660-1B3C2AA880B5}"/>
          </ac:spMkLst>
        </pc:spChg>
        <pc:spChg chg="add">
          <ac:chgData name="Kevin Comba" userId="2b567b3b-fb93-46f1-8cbc-0c356b39981a" providerId="ADAL" clId="{B0A9838E-FA26-49C8-843B-FCD777EE5498}" dt="2024-03-24T13:23:59.472" v="114" actId="26606"/>
          <ac:spMkLst>
            <pc:docMk/>
            <pc:sldMk cId="4237052315" sldId="259"/>
            <ac:spMk id="18" creationId="{5D6C15A0-C087-4593-8414-2B4EC1CDC3DE}"/>
          </ac:spMkLst>
        </pc:spChg>
        <pc:picChg chg="del">
          <ac:chgData name="Kevin Comba" userId="2b567b3b-fb93-46f1-8cbc-0c356b39981a" providerId="ADAL" clId="{B0A9838E-FA26-49C8-843B-FCD777EE5498}" dt="2024-03-24T13:20:08.001" v="99" actId="478"/>
          <ac:picMkLst>
            <pc:docMk/>
            <pc:sldMk cId="4237052315" sldId="259"/>
            <ac:picMk id="5" creationId="{DE34263D-3890-C265-2202-B053BFA27FC3}"/>
          </ac:picMkLst>
        </pc:picChg>
      </pc:sldChg>
      <pc:sldChg chg="addSp delSp modSp add mod delAnim modAnim">
        <pc:chgData name="Kevin Comba" userId="2b567b3b-fb93-46f1-8cbc-0c356b39981a" providerId="ADAL" clId="{B0A9838E-FA26-49C8-843B-FCD777EE5498}" dt="2024-03-24T13:28:01.159" v="165" actId="1076"/>
        <pc:sldMkLst>
          <pc:docMk/>
          <pc:sldMk cId="1549378435" sldId="260"/>
        </pc:sldMkLst>
        <pc:spChg chg="mod">
          <ac:chgData name="Kevin Comba" userId="2b567b3b-fb93-46f1-8cbc-0c356b39981a" providerId="ADAL" clId="{B0A9838E-FA26-49C8-843B-FCD777EE5498}" dt="2024-03-24T13:25:49.205" v="159" actId="26606"/>
          <ac:spMkLst>
            <pc:docMk/>
            <pc:sldMk cId="1549378435" sldId="260"/>
            <ac:spMk id="2" creationId="{5B07FDB1-7624-8269-0CDF-038A93A7296F}"/>
          </ac:spMkLst>
        </pc:spChg>
        <pc:spChg chg="del mod">
          <ac:chgData name="Kevin Comba" userId="2b567b3b-fb93-46f1-8cbc-0c356b39981a" providerId="ADAL" clId="{B0A9838E-FA26-49C8-843B-FCD777EE5498}" dt="2024-03-24T13:24:46.140" v="117" actId="478"/>
          <ac:spMkLst>
            <pc:docMk/>
            <pc:sldMk cId="1549378435" sldId="260"/>
            <ac:spMk id="3" creationId="{51F1E03C-17DA-010D-CB61-7E80D5C34A79}"/>
          </ac:spMkLst>
        </pc:spChg>
        <pc:spChg chg="add del mod">
          <ac:chgData name="Kevin Comba" userId="2b567b3b-fb93-46f1-8cbc-0c356b39981a" providerId="ADAL" clId="{B0A9838E-FA26-49C8-843B-FCD777EE5498}" dt="2024-03-24T13:24:57.117" v="120" actId="478"/>
          <ac:spMkLst>
            <pc:docMk/>
            <pc:sldMk cId="1549378435" sldId="260"/>
            <ac:spMk id="5" creationId="{76E0B58D-7AD6-D149-D4B6-3B7FA7CA5DB5}"/>
          </ac:spMkLst>
        </pc:spChg>
        <pc:spChg chg="del">
          <ac:chgData name="Kevin Comba" userId="2b567b3b-fb93-46f1-8cbc-0c356b39981a" providerId="ADAL" clId="{B0A9838E-FA26-49C8-843B-FCD777EE5498}" dt="2024-03-24T13:25:49.205" v="159" actId="26606"/>
          <ac:spMkLst>
            <pc:docMk/>
            <pc:sldMk cId="1549378435" sldId="260"/>
            <ac:spMk id="16" creationId="{777A147A-9ED8-46B4-8660-1B3C2AA880B5}"/>
          </ac:spMkLst>
        </pc:spChg>
        <pc:spChg chg="del">
          <ac:chgData name="Kevin Comba" userId="2b567b3b-fb93-46f1-8cbc-0c356b39981a" providerId="ADAL" clId="{B0A9838E-FA26-49C8-843B-FCD777EE5498}" dt="2024-03-24T13:25:49.205" v="159" actId="26606"/>
          <ac:spMkLst>
            <pc:docMk/>
            <pc:sldMk cId="1549378435" sldId="260"/>
            <ac:spMk id="18" creationId="{5D6C15A0-C087-4593-8414-2B4EC1CDC3DE}"/>
          </ac:spMkLst>
        </pc:spChg>
        <pc:spChg chg="add">
          <ac:chgData name="Kevin Comba" userId="2b567b3b-fb93-46f1-8cbc-0c356b39981a" providerId="ADAL" clId="{B0A9838E-FA26-49C8-843B-FCD777EE5498}" dt="2024-03-24T13:25:49.205" v="159" actId="26606"/>
          <ac:spMkLst>
            <pc:docMk/>
            <pc:sldMk cId="1549378435" sldId="260"/>
            <ac:spMk id="1031" creationId="{BCED4D40-4B67-4331-AC48-79B82B4A47D8}"/>
          </ac:spMkLst>
        </pc:spChg>
        <pc:spChg chg="add">
          <ac:chgData name="Kevin Comba" userId="2b567b3b-fb93-46f1-8cbc-0c356b39981a" providerId="ADAL" clId="{B0A9838E-FA26-49C8-843B-FCD777EE5498}" dt="2024-03-24T13:25:49.205" v="159" actId="26606"/>
          <ac:spMkLst>
            <pc:docMk/>
            <pc:sldMk cId="1549378435" sldId="260"/>
            <ac:spMk id="1033" creationId="{670CEDEF-4F34-412E-84EE-329C1E936AF5}"/>
          </ac:spMkLst>
        </pc:spChg>
        <pc:picChg chg="add mod">
          <ac:chgData name="Kevin Comba" userId="2b567b3b-fb93-46f1-8cbc-0c356b39981a" providerId="ADAL" clId="{B0A9838E-FA26-49C8-843B-FCD777EE5498}" dt="2024-03-24T13:28:01.159" v="165" actId="1076"/>
          <ac:picMkLst>
            <pc:docMk/>
            <pc:sldMk cId="1549378435" sldId="260"/>
            <ac:picMk id="1026" creationId="{8FB400E5-A71A-7D0F-3C8A-60362FBE7922}"/>
          </ac:picMkLst>
        </pc:picChg>
      </pc:sldChg>
      <pc:sldChg chg="addSp delSp modSp new mod">
        <pc:chgData name="Kevin Comba" userId="2b567b3b-fb93-46f1-8cbc-0c356b39981a" providerId="ADAL" clId="{B0A9838E-FA26-49C8-843B-FCD777EE5498}" dt="2024-03-24T13:39:21.917" v="295" actId="114"/>
        <pc:sldMkLst>
          <pc:docMk/>
          <pc:sldMk cId="2582158059" sldId="261"/>
        </pc:sldMkLst>
        <pc:spChg chg="mod">
          <ac:chgData name="Kevin Comba" userId="2b567b3b-fb93-46f1-8cbc-0c356b39981a" providerId="ADAL" clId="{B0A9838E-FA26-49C8-843B-FCD777EE5498}" dt="2024-03-24T13:37:09.022" v="282" actId="14100"/>
          <ac:spMkLst>
            <pc:docMk/>
            <pc:sldMk cId="2582158059" sldId="261"/>
            <ac:spMk id="2" creationId="{2FC253B9-9190-AAA5-95BE-2D46391D54F6}"/>
          </ac:spMkLst>
        </pc:spChg>
        <pc:spChg chg="mod">
          <ac:chgData name="Kevin Comba" userId="2b567b3b-fb93-46f1-8cbc-0c356b39981a" providerId="ADAL" clId="{B0A9838E-FA26-49C8-843B-FCD777EE5498}" dt="2024-03-24T13:33:49.545" v="245" actId="1037"/>
          <ac:spMkLst>
            <pc:docMk/>
            <pc:sldMk cId="2582158059" sldId="261"/>
            <ac:spMk id="3" creationId="{337F0F56-AE9A-48E8-5093-F80686D768AE}"/>
          </ac:spMkLst>
        </pc:spChg>
        <pc:spChg chg="add mod">
          <ac:chgData name="Kevin Comba" userId="2b567b3b-fb93-46f1-8cbc-0c356b39981a" providerId="ADAL" clId="{B0A9838E-FA26-49C8-843B-FCD777EE5498}" dt="2024-03-24T13:34:00.241" v="247" actId="1076"/>
          <ac:spMkLst>
            <pc:docMk/>
            <pc:sldMk cId="2582158059" sldId="261"/>
            <ac:spMk id="8" creationId="{7A69EAFA-9736-DF2C-7743-7471D7A142BB}"/>
          </ac:spMkLst>
        </pc:spChg>
        <pc:spChg chg="add mod">
          <ac:chgData name="Kevin Comba" userId="2b567b3b-fb93-46f1-8cbc-0c356b39981a" providerId="ADAL" clId="{B0A9838E-FA26-49C8-843B-FCD777EE5498}" dt="2024-03-24T13:34:38.428" v="251" actId="20577"/>
          <ac:spMkLst>
            <pc:docMk/>
            <pc:sldMk cId="2582158059" sldId="261"/>
            <ac:spMk id="11" creationId="{D92C812E-692A-A74E-BA16-D461DB6B9BA1}"/>
          </ac:spMkLst>
        </pc:spChg>
        <pc:spChg chg="add mod">
          <ac:chgData name="Kevin Comba" userId="2b567b3b-fb93-46f1-8cbc-0c356b39981a" providerId="ADAL" clId="{B0A9838E-FA26-49C8-843B-FCD777EE5498}" dt="2024-03-24T13:35:40.774" v="266" actId="114"/>
          <ac:spMkLst>
            <pc:docMk/>
            <pc:sldMk cId="2582158059" sldId="261"/>
            <ac:spMk id="13" creationId="{7E46C30F-EDB4-A141-B41D-1E367C5EC979}"/>
          </ac:spMkLst>
        </pc:spChg>
        <pc:spChg chg="add mod">
          <ac:chgData name="Kevin Comba" userId="2b567b3b-fb93-46f1-8cbc-0c356b39981a" providerId="ADAL" clId="{B0A9838E-FA26-49C8-843B-FCD777EE5498}" dt="2024-03-24T13:38:00.342" v="287" actId="6549"/>
          <ac:spMkLst>
            <pc:docMk/>
            <pc:sldMk cId="2582158059" sldId="261"/>
            <ac:spMk id="18" creationId="{575028EC-AAF7-F5D2-7B62-3551B8C31637}"/>
          </ac:spMkLst>
        </pc:spChg>
        <pc:spChg chg="add mod">
          <ac:chgData name="Kevin Comba" userId="2b567b3b-fb93-46f1-8cbc-0c356b39981a" providerId="ADAL" clId="{B0A9838E-FA26-49C8-843B-FCD777EE5498}" dt="2024-03-24T13:39:21.917" v="295" actId="114"/>
          <ac:spMkLst>
            <pc:docMk/>
            <pc:sldMk cId="2582158059" sldId="261"/>
            <ac:spMk id="20" creationId="{987BD185-2AE9-7DBB-07B3-F40BCF2BF64E}"/>
          </ac:spMkLst>
        </pc:spChg>
        <pc:picChg chg="add mod modCrop">
          <ac:chgData name="Kevin Comba" userId="2b567b3b-fb93-46f1-8cbc-0c356b39981a" providerId="ADAL" clId="{B0A9838E-FA26-49C8-843B-FCD777EE5498}" dt="2024-03-24T13:33:53.340" v="246" actId="1076"/>
          <ac:picMkLst>
            <pc:docMk/>
            <pc:sldMk cId="2582158059" sldId="261"/>
            <ac:picMk id="5" creationId="{609834C0-08FF-D6CD-4C55-68B8A0A0149A}"/>
          </ac:picMkLst>
        </pc:picChg>
        <pc:picChg chg="add del">
          <ac:chgData name="Kevin Comba" userId="2b567b3b-fb93-46f1-8cbc-0c356b39981a" providerId="ADAL" clId="{B0A9838E-FA26-49C8-843B-FCD777EE5498}" dt="2024-03-24T13:30:57.379" v="186" actId="22"/>
          <ac:picMkLst>
            <pc:docMk/>
            <pc:sldMk cId="2582158059" sldId="261"/>
            <ac:picMk id="7" creationId="{F1B6E5C2-DF11-D15C-91D9-F647DC247AB8}"/>
          </ac:picMkLst>
        </pc:picChg>
        <pc:picChg chg="add mod">
          <ac:chgData name="Kevin Comba" userId="2b567b3b-fb93-46f1-8cbc-0c356b39981a" providerId="ADAL" clId="{B0A9838E-FA26-49C8-843B-FCD777EE5498}" dt="2024-03-24T13:34:03.742" v="248" actId="1076"/>
          <ac:picMkLst>
            <pc:docMk/>
            <pc:sldMk cId="2582158059" sldId="261"/>
            <ac:picMk id="10" creationId="{74FA1F97-573B-EF99-036E-736ED91FDD60}"/>
          </ac:picMkLst>
        </pc:picChg>
        <pc:picChg chg="add mod modCrop">
          <ac:chgData name="Kevin Comba" userId="2b567b3b-fb93-46f1-8cbc-0c356b39981a" providerId="ADAL" clId="{B0A9838E-FA26-49C8-843B-FCD777EE5498}" dt="2024-03-24T13:36:54.229" v="279" actId="1038"/>
          <ac:picMkLst>
            <pc:docMk/>
            <pc:sldMk cId="2582158059" sldId="261"/>
            <ac:picMk id="15" creationId="{D34FB3B9-7FF8-2780-C810-D1DFE059737B}"/>
          </ac:picMkLst>
        </pc:picChg>
        <pc:picChg chg="add del">
          <ac:chgData name="Kevin Comba" userId="2b567b3b-fb93-46f1-8cbc-0c356b39981a" providerId="ADAL" clId="{B0A9838E-FA26-49C8-843B-FCD777EE5498}" dt="2024-03-24T13:37:44.352" v="284" actId="22"/>
          <ac:picMkLst>
            <pc:docMk/>
            <pc:sldMk cId="2582158059" sldId="261"/>
            <ac:picMk id="17" creationId="{F7AA9CE4-20EE-7CE0-927A-A99885904287}"/>
          </ac:picMkLst>
        </pc:picChg>
      </pc:sldChg>
      <pc:sldChg chg="addSp delSp modSp add mod">
        <pc:chgData name="Kevin Comba" userId="2b567b3b-fb93-46f1-8cbc-0c356b39981a" providerId="ADAL" clId="{B0A9838E-FA26-49C8-843B-FCD777EE5498}" dt="2024-03-24T13:43:00.139" v="359" actId="1076"/>
        <pc:sldMkLst>
          <pc:docMk/>
          <pc:sldMk cId="1203663891" sldId="262"/>
        </pc:sldMkLst>
        <pc:spChg chg="mod">
          <ac:chgData name="Kevin Comba" userId="2b567b3b-fb93-46f1-8cbc-0c356b39981a" providerId="ADAL" clId="{B0A9838E-FA26-49C8-843B-FCD777EE5498}" dt="2024-03-24T13:40:52.410" v="308" actId="14100"/>
          <ac:spMkLst>
            <pc:docMk/>
            <pc:sldMk cId="1203663891" sldId="262"/>
            <ac:spMk id="3" creationId="{337F0F56-AE9A-48E8-5093-F80686D768AE}"/>
          </ac:spMkLst>
        </pc:spChg>
        <pc:spChg chg="add mod">
          <ac:chgData name="Kevin Comba" userId="2b567b3b-fb93-46f1-8cbc-0c356b39981a" providerId="ADAL" clId="{B0A9838E-FA26-49C8-843B-FCD777EE5498}" dt="2024-03-24T13:42:12.822" v="349" actId="1076"/>
          <ac:spMkLst>
            <pc:docMk/>
            <pc:sldMk cId="1203663891" sldId="262"/>
            <ac:spMk id="6" creationId="{BAE209AF-8BD0-D642-E5C4-0B7B43BE5007}"/>
          </ac:spMkLst>
        </pc:spChg>
        <pc:spChg chg="add del mod">
          <ac:chgData name="Kevin Comba" userId="2b567b3b-fb93-46f1-8cbc-0c356b39981a" providerId="ADAL" clId="{B0A9838E-FA26-49C8-843B-FCD777EE5498}" dt="2024-03-24T13:42:28.416" v="352" actId="478"/>
          <ac:spMkLst>
            <pc:docMk/>
            <pc:sldMk cId="1203663891" sldId="262"/>
            <ac:spMk id="7" creationId="{D2A5706E-D4B1-81AC-1EE7-82A083B8BF5B}"/>
          </ac:spMkLst>
        </pc:spChg>
        <pc:spChg chg="mod">
          <ac:chgData name="Kevin Comba" userId="2b567b3b-fb93-46f1-8cbc-0c356b39981a" providerId="ADAL" clId="{B0A9838E-FA26-49C8-843B-FCD777EE5498}" dt="2024-03-24T13:41:19.270" v="309" actId="20577"/>
          <ac:spMkLst>
            <pc:docMk/>
            <pc:sldMk cId="1203663891" sldId="262"/>
            <ac:spMk id="8" creationId="{7A69EAFA-9736-DF2C-7743-7471D7A142BB}"/>
          </ac:spMkLst>
        </pc:spChg>
        <pc:spChg chg="add mod">
          <ac:chgData name="Kevin Comba" userId="2b567b3b-fb93-46f1-8cbc-0c356b39981a" providerId="ADAL" clId="{B0A9838E-FA26-49C8-843B-FCD777EE5498}" dt="2024-03-24T13:42:46.094" v="355" actId="20577"/>
          <ac:spMkLst>
            <pc:docMk/>
            <pc:sldMk cId="1203663891" sldId="262"/>
            <ac:spMk id="9" creationId="{37AF0A31-F885-9083-51F3-91CB75B9EDDF}"/>
          </ac:spMkLst>
        </pc:spChg>
        <pc:spChg chg="del">
          <ac:chgData name="Kevin Comba" userId="2b567b3b-fb93-46f1-8cbc-0c356b39981a" providerId="ADAL" clId="{B0A9838E-FA26-49C8-843B-FCD777EE5498}" dt="2024-03-24T13:40:37.464" v="303" actId="478"/>
          <ac:spMkLst>
            <pc:docMk/>
            <pc:sldMk cId="1203663891" sldId="262"/>
            <ac:spMk id="13" creationId="{7E46C30F-EDB4-A141-B41D-1E367C5EC979}"/>
          </ac:spMkLst>
        </pc:spChg>
        <pc:spChg chg="add mod">
          <ac:chgData name="Kevin Comba" userId="2b567b3b-fb93-46f1-8cbc-0c356b39981a" providerId="ADAL" clId="{B0A9838E-FA26-49C8-843B-FCD777EE5498}" dt="2024-03-24T13:43:00.139" v="359" actId="1076"/>
          <ac:spMkLst>
            <pc:docMk/>
            <pc:sldMk cId="1203663891" sldId="262"/>
            <ac:spMk id="14" creationId="{22EAA6B9-C4EA-EB11-7084-510D66E7ABD9}"/>
          </ac:spMkLst>
        </pc:spChg>
        <pc:spChg chg="del">
          <ac:chgData name="Kevin Comba" userId="2b567b3b-fb93-46f1-8cbc-0c356b39981a" providerId="ADAL" clId="{B0A9838E-FA26-49C8-843B-FCD777EE5498}" dt="2024-03-24T13:40:39.849" v="305" actId="478"/>
          <ac:spMkLst>
            <pc:docMk/>
            <pc:sldMk cId="1203663891" sldId="262"/>
            <ac:spMk id="20" creationId="{987BD185-2AE9-7DBB-07B3-F40BCF2BF64E}"/>
          </ac:spMkLst>
        </pc:spChg>
        <pc:picChg chg="del">
          <ac:chgData name="Kevin Comba" userId="2b567b3b-fb93-46f1-8cbc-0c356b39981a" providerId="ADAL" clId="{B0A9838E-FA26-49C8-843B-FCD777EE5498}" dt="2024-03-24T13:40:43.495" v="306" actId="478"/>
          <ac:picMkLst>
            <pc:docMk/>
            <pc:sldMk cId="1203663891" sldId="262"/>
            <ac:picMk id="5" creationId="{609834C0-08FF-D6CD-4C55-68B8A0A0149A}"/>
          </ac:picMkLst>
        </pc:picChg>
        <pc:picChg chg="del">
          <ac:chgData name="Kevin Comba" userId="2b567b3b-fb93-46f1-8cbc-0c356b39981a" providerId="ADAL" clId="{B0A9838E-FA26-49C8-843B-FCD777EE5498}" dt="2024-03-24T13:42:09.785" v="348" actId="478"/>
          <ac:picMkLst>
            <pc:docMk/>
            <pc:sldMk cId="1203663891" sldId="262"/>
            <ac:picMk id="10" creationId="{74FA1F97-573B-EF99-036E-736ED91FDD60}"/>
          </ac:picMkLst>
        </pc:picChg>
        <pc:picChg chg="del">
          <ac:chgData name="Kevin Comba" userId="2b567b3b-fb93-46f1-8cbc-0c356b39981a" providerId="ADAL" clId="{B0A9838E-FA26-49C8-843B-FCD777EE5498}" dt="2024-03-24T13:40:38.424" v="304" actId="478"/>
          <ac:picMkLst>
            <pc:docMk/>
            <pc:sldMk cId="1203663891" sldId="262"/>
            <ac:picMk id="15" creationId="{D34FB3B9-7FF8-2780-C810-D1DFE059737B}"/>
          </ac:picMkLst>
        </pc:picChg>
      </pc:sldChg>
      <pc:sldChg chg="addSp delSp modSp add mod ord">
        <pc:chgData name="Kevin Comba" userId="2b567b3b-fb93-46f1-8cbc-0c356b39981a" providerId="ADAL" clId="{B0A9838E-FA26-49C8-843B-FCD777EE5498}" dt="2024-03-25T12:57:38.031" v="962" actId="20577"/>
        <pc:sldMkLst>
          <pc:docMk/>
          <pc:sldMk cId="1956594021" sldId="263"/>
        </pc:sldMkLst>
        <pc:spChg chg="mod">
          <ac:chgData name="Kevin Comba" userId="2b567b3b-fb93-46f1-8cbc-0c356b39981a" providerId="ADAL" clId="{B0A9838E-FA26-49C8-843B-FCD777EE5498}" dt="2024-03-25T09:30:13.408" v="798" actId="313"/>
          <ac:spMkLst>
            <pc:docMk/>
            <pc:sldMk cId="1956594021" sldId="263"/>
            <ac:spMk id="2" creationId="{2FC253B9-9190-AAA5-95BE-2D46391D54F6}"/>
          </ac:spMkLst>
        </pc:spChg>
        <pc:spChg chg="mod">
          <ac:chgData name="Kevin Comba" userId="2b567b3b-fb93-46f1-8cbc-0c356b39981a" providerId="ADAL" clId="{B0A9838E-FA26-49C8-843B-FCD777EE5498}" dt="2024-03-25T09:27:31.028" v="742" actId="207"/>
          <ac:spMkLst>
            <pc:docMk/>
            <pc:sldMk cId="1956594021" sldId="263"/>
            <ac:spMk id="3" creationId="{337F0F56-AE9A-48E8-5093-F80686D768AE}"/>
          </ac:spMkLst>
        </pc:spChg>
        <pc:spChg chg="add mod">
          <ac:chgData name="Kevin Comba" userId="2b567b3b-fb93-46f1-8cbc-0c356b39981a" providerId="ADAL" clId="{B0A9838E-FA26-49C8-843B-FCD777EE5498}" dt="2024-03-24T17:00:52.992" v="448" actId="20577"/>
          <ac:spMkLst>
            <pc:docMk/>
            <pc:sldMk cId="1956594021" sldId="263"/>
            <ac:spMk id="4" creationId="{41BF9C85-E61B-134A-E58E-F32E7BEB4964}"/>
          </ac:spMkLst>
        </pc:spChg>
        <pc:spChg chg="add mod">
          <ac:chgData name="Kevin Comba" userId="2b567b3b-fb93-46f1-8cbc-0c356b39981a" providerId="ADAL" clId="{B0A9838E-FA26-49C8-843B-FCD777EE5498}" dt="2024-03-25T12:57:38.031" v="962" actId="20577"/>
          <ac:spMkLst>
            <pc:docMk/>
            <pc:sldMk cId="1956594021" sldId="263"/>
            <ac:spMk id="5" creationId="{344E0C49-412F-A398-F513-E5CFD86868FA}"/>
          </ac:spMkLst>
        </pc:spChg>
        <pc:spChg chg="del">
          <ac:chgData name="Kevin Comba" userId="2b567b3b-fb93-46f1-8cbc-0c356b39981a" providerId="ADAL" clId="{B0A9838E-FA26-49C8-843B-FCD777EE5498}" dt="2024-03-24T13:44:40.072" v="389" actId="478"/>
          <ac:spMkLst>
            <pc:docMk/>
            <pc:sldMk cId="1956594021" sldId="263"/>
            <ac:spMk id="6" creationId="{BAE209AF-8BD0-D642-E5C4-0B7B43BE5007}"/>
          </ac:spMkLst>
        </pc:spChg>
        <pc:spChg chg="add mod">
          <ac:chgData name="Kevin Comba" userId="2b567b3b-fb93-46f1-8cbc-0c356b39981a" providerId="ADAL" clId="{B0A9838E-FA26-49C8-843B-FCD777EE5498}" dt="2024-03-24T17:19:59.261" v="535" actId="1076"/>
          <ac:spMkLst>
            <pc:docMk/>
            <pc:sldMk cId="1956594021" sldId="263"/>
            <ac:spMk id="7" creationId="{12F4CE54-337E-DF51-E4D4-0E06B84AC316}"/>
          </ac:spMkLst>
        </pc:spChg>
        <pc:spChg chg="del mod">
          <ac:chgData name="Kevin Comba" userId="2b567b3b-fb93-46f1-8cbc-0c356b39981a" providerId="ADAL" clId="{B0A9838E-FA26-49C8-843B-FCD777EE5498}" dt="2024-03-24T17:14:59.896" v="520" actId="478"/>
          <ac:spMkLst>
            <pc:docMk/>
            <pc:sldMk cId="1956594021" sldId="263"/>
            <ac:spMk id="9" creationId="{37AF0A31-F885-9083-51F3-91CB75B9EDDF}"/>
          </ac:spMkLst>
        </pc:spChg>
        <pc:spChg chg="del mod">
          <ac:chgData name="Kevin Comba" userId="2b567b3b-fb93-46f1-8cbc-0c356b39981a" providerId="ADAL" clId="{B0A9838E-FA26-49C8-843B-FCD777EE5498}" dt="2024-03-25T09:28:53.628" v="779" actId="478"/>
          <ac:spMkLst>
            <pc:docMk/>
            <pc:sldMk cId="1956594021" sldId="263"/>
            <ac:spMk id="11" creationId="{D92C812E-692A-A74E-BA16-D461DB6B9BA1}"/>
          </ac:spMkLst>
        </pc:spChg>
        <pc:spChg chg="add mod">
          <ac:chgData name="Kevin Comba" userId="2b567b3b-fb93-46f1-8cbc-0c356b39981a" providerId="ADAL" clId="{B0A9838E-FA26-49C8-843B-FCD777EE5498}" dt="2024-03-25T09:27:34.227" v="743" actId="207"/>
          <ac:spMkLst>
            <pc:docMk/>
            <pc:sldMk cId="1956594021" sldId="263"/>
            <ac:spMk id="13" creationId="{74FD86BD-280D-B9AA-65A2-F09752747220}"/>
          </ac:spMkLst>
        </pc:spChg>
        <pc:spChg chg="del">
          <ac:chgData name="Kevin Comba" userId="2b567b3b-fb93-46f1-8cbc-0c356b39981a" providerId="ADAL" clId="{B0A9838E-FA26-49C8-843B-FCD777EE5498}" dt="2024-03-24T13:44:42.157" v="390" actId="478"/>
          <ac:spMkLst>
            <pc:docMk/>
            <pc:sldMk cId="1956594021" sldId="263"/>
            <ac:spMk id="14" creationId="{22EAA6B9-C4EA-EB11-7084-510D66E7ABD9}"/>
          </ac:spMkLst>
        </pc:spChg>
        <pc:spChg chg="add mod">
          <ac:chgData name="Kevin Comba" userId="2b567b3b-fb93-46f1-8cbc-0c356b39981a" providerId="ADAL" clId="{B0A9838E-FA26-49C8-843B-FCD777EE5498}" dt="2024-03-25T09:27:37.879" v="744" actId="207"/>
          <ac:spMkLst>
            <pc:docMk/>
            <pc:sldMk cId="1956594021" sldId="263"/>
            <ac:spMk id="15" creationId="{B71FECF4-55B6-6DB9-5CF4-6929A3015987}"/>
          </ac:spMkLst>
        </pc:spChg>
        <pc:spChg chg="add mod">
          <ac:chgData name="Kevin Comba" userId="2b567b3b-fb93-46f1-8cbc-0c356b39981a" providerId="ADAL" clId="{B0A9838E-FA26-49C8-843B-FCD777EE5498}" dt="2024-03-25T09:29:04.161" v="782" actId="1076"/>
          <ac:spMkLst>
            <pc:docMk/>
            <pc:sldMk cId="1956594021" sldId="263"/>
            <ac:spMk id="16" creationId="{2AC808CE-1BD1-B03D-4D5A-16D1CE807E8B}"/>
          </ac:spMkLst>
        </pc:spChg>
        <pc:spChg chg="add">
          <ac:chgData name="Kevin Comba" userId="2b567b3b-fb93-46f1-8cbc-0c356b39981a" providerId="ADAL" clId="{B0A9838E-FA26-49C8-843B-FCD777EE5498}" dt="2024-03-25T09:24:44.189" v="677"/>
          <ac:spMkLst>
            <pc:docMk/>
            <pc:sldMk cId="1956594021" sldId="263"/>
            <ac:spMk id="17" creationId="{4B3E1870-7A83-8151-B315-38F988E031EF}"/>
          </ac:spMkLst>
        </pc:spChg>
        <pc:spChg chg="del">
          <ac:chgData name="Kevin Comba" userId="2b567b3b-fb93-46f1-8cbc-0c356b39981a" providerId="ADAL" clId="{B0A9838E-FA26-49C8-843B-FCD777EE5498}" dt="2024-03-24T17:23:19.731" v="584" actId="478"/>
          <ac:spMkLst>
            <pc:docMk/>
            <pc:sldMk cId="1956594021" sldId="263"/>
            <ac:spMk id="18" creationId="{575028EC-AAF7-F5D2-7B62-3551B8C31637}"/>
          </ac:spMkLst>
        </pc:spChg>
        <pc:spChg chg="add">
          <ac:chgData name="Kevin Comba" userId="2b567b3b-fb93-46f1-8cbc-0c356b39981a" providerId="ADAL" clId="{B0A9838E-FA26-49C8-843B-FCD777EE5498}" dt="2024-03-25T09:24:58.096" v="678"/>
          <ac:spMkLst>
            <pc:docMk/>
            <pc:sldMk cId="1956594021" sldId="263"/>
            <ac:spMk id="19" creationId="{6F60D04D-0494-D096-8DB2-ACB8EF7689F2}"/>
          </ac:spMkLst>
        </pc:spChg>
        <pc:picChg chg="add mod modCrop">
          <ac:chgData name="Kevin Comba" userId="2b567b3b-fb93-46f1-8cbc-0c356b39981a" providerId="ADAL" clId="{B0A9838E-FA26-49C8-843B-FCD777EE5498}" dt="2024-03-24T17:22:13.502" v="538" actId="1076"/>
          <ac:picMkLst>
            <pc:docMk/>
            <pc:sldMk cId="1956594021" sldId="263"/>
            <ac:picMk id="12" creationId="{32498C03-3DE2-07AA-6A09-44B430A80FFD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1:24:15.365" v="1114" actId="26606"/>
        <pc:sldMkLst>
          <pc:docMk/>
          <pc:sldMk cId="743187869" sldId="264"/>
        </pc:sldMkLst>
        <pc:spChg chg="mod">
          <ac:chgData name="Kevin Comba" userId="2b567b3b-fb93-46f1-8cbc-0c356b39981a" providerId="ADAL" clId="{B0A9838E-FA26-49C8-843B-FCD777EE5498}" dt="2024-03-28T09:04:56.949" v="1051" actId="20577"/>
          <ac:spMkLst>
            <pc:docMk/>
            <pc:sldMk cId="743187869" sldId="264"/>
            <ac:spMk id="2" creationId="{2FC253B9-9190-AAA5-95BE-2D46391D54F6}"/>
          </ac:spMkLst>
        </pc:spChg>
        <pc:spChg chg="mod">
          <ac:chgData name="Kevin Comba" userId="2b567b3b-fb93-46f1-8cbc-0c356b39981a" providerId="ADAL" clId="{B0A9838E-FA26-49C8-843B-FCD777EE5498}" dt="2024-03-25T09:55:41.388" v="937" actId="255"/>
          <ac:spMkLst>
            <pc:docMk/>
            <pc:sldMk cId="743187869" sldId="264"/>
            <ac:spMk id="3" creationId="{337F0F56-AE9A-48E8-5093-F80686D768AE}"/>
          </ac:spMkLst>
        </pc:spChg>
        <pc:spChg chg="mod">
          <ac:chgData name="Kevin Comba" userId="2b567b3b-fb93-46f1-8cbc-0c356b39981a" providerId="ADAL" clId="{B0A9838E-FA26-49C8-843B-FCD777EE5498}" dt="2024-03-25T12:46:28.907" v="941" actId="113"/>
          <ac:spMkLst>
            <pc:docMk/>
            <pc:sldMk cId="743187869" sldId="264"/>
            <ac:spMk id="5" creationId="{344E0C49-412F-A398-F513-E5CFD86868FA}"/>
          </ac:spMkLst>
        </pc:spChg>
        <pc:spChg chg="add mod">
          <ac:chgData name="Kevin Comba" userId="2b567b3b-fb93-46f1-8cbc-0c356b39981a" providerId="ADAL" clId="{B0A9838E-FA26-49C8-843B-FCD777EE5498}" dt="2024-03-25T12:46:44.600" v="942" actId="1076"/>
          <ac:spMkLst>
            <pc:docMk/>
            <pc:sldMk cId="743187869" sldId="264"/>
            <ac:spMk id="6" creationId="{A17A7444-5020-1737-9918-12B2515C2E0B}"/>
          </ac:spMkLst>
        </pc:spChg>
        <pc:spChg chg="del">
          <ac:chgData name="Kevin Comba" userId="2b567b3b-fb93-46f1-8cbc-0c356b39981a" providerId="ADAL" clId="{B0A9838E-FA26-49C8-843B-FCD777EE5498}" dt="2024-03-25T09:46:39.877" v="834" actId="478"/>
          <ac:spMkLst>
            <pc:docMk/>
            <pc:sldMk cId="743187869" sldId="264"/>
            <ac:spMk id="7" creationId="{12F4CE54-337E-DF51-E4D4-0E06B84AC316}"/>
          </ac:spMkLst>
        </pc:spChg>
        <pc:spChg chg="del">
          <ac:chgData name="Kevin Comba" userId="2b567b3b-fb93-46f1-8cbc-0c356b39981a" providerId="ADAL" clId="{B0A9838E-FA26-49C8-843B-FCD777EE5498}" dt="2024-03-28T09:05:04.556" v="1052" actId="478"/>
          <ac:spMkLst>
            <pc:docMk/>
            <pc:sldMk cId="743187869" sldId="264"/>
            <ac:spMk id="8" creationId="{7A69EAFA-9736-DF2C-7743-7471D7A142BB}"/>
          </ac:spMkLst>
        </pc:spChg>
        <pc:spChg chg="add del">
          <ac:chgData name="Kevin Comba" userId="2b567b3b-fb93-46f1-8cbc-0c356b39981a" providerId="ADAL" clId="{B0A9838E-FA26-49C8-843B-FCD777EE5498}" dt="2024-03-25T09:47:53.267" v="845" actId="22"/>
          <ac:spMkLst>
            <pc:docMk/>
            <pc:sldMk cId="743187869" sldId="264"/>
            <ac:spMk id="10" creationId="{D23F3379-F2DA-B7BF-6B2F-09C719D183E8}"/>
          </ac:spMkLst>
        </pc:spChg>
        <pc:spChg chg="del">
          <ac:chgData name="Kevin Comba" userId="2b567b3b-fb93-46f1-8cbc-0c356b39981a" providerId="ADAL" clId="{B0A9838E-FA26-49C8-843B-FCD777EE5498}" dt="2024-03-25T09:46:43.195" v="835" actId="478"/>
          <ac:spMkLst>
            <pc:docMk/>
            <pc:sldMk cId="743187869" sldId="264"/>
            <ac:spMk id="13" creationId="{74FD86BD-280D-B9AA-65A2-F09752747220}"/>
          </ac:spMkLst>
        </pc:spChg>
        <pc:spChg chg="add del mod">
          <ac:chgData name="Kevin Comba" userId="2b567b3b-fb93-46f1-8cbc-0c356b39981a" providerId="ADAL" clId="{B0A9838E-FA26-49C8-843B-FCD777EE5498}" dt="2024-03-25T09:48:07.267" v="851"/>
          <ac:spMkLst>
            <pc:docMk/>
            <pc:sldMk cId="743187869" sldId="264"/>
            <ac:spMk id="14" creationId="{F52E2D02-701B-E2CF-1A42-20A8B461E084}"/>
          </ac:spMkLst>
        </pc:spChg>
        <pc:spChg chg="del">
          <ac:chgData name="Kevin Comba" userId="2b567b3b-fb93-46f1-8cbc-0c356b39981a" providerId="ADAL" clId="{B0A9838E-FA26-49C8-843B-FCD777EE5498}" dt="2024-03-25T09:46:45.189" v="836" actId="478"/>
          <ac:spMkLst>
            <pc:docMk/>
            <pc:sldMk cId="743187869" sldId="264"/>
            <ac:spMk id="15" creationId="{B71FECF4-55B6-6DB9-5CF4-6929A3015987}"/>
          </ac:spMkLst>
        </pc:spChg>
        <pc:spChg chg="mod">
          <ac:chgData name="Kevin Comba" userId="2b567b3b-fb93-46f1-8cbc-0c356b39981a" providerId="ADAL" clId="{B0A9838E-FA26-49C8-843B-FCD777EE5498}" dt="2024-03-25T09:50:25.482" v="867" actId="5793"/>
          <ac:spMkLst>
            <pc:docMk/>
            <pc:sldMk cId="743187869" sldId="264"/>
            <ac:spMk id="16" creationId="{2AC808CE-1BD1-B03D-4D5A-16D1CE807E8B}"/>
          </ac:spMkLst>
        </pc:spChg>
        <pc:spChg chg="add del mod">
          <ac:chgData name="Kevin Comba" userId="2b567b3b-fb93-46f1-8cbc-0c356b39981a" providerId="ADAL" clId="{B0A9838E-FA26-49C8-843B-FCD777EE5498}" dt="2024-03-25T09:51:05.950" v="877" actId="22"/>
          <ac:spMkLst>
            <pc:docMk/>
            <pc:sldMk cId="743187869" sldId="264"/>
            <ac:spMk id="18" creationId="{555C7496-6F16-F787-AE50-7F17CF295389}"/>
          </ac:spMkLst>
        </pc:spChg>
        <pc:spChg chg="add del mod">
          <ac:chgData name="Kevin Comba" userId="2b567b3b-fb93-46f1-8cbc-0c356b39981a" providerId="ADAL" clId="{B0A9838E-FA26-49C8-843B-FCD777EE5498}" dt="2024-04-01T11:24:15.365" v="1114" actId="26606"/>
          <ac:spMkLst>
            <pc:docMk/>
            <pc:sldMk cId="743187869" sldId="264"/>
            <ac:spMk id="20" creationId="{1315EB40-522D-EC08-CE57-98A430C94FFD}"/>
          </ac:spMkLst>
        </pc:spChg>
        <pc:graphicFrameChg chg="add del">
          <ac:chgData name="Kevin Comba" userId="2b567b3b-fb93-46f1-8cbc-0c356b39981a" providerId="ADAL" clId="{B0A9838E-FA26-49C8-843B-FCD777EE5498}" dt="2024-04-01T11:24:15.365" v="1114" actId="26606"/>
          <ac:graphicFrameMkLst>
            <pc:docMk/>
            <pc:sldMk cId="743187869" sldId="264"/>
            <ac:graphicFrameMk id="22" creationId="{FC067C44-47ED-306C-DDD5-4DCC09200F9C}"/>
          </ac:graphicFrameMkLst>
        </pc:graphicFrameChg>
        <pc:picChg chg="del">
          <ac:chgData name="Kevin Comba" userId="2b567b3b-fb93-46f1-8cbc-0c356b39981a" providerId="ADAL" clId="{B0A9838E-FA26-49C8-843B-FCD777EE5498}" dt="2024-03-25T09:46:32.984" v="833" actId="478"/>
          <ac:picMkLst>
            <pc:docMk/>
            <pc:sldMk cId="743187869" sldId="264"/>
            <ac:picMk id="12" creationId="{32498C03-3DE2-07AA-6A09-44B430A80FFD}"/>
          </ac:picMkLst>
        </pc:picChg>
      </pc:sldChg>
      <pc:sldChg chg="addSp delSp modSp add mod ord setBg">
        <pc:chgData name="Kevin Comba" userId="2b567b3b-fb93-46f1-8cbc-0c356b39981a" providerId="ADAL" clId="{B0A9838E-FA26-49C8-843B-FCD777EE5498}" dt="2024-04-01T11:23:04.018" v="1112" actId="26606"/>
        <pc:sldMkLst>
          <pc:docMk/>
          <pc:sldMk cId="577687618" sldId="265"/>
        </pc:sldMkLst>
        <pc:spChg chg="del">
          <ac:chgData name="Kevin Comba" userId="2b567b3b-fb93-46f1-8cbc-0c356b39981a" providerId="ADAL" clId="{B0A9838E-FA26-49C8-843B-FCD777EE5498}" dt="2024-03-25T13:05:06.719" v="974" actId="478"/>
          <ac:spMkLst>
            <pc:docMk/>
            <pc:sldMk cId="577687618" sldId="265"/>
            <ac:spMk id="2" creationId="{2FC253B9-9190-AAA5-95BE-2D46391D54F6}"/>
          </ac:spMkLst>
        </pc:spChg>
        <pc:spChg chg="del mod">
          <ac:chgData name="Kevin Comba" userId="2b567b3b-fb93-46f1-8cbc-0c356b39981a" providerId="ADAL" clId="{B0A9838E-FA26-49C8-843B-FCD777EE5498}" dt="2024-04-01T11:21:43.112" v="1096" actId="478"/>
          <ac:spMkLst>
            <pc:docMk/>
            <pc:sldMk cId="577687618" sldId="265"/>
            <ac:spMk id="3" creationId="{337F0F56-AE9A-48E8-5093-F80686D768AE}"/>
          </ac:spMkLst>
        </pc:spChg>
        <pc:spChg chg="del mod">
          <ac:chgData name="Kevin Comba" userId="2b567b3b-fb93-46f1-8cbc-0c356b39981a" providerId="ADAL" clId="{B0A9838E-FA26-49C8-843B-FCD777EE5498}" dt="2024-04-01T11:22:51.451" v="1109" actId="478"/>
          <ac:spMkLst>
            <pc:docMk/>
            <pc:sldMk cId="577687618" sldId="265"/>
            <ac:spMk id="5" creationId="{344E0C49-412F-A398-F513-E5CFD86868FA}"/>
          </ac:spMkLst>
        </pc:spChg>
        <pc:spChg chg="del">
          <ac:chgData name="Kevin Comba" userId="2b567b3b-fb93-46f1-8cbc-0c356b39981a" providerId="ADAL" clId="{B0A9838E-FA26-49C8-843B-FCD777EE5498}" dt="2024-04-01T11:21:47.762" v="1098" actId="478"/>
          <ac:spMkLst>
            <pc:docMk/>
            <pc:sldMk cId="577687618" sldId="265"/>
            <ac:spMk id="7" creationId="{12F4CE54-337E-DF51-E4D4-0E06B84AC316}"/>
          </ac:spMkLst>
        </pc:spChg>
        <pc:spChg chg="add del mod">
          <ac:chgData name="Kevin Comba" userId="2b567b3b-fb93-46f1-8cbc-0c356b39981a" providerId="ADAL" clId="{B0A9838E-FA26-49C8-843B-FCD777EE5498}" dt="2024-03-25T13:05:09.879" v="975" actId="478"/>
          <ac:spMkLst>
            <pc:docMk/>
            <pc:sldMk cId="577687618" sldId="265"/>
            <ac:spMk id="9" creationId="{ED8BD495-A89C-0785-C69F-52572B3D4940}"/>
          </ac:spMkLst>
        </pc:spChg>
        <pc:spChg chg="add mod">
          <ac:chgData name="Kevin Comba" userId="2b567b3b-fb93-46f1-8cbc-0c356b39981a" providerId="ADAL" clId="{B0A9838E-FA26-49C8-843B-FCD777EE5498}" dt="2024-03-25T13:06:29.540" v="988"/>
          <ac:spMkLst>
            <pc:docMk/>
            <pc:sldMk cId="577687618" sldId="265"/>
            <ac:spMk id="10" creationId="{E68A2775-2A9A-855C-D101-EAAFCD3CD285}"/>
          </ac:spMkLst>
        </pc:spChg>
        <pc:spChg chg="del">
          <ac:chgData name="Kevin Comba" userId="2b567b3b-fb93-46f1-8cbc-0c356b39981a" providerId="ADAL" clId="{B0A9838E-FA26-49C8-843B-FCD777EE5498}" dt="2024-04-01T11:21:53.538" v="1100" actId="478"/>
          <ac:spMkLst>
            <pc:docMk/>
            <pc:sldMk cId="577687618" sldId="265"/>
            <ac:spMk id="13" creationId="{74FD86BD-280D-B9AA-65A2-F09752747220}"/>
          </ac:spMkLst>
        </pc:spChg>
        <pc:spChg chg="del">
          <ac:chgData name="Kevin Comba" userId="2b567b3b-fb93-46f1-8cbc-0c356b39981a" providerId="ADAL" clId="{B0A9838E-FA26-49C8-843B-FCD777EE5498}" dt="2024-04-01T11:21:58.281" v="1101" actId="478"/>
          <ac:spMkLst>
            <pc:docMk/>
            <pc:sldMk cId="577687618" sldId="265"/>
            <ac:spMk id="15" creationId="{B71FECF4-55B6-6DB9-5CF4-6929A3015987}"/>
          </ac:spMkLst>
        </pc:spChg>
        <pc:spChg chg="del mod">
          <ac:chgData name="Kevin Comba" userId="2b567b3b-fb93-46f1-8cbc-0c356b39981a" providerId="ADAL" clId="{B0A9838E-FA26-49C8-843B-FCD777EE5498}" dt="2024-04-01T11:21:45.389" v="1097" actId="478"/>
          <ac:spMkLst>
            <pc:docMk/>
            <pc:sldMk cId="577687618" sldId="265"/>
            <ac:spMk id="16" creationId="{2AC808CE-1BD1-B03D-4D5A-16D1CE807E8B}"/>
          </ac:spMkLst>
        </pc:spChg>
        <pc:spChg chg="add del mod">
          <ac:chgData name="Kevin Comba" userId="2b567b3b-fb93-46f1-8cbc-0c356b39981a" providerId="ADAL" clId="{B0A9838E-FA26-49C8-843B-FCD777EE5498}" dt="2024-04-01T11:21:50.545" v="1099" actId="478"/>
          <ac:spMkLst>
            <pc:docMk/>
            <pc:sldMk cId="577687618" sldId="265"/>
            <ac:spMk id="18" creationId="{BF731402-7B05-F557-F85D-E2F3B191BD11}"/>
          </ac:spMkLst>
        </pc:spChg>
        <pc:spChg chg="add del">
          <ac:chgData name="Kevin Comba" userId="2b567b3b-fb93-46f1-8cbc-0c356b39981a" providerId="ADAL" clId="{B0A9838E-FA26-49C8-843B-FCD777EE5498}" dt="2024-04-01T11:23:04.018" v="1112" actId="26606"/>
          <ac:spMkLst>
            <pc:docMk/>
            <pc:sldMk cId="577687618" sldId="265"/>
            <ac:spMk id="25" creationId="{ED55A19D-297C-4231-AD1F-08EF9B4AA8F4}"/>
          </ac:spMkLst>
        </pc:spChg>
        <pc:spChg chg="add del">
          <ac:chgData name="Kevin Comba" userId="2b567b3b-fb93-46f1-8cbc-0c356b39981a" providerId="ADAL" clId="{B0A9838E-FA26-49C8-843B-FCD777EE5498}" dt="2024-04-01T11:23:04.018" v="1112" actId="26606"/>
          <ac:spMkLst>
            <pc:docMk/>
            <pc:sldMk cId="577687618" sldId="265"/>
            <ac:spMk id="27" creationId="{EBAB6C56-3D38-4923-996E-BD474BBB91E9}"/>
          </ac:spMkLst>
        </pc:spChg>
        <pc:spChg chg="add del">
          <ac:chgData name="Kevin Comba" userId="2b567b3b-fb93-46f1-8cbc-0c356b39981a" providerId="ADAL" clId="{B0A9838E-FA26-49C8-843B-FCD777EE5498}" dt="2024-04-01T11:23:04.018" v="1112" actId="26606"/>
          <ac:spMkLst>
            <pc:docMk/>
            <pc:sldMk cId="577687618" sldId="265"/>
            <ac:spMk id="29" creationId="{20CD21DB-082D-417D-A5AB-FC838AF9D944}"/>
          </ac:spMkLst>
        </pc:spChg>
        <pc:spChg chg="add del">
          <ac:chgData name="Kevin Comba" userId="2b567b3b-fb93-46f1-8cbc-0c356b39981a" providerId="ADAL" clId="{B0A9838E-FA26-49C8-843B-FCD777EE5498}" dt="2024-04-01T11:23:04.018" v="1112" actId="26606"/>
          <ac:spMkLst>
            <pc:docMk/>
            <pc:sldMk cId="577687618" sldId="265"/>
            <ac:spMk id="31" creationId="{7BD8AB83-2763-4392-B4B9-049CDF1F6EA4}"/>
          </ac:spMkLst>
        </pc:spChg>
        <pc:spChg chg="add del">
          <ac:chgData name="Kevin Comba" userId="2b567b3b-fb93-46f1-8cbc-0c356b39981a" providerId="ADAL" clId="{B0A9838E-FA26-49C8-843B-FCD777EE5498}" dt="2024-04-01T11:23:04.018" v="1112" actId="26606"/>
          <ac:spMkLst>
            <pc:docMk/>
            <pc:sldMk cId="577687618" sldId="265"/>
            <ac:spMk id="33" creationId="{480F071C-C35C-4CE1-8EE5-8ED96E2F4E25}"/>
          </ac:spMkLst>
        </pc:spChg>
        <pc:spChg chg="add del">
          <ac:chgData name="Kevin Comba" userId="2b567b3b-fb93-46f1-8cbc-0c356b39981a" providerId="ADAL" clId="{B0A9838E-FA26-49C8-843B-FCD777EE5498}" dt="2024-04-01T11:23:04.018" v="1112" actId="26606"/>
          <ac:spMkLst>
            <pc:docMk/>
            <pc:sldMk cId="577687618" sldId="265"/>
            <ac:spMk id="35" creationId="{CD97FAB4-59E0-4E65-B50B-867B14D2A067}"/>
          </ac:spMkLst>
        </pc:spChg>
        <pc:spChg chg="add del">
          <ac:chgData name="Kevin Comba" userId="2b567b3b-fb93-46f1-8cbc-0c356b39981a" providerId="ADAL" clId="{B0A9838E-FA26-49C8-843B-FCD777EE5498}" dt="2024-04-01T11:23:04.018" v="1112" actId="26606"/>
          <ac:spMkLst>
            <pc:docMk/>
            <pc:sldMk cId="577687618" sldId="265"/>
            <ac:spMk id="37" creationId="{0D578F4B-2751-4FC2-8853-FAC5C59139C1}"/>
          </ac:spMkLst>
        </pc:spChg>
        <pc:picChg chg="del">
          <ac:chgData name="Kevin Comba" userId="2b567b3b-fb93-46f1-8cbc-0c356b39981a" providerId="ADAL" clId="{B0A9838E-FA26-49C8-843B-FCD777EE5498}" dt="2024-03-25T13:06:24.298" v="986" actId="478"/>
          <ac:picMkLst>
            <pc:docMk/>
            <pc:sldMk cId="577687618" sldId="265"/>
            <ac:picMk id="12" creationId="{32498C03-3DE2-07AA-6A09-44B430A80FFD}"/>
          </ac:picMkLst>
        </pc:picChg>
        <pc:picChg chg="add del mod">
          <ac:chgData name="Kevin Comba" userId="2b567b3b-fb93-46f1-8cbc-0c356b39981a" providerId="ADAL" clId="{B0A9838E-FA26-49C8-843B-FCD777EE5498}" dt="2024-04-01T11:21:40.885" v="1095" actId="478"/>
          <ac:picMkLst>
            <pc:docMk/>
            <pc:sldMk cId="577687618" sldId="265"/>
            <ac:picMk id="14" creationId="{CA687872-0EB1-7442-6166-AA0FF2073ECD}"/>
          </ac:picMkLst>
        </pc:picChg>
        <pc:picChg chg="add mod ord">
          <ac:chgData name="Kevin Comba" userId="2b567b3b-fb93-46f1-8cbc-0c356b39981a" providerId="ADAL" clId="{B0A9838E-FA26-49C8-843B-FCD777EE5498}" dt="2024-04-01T11:23:04.018" v="1112" actId="26606"/>
          <ac:picMkLst>
            <pc:docMk/>
            <pc:sldMk cId="577687618" sldId="265"/>
            <ac:picMk id="20" creationId="{7BC72B76-D0C0-C320-895A-FF2D67C8B0F4}"/>
          </ac:picMkLst>
        </pc:picChg>
      </pc:sldChg>
      <pc:sldChg chg="addSp delSp modSp new mod setBg">
        <pc:chgData name="Kevin Comba" userId="2b567b3b-fb93-46f1-8cbc-0c356b39981a" providerId="ADAL" clId="{B0A9838E-FA26-49C8-843B-FCD777EE5498}" dt="2024-04-01T11:26:57.684" v="1125" actId="26606"/>
        <pc:sldMkLst>
          <pc:docMk/>
          <pc:sldMk cId="23265745" sldId="266"/>
        </pc:sldMkLst>
        <pc:spChg chg="mo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2" creationId="{D56B0075-49E8-9D04-BAD2-3C4D4C94C945}"/>
          </ac:spMkLst>
        </pc:spChg>
        <pc:spChg chg="del">
          <ac:chgData name="Kevin Comba" userId="2b567b3b-fb93-46f1-8cbc-0c356b39981a" providerId="ADAL" clId="{B0A9838E-FA26-49C8-843B-FCD777EE5498}" dt="2024-04-01T11:26:11.150" v="1116" actId="478"/>
          <ac:spMkLst>
            <pc:docMk/>
            <pc:sldMk cId="23265745" sldId="266"/>
            <ac:spMk id="3" creationId="{1834BE55-6B13-3296-01B0-4300CC8C343A}"/>
          </ac:spMkLst>
        </pc:spChg>
        <pc:spChg chg="ad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7" creationId="{3677BAFB-3BD3-41BB-9107-FAE224AE21C4}"/>
          </ac:spMkLst>
        </pc:spChg>
        <pc:spChg chg="ad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9" creationId="{E6823A9B-C188-42D4-847C-3AD928DB145C}"/>
          </ac:spMkLst>
        </pc:spChg>
        <pc:spChg chg="ad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11" creationId="{34B557F3-1A0C-4749-A6DB-EAC082DF390B}"/>
          </ac:spMkLst>
        </pc:spChg>
        <pc:spChg chg="ad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13" creationId="{55D55AA6-3751-494F-868A-DCEDC5CE82BF}"/>
          </ac:spMkLst>
        </pc:spChg>
        <pc:spChg chg="ad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15" creationId="{4D4C00DC-4DC6-4CD2-9E31-F17E6CEBC5A6}"/>
          </ac:spMkLst>
        </pc:spChg>
        <pc:spChg chg="ad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17" creationId="{D82AB1B2-7970-42CF-8BF5-567C69E9FFFB}"/>
          </ac:spMkLst>
        </pc:spChg>
        <pc:spChg chg="ad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23" creationId="{C10FB9CA-E7FA-462C-B537-F1224ED1ACF4}"/>
          </ac:spMkLst>
        </pc:spChg>
        <pc:spChg chg="add">
          <ac:chgData name="Kevin Comba" userId="2b567b3b-fb93-46f1-8cbc-0c356b39981a" providerId="ADAL" clId="{B0A9838E-FA26-49C8-843B-FCD777EE5498}" dt="2024-04-01T11:26:57.684" v="1125" actId="26606"/>
          <ac:spMkLst>
            <pc:docMk/>
            <pc:sldMk cId="23265745" sldId="266"/>
            <ac:spMk id="25" creationId="{D8469AE7-A75B-4F37-850B-EF5974ABED2C}"/>
          </ac:spMkLst>
        </pc:spChg>
        <pc:grpChg chg="add">
          <ac:chgData name="Kevin Comba" userId="2b567b3b-fb93-46f1-8cbc-0c356b39981a" providerId="ADAL" clId="{B0A9838E-FA26-49C8-843B-FCD777EE5498}" dt="2024-04-01T11:26:57.684" v="1125" actId="26606"/>
          <ac:grpSpMkLst>
            <pc:docMk/>
            <pc:sldMk cId="23265745" sldId="266"/>
            <ac:grpSpMk id="19" creationId="{66FB5A75-BDE2-4F12-A95B-C48788A7685C}"/>
          </ac:grpSpMkLst>
        </pc:grpChg>
        <pc:grpChg chg="add">
          <ac:chgData name="Kevin Comba" userId="2b567b3b-fb93-46f1-8cbc-0c356b39981a" providerId="ADAL" clId="{B0A9838E-FA26-49C8-843B-FCD777EE5498}" dt="2024-04-01T11:26:57.684" v="1125" actId="26606"/>
          <ac:grpSpMkLst>
            <pc:docMk/>
            <pc:sldMk cId="23265745" sldId="266"/>
            <ac:grpSpMk id="27" creationId="{63301095-70B2-49AA-8DA9-A35629AD621C}"/>
          </ac:grpSpMkLst>
        </pc:grpChg>
      </pc:sldChg>
      <pc:sldChg chg="add del">
        <pc:chgData name="Kevin Comba" userId="2b567b3b-fb93-46f1-8cbc-0c356b39981a" providerId="ADAL" clId="{B0A9838E-FA26-49C8-843B-FCD777EE5498}" dt="2024-04-01T11:27:25.563" v="1128" actId="47"/>
        <pc:sldMkLst>
          <pc:docMk/>
          <pc:sldMk cId="2884318706" sldId="267"/>
        </pc:sldMkLst>
      </pc:sldChg>
      <pc:sldChg chg="addSp delSp modSp new mod">
        <pc:chgData name="Kevin Comba" userId="2b567b3b-fb93-46f1-8cbc-0c356b39981a" providerId="ADAL" clId="{B0A9838E-FA26-49C8-843B-FCD777EE5498}" dt="2024-04-01T11:48:06.636" v="1188" actId="255"/>
        <pc:sldMkLst>
          <pc:docMk/>
          <pc:sldMk cId="368327003" sldId="268"/>
        </pc:sldMkLst>
        <pc:spChg chg="mod">
          <ac:chgData name="Kevin Comba" userId="2b567b3b-fb93-46f1-8cbc-0c356b39981a" providerId="ADAL" clId="{B0A9838E-FA26-49C8-843B-FCD777EE5498}" dt="2024-04-01T11:44:04.126" v="1152" actId="1076"/>
          <ac:spMkLst>
            <pc:docMk/>
            <pc:sldMk cId="368327003" sldId="268"/>
            <ac:spMk id="2" creationId="{B565231F-D492-B07B-7DD0-469890A3C3B8}"/>
          </ac:spMkLst>
        </pc:spChg>
        <pc:spChg chg="del">
          <ac:chgData name="Kevin Comba" userId="2b567b3b-fb93-46f1-8cbc-0c356b39981a" providerId="ADAL" clId="{B0A9838E-FA26-49C8-843B-FCD777EE5498}" dt="2024-04-01T11:27:29.976" v="1129" actId="478"/>
          <ac:spMkLst>
            <pc:docMk/>
            <pc:sldMk cId="368327003" sldId="268"/>
            <ac:spMk id="3" creationId="{909DD732-1AB4-693A-7592-9E615D034A82}"/>
          </ac:spMkLst>
        </pc:spChg>
        <pc:spChg chg="add mod">
          <ac:chgData name="Kevin Comba" userId="2b567b3b-fb93-46f1-8cbc-0c356b39981a" providerId="ADAL" clId="{B0A9838E-FA26-49C8-843B-FCD777EE5498}" dt="2024-04-01T11:44:25.526" v="1154" actId="14100"/>
          <ac:spMkLst>
            <pc:docMk/>
            <pc:sldMk cId="368327003" sldId="268"/>
            <ac:spMk id="4" creationId="{9AE5E54F-5380-6E37-DEA3-ABF38139224C}"/>
          </ac:spMkLst>
        </pc:spChg>
        <pc:spChg chg="add del mod">
          <ac:chgData name="Kevin Comba" userId="2b567b3b-fb93-46f1-8cbc-0c356b39981a" providerId="ADAL" clId="{B0A9838E-FA26-49C8-843B-FCD777EE5498}" dt="2024-04-01T11:45:23.625" v="1159" actId="478"/>
          <ac:spMkLst>
            <pc:docMk/>
            <pc:sldMk cId="368327003" sldId="268"/>
            <ac:spMk id="5" creationId="{7669B111-F0D3-36E4-D835-8002CD0D2CD8}"/>
          </ac:spMkLst>
        </pc:spChg>
        <pc:spChg chg="add mod">
          <ac:chgData name="Kevin Comba" userId="2b567b3b-fb93-46f1-8cbc-0c356b39981a" providerId="ADAL" clId="{B0A9838E-FA26-49C8-843B-FCD777EE5498}" dt="2024-04-01T11:48:06.636" v="1188" actId="255"/>
          <ac:spMkLst>
            <pc:docMk/>
            <pc:sldMk cId="368327003" sldId="268"/>
            <ac:spMk id="7" creationId="{21DA47B6-4379-EB71-8C88-5B0F883A893C}"/>
          </ac:spMkLst>
        </pc:spChg>
      </pc:sldChg>
      <pc:sldChg chg="addSp delSp modSp add mod setBg">
        <pc:chgData name="Kevin Comba" userId="2b567b3b-fb93-46f1-8cbc-0c356b39981a" providerId="ADAL" clId="{B0A9838E-FA26-49C8-843B-FCD777EE5498}" dt="2024-04-01T12:11:14.419" v="1198" actId="1076"/>
        <pc:sldMkLst>
          <pc:docMk/>
          <pc:sldMk cId="86917634" sldId="269"/>
        </pc:sldMkLst>
        <pc:spChg chg="del">
          <ac:chgData name="Kevin Comba" userId="2b567b3b-fb93-46f1-8cbc-0c356b39981a" providerId="ADAL" clId="{B0A9838E-FA26-49C8-843B-FCD777EE5498}" dt="2024-04-01T12:10:35.396" v="1191" actId="478"/>
          <ac:spMkLst>
            <pc:docMk/>
            <pc:sldMk cId="86917634" sldId="269"/>
            <ac:spMk id="2" creationId="{B565231F-D492-B07B-7DD0-469890A3C3B8}"/>
          </ac:spMkLst>
        </pc:spChg>
        <pc:spChg chg="del">
          <ac:chgData name="Kevin Comba" userId="2b567b3b-fb93-46f1-8cbc-0c356b39981a" providerId="ADAL" clId="{B0A9838E-FA26-49C8-843B-FCD777EE5498}" dt="2024-04-01T12:10:33.264" v="1190" actId="478"/>
          <ac:spMkLst>
            <pc:docMk/>
            <pc:sldMk cId="86917634" sldId="269"/>
            <ac:spMk id="4" creationId="{9AE5E54F-5380-6E37-DEA3-ABF38139224C}"/>
          </ac:spMkLst>
        </pc:spChg>
        <pc:spChg chg="add del mod">
          <ac:chgData name="Kevin Comba" userId="2b567b3b-fb93-46f1-8cbc-0c356b39981a" providerId="ADAL" clId="{B0A9838E-FA26-49C8-843B-FCD777EE5498}" dt="2024-04-01T12:10:37.902" v="1192" actId="478"/>
          <ac:spMkLst>
            <pc:docMk/>
            <pc:sldMk cId="86917634" sldId="269"/>
            <ac:spMk id="5" creationId="{8A6249DD-AFB5-01EC-BF4B-8FF8C56AC6E8}"/>
          </ac:spMkLst>
        </pc:spChg>
        <pc:spChg chg="del">
          <ac:chgData name="Kevin Comba" userId="2b567b3b-fb93-46f1-8cbc-0c356b39981a" providerId="ADAL" clId="{B0A9838E-FA26-49C8-843B-FCD777EE5498}" dt="2024-04-01T12:10:40.103" v="1193" actId="478"/>
          <ac:spMkLst>
            <pc:docMk/>
            <pc:sldMk cId="86917634" sldId="269"/>
            <ac:spMk id="7" creationId="{21DA47B6-4379-EB71-8C88-5B0F883A893C}"/>
          </ac:spMkLst>
        </pc:spChg>
        <pc:spChg chg="add">
          <ac:chgData name="Kevin Comba" userId="2b567b3b-fb93-46f1-8cbc-0c356b39981a" providerId="ADAL" clId="{B0A9838E-FA26-49C8-843B-FCD777EE5498}" dt="2024-04-01T12:10:57.589" v="1195" actId="26606"/>
          <ac:spMkLst>
            <pc:docMk/>
            <pc:sldMk cId="86917634" sldId="269"/>
            <ac:spMk id="13" creationId="{F3060C83-F051-4F0E-ABAD-AA0DFC48B218}"/>
          </ac:spMkLst>
        </pc:spChg>
        <pc:spChg chg="add">
          <ac:chgData name="Kevin Comba" userId="2b567b3b-fb93-46f1-8cbc-0c356b39981a" providerId="ADAL" clId="{B0A9838E-FA26-49C8-843B-FCD777EE5498}" dt="2024-04-01T12:10:57.589" v="1195" actId="26606"/>
          <ac:spMkLst>
            <pc:docMk/>
            <pc:sldMk cId="86917634" sldId="269"/>
            <ac:spMk id="15" creationId="{83C98ABE-055B-441F-B07E-44F97F083C39}"/>
          </ac:spMkLst>
        </pc:spChg>
        <pc:spChg chg="add">
          <ac:chgData name="Kevin Comba" userId="2b567b3b-fb93-46f1-8cbc-0c356b39981a" providerId="ADAL" clId="{B0A9838E-FA26-49C8-843B-FCD777EE5498}" dt="2024-04-01T12:10:57.589" v="1195" actId="26606"/>
          <ac:spMkLst>
            <pc:docMk/>
            <pc:sldMk cId="86917634" sldId="269"/>
            <ac:spMk id="17" creationId="{29FDB030-9B49-4CED-8CCD-4D99382388AC}"/>
          </ac:spMkLst>
        </pc:spChg>
        <pc:spChg chg="add">
          <ac:chgData name="Kevin Comba" userId="2b567b3b-fb93-46f1-8cbc-0c356b39981a" providerId="ADAL" clId="{B0A9838E-FA26-49C8-843B-FCD777EE5498}" dt="2024-04-01T12:10:57.589" v="1195" actId="26606"/>
          <ac:spMkLst>
            <pc:docMk/>
            <pc:sldMk cId="86917634" sldId="269"/>
            <ac:spMk id="19" creationId="{3783CA14-24A1-485C-8B30-D6A5D87987AD}"/>
          </ac:spMkLst>
        </pc:spChg>
        <pc:spChg chg="add">
          <ac:chgData name="Kevin Comba" userId="2b567b3b-fb93-46f1-8cbc-0c356b39981a" providerId="ADAL" clId="{B0A9838E-FA26-49C8-843B-FCD777EE5498}" dt="2024-04-01T12:10:57.589" v="1195" actId="26606"/>
          <ac:spMkLst>
            <pc:docMk/>
            <pc:sldMk cId="86917634" sldId="269"/>
            <ac:spMk id="21" creationId="{9A97C86A-04D6-40F7-AE84-31AB43E6A846}"/>
          </ac:spMkLst>
        </pc:spChg>
        <pc:spChg chg="add">
          <ac:chgData name="Kevin Comba" userId="2b567b3b-fb93-46f1-8cbc-0c356b39981a" providerId="ADAL" clId="{B0A9838E-FA26-49C8-843B-FCD777EE5498}" dt="2024-04-01T12:10:57.589" v="1195" actId="26606"/>
          <ac:spMkLst>
            <pc:docMk/>
            <pc:sldMk cId="86917634" sldId="269"/>
            <ac:spMk id="23" creationId="{FF9F2414-84E8-453E-B1F3-389FDE8192D9}"/>
          </ac:spMkLst>
        </pc:spChg>
        <pc:spChg chg="add">
          <ac:chgData name="Kevin Comba" userId="2b567b3b-fb93-46f1-8cbc-0c356b39981a" providerId="ADAL" clId="{B0A9838E-FA26-49C8-843B-FCD777EE5498}" dt="2024-04-01T12:10:57.589" v="1195" actId="26606"/>
          <ac:spMkLst>
            <pc:docMk/>
            <pc:sldMk cId="86917634" sldId="269"/>
            <ac:spMk id="25" creationId="{3ECA69A1-7536-43AC-85EF-C7106179F5ED}"/>
          </ac:spMkLst>
        </pc:spChg>
        <pc:picChg chg="add mod">
          <ac:chgData name="Kevin Comba" userId="2b567b3b-fb93-46f1-8cbc-0c356b39981a" providerId="ADAL" clId="{B0A9838E-FA26-49C8-843B-FCD777EE5498}" dt="2024-04-01T12:11:14.419" v="1198" actId="1076"/>
          <ac:picMkLst>
            <pc:docMk/>
            <pc:sldMk cId="86917634" sldId="269"/>
            <ac:picMk id="8" creationId="{00482862-A034-BF24-2DA0-2BF5BEA08093}"/>
          </ac:picMkLst>
        </pc:picChg>
      </pc:sldChg>
      <pc:sldChg chg="addSp delSp modSp add mod ord">
        <pc:chgData name="Kevin Comba" userId="2b567b3b-fb93-46f1-8cbc-0c356b39981a" providerId="ADAL" clId="{B0A9838E-FA26-49C8-843B-FCD777EE5498}" dt="2024-04-01T13:07:49.055" v="1347"/>
        <pc:sldMkLst>
          <pc:docMk/>
          <pc:sldMk cId="891041901" sldId="270"/>
        </pc:sldMkLst>
        <pc:spChg chg="del mod">
          <ac:chgData name="Kevin Comba" userId="2b567b3b-fb93-46f1-8cbc-0c356b39981a" providerId="ADAL" clId="{B0A9838E-FA26-49C8-843B-FCD777EE5498}" dt="2024-04-01T12:44:32.167" v="1213" actId="478"/>
          <ac:spMkLst>
            <pc:docMk/>
            <pc:sldMk cId="891041901" sldId="270"/>
            <ac:spMk id="2" creationId="{B565231F-D492-B07B-7DD0-469890A3C3B8}"/>
          </ac:spMkLst>
        </pc:spChg>
        <pc:spChg chg="mod">
          <ac:chgData name="Kevin Comba" userId="2b567b3b-fb93-46f1-8cbc-0c356b39981a" providerId="ADAL" clId="{B0A9838E-FA26-49C8-843B-FCD777EE5498}" dt="2024-04-01T12:59:06.299" v="1298" actId="255"/>
          <ac:spMkLst>
            <pc:docMk/>
            <pc:sldMk cId="891041901" sldId="270"/>
            <ac:spMk id="4" creationId="{9AE5E54F-5380-6E37-DEA3-ABF38139224C}"/>
          </ac:spMkLst>
        </pc:spChg>
        <pc:spChg chg="add del mod">
          <ac:chgData name="Kevin Comba" userId="2b567b3b-fb93-46f1-8cbc-0c356b39981a" providerId="ADAL" clId="{B0A9838E-FA26-49C8-843B-FCD777EE5498}" dt="2024-04-01T12:44:36.105" v="1214" actId="478"/>
          <ac:spMkLst>
            <pc:docMk/>
            <pc:sldMk cId="891041901" sldId="270"/>
            <ac:spMk id="5" creationId="{6F27805A-4BD0-F82B-3C97-0A7AA6EDE3FA}"/>
          </ac:spMkLst>
        </pc:spChg>
        <pc:spChg chg="add mod">
          <ac:chgData name="Kevin Comba" userId="2b567b3b-fb93-46f1-8cbc-0c356b39981a" providerId="ADAL" clId="{B0A9838E-FA26-49C8-843B-FCD777EE5498}" dt="2024-04-01T12:58:56.268" v="1297" actId="1035"/>
          <ac:spMkLst>
            <pc:docMk/>
            <pc:sldMk cId="891041901" sldId="270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2:58:52.536" v="1291" actId="1036"/>
          <ac:spMkLst>
            <pc:docMk/>
            <pc:sldMk cId="891041901" sldId="270"/>
            <ac:spMk id="7" creationId="{21DA47B6-4379-EB71-8C88-5B0F883A893C}"/>
          </ac:spMkLst>
        </pc:spChg>
        <pc:spChg chg="add mod">
          <ac:chgData name="Kevin Comba" userId="2b567b3b-fb93-46f1-8cbc-0c356b39981a" providerId="ADAL" clId="{B0A9838E-FA26-49C8-843B-FCD777EE5498}" dt="2024-04-01T12:51:53.673" v="1240" actId="14100"/>
          <ac:spMkLst>
            <pc:docMk/>
            <pc:sldMk cId="891041901" sldId="270"/>
            <ac:spMk id="8" creationId="{846CDF5F-AB8B-BF95-F419-B30840B6E053}"/>
          </ac:spMkLst>
        </pc:spChg>
        <pc:spChg chg="add mod">
          <ac:chgData name="Kevin Comba" userId="2b567b3b-fb93-46f1-8cbc-0c356b39981a" providerId="ADAL" clId="{B0A9838E-FA26-49C8-843B-FCD777EE5498}" dt="2024-04-01T12:58:35.751" v="1258" actId="14100"/>
          <ac:spMkLst>
            <pc:docMk/>
            <pc:sldMk cId="891041901" sldId="270"/>
            <ac:spMk id="9" creationId="{502FA194-F66D-D55F-9F40-638D980B9716}"/>
          </ac:spMkLst>
        </pc:spChg>
        <pc:spChg chg="add mod">
          <ac:chgData name="Kevin Comba" userId="2b567b3b-fb93-46f1-8cbc-0c356b39981a" providerId="ADAL" clId="{B0A9838E-FA26-49C8-843B-FCD777EE5498}" dt="2024-04-01T13:00:56.768" v="1306" actId="207"/>
          <ac:spMkLst>
            <pc:docMk/>
            <pc:sldMk cId="891041901" sldId="270"/>
            <ac:spMk id="14" creationId="{E104287B-10AE-1A4D-FB8C-0D3E987B9D7F}"/>
          </ac:spMkLst>
        </pc:spChg>
        <pc:picChg chg="add mod modCrop">
          <ac:chgData name="Kevin Comba" userId="2b567b3b-fb93-46f1-8cbc-0c356b39981a" providerId="ADAL" clId="{B0A9838E-FA26-49C8-843B-FCD777EE5498}" dt="2024-04-01T12:59:13.216" v="1299" actId="1076"/>
          <ac:picMkLst>
            <pc:docMk/>
            <pc:sldMk cId="891041901" sldId="270"/>
            <ac:picMk id="11" creationId="{9E1ACDE9-D82C-92FB-66D5-793DA28998F6}"/>
          </ac:picMkLst>
        </pc:picChg>
        <pc:picChg chg="add mod modCrop">
          <ac:chgData name="Kevin Comba" userId="2b567b3b-fb93-46f1-8cbc-0c356b39981a" providerId="ADAL" clId="{B0A9838E-FA26-49C8-843B-FCD777EE5498}" dt="2024-04-01T12:58:39.032" v="1259" actId="1076"/>
          <ac:picMkLst>
            <pc:docMk/>
            <pc:sldMk cId="891041901" sldId="270"/>
            <ac:picMk id="13" creationId="{51E23E1E-7117-DA88-BDD9-29CC7B119C99}"/>
          </ac:picMkLst>
        </pc:picChg>
      </pc:sldChg>
      <pc:sldChg chg="addSp delSp add mod ord">
        <pc:chgData name="Kevin Comba" userId="2b567b3b-fb93-46f1-8cbc-0c356b39981a" providerId="ADAL" clId="{B0A9838E-FA26-49C8-843B-FCD777EE5498}" dt="2024-04-01T13:07:50.975" v="1349"/>
        <pc:sldMkLst>
          <pc:docMk/>
          <pc:sldMk cId="3932845923" sldId="271"/>
        </pc:sldMkLst>
        <pc:picChg chg="add">
          <ac:chgData name="Kevin Comba" userId="2b567b3b-fb93-46f1-8cbc-0c356b39981a" providerId="ADAL" clId="{B0A9838E-FA26-49C8-843B-FCD777EE5498}" dt="2024-04-01T12:43:27.252" v="1206" actId="22"/>
          <ac:picMkLst>
            <pc:docMk/>
            <pc:sldMk cId="3932845923" sldId="271"/>
            <ac:picMk id="3" creationId="{A9C49BFB-B3A1-E2A4-66D0-2965D6630096}"/>
          </ac:picMkLst>
        </pc:picChg>
        <pc:picChg chg="del">
          <ac:chgData name="Kevin Comba" userId="2b567b3b-fb93-46f1-8cbc-0c356b39981a" providerId="ADAL" clId="{B0A9838E-FA26-49C8-843B-FCD777EE5498}" dt="2024-04-01T12:43:25.952" v="1205" actId="478"/>
          <ac:picMkLst>
            <pc:docMk/>
            <pc:sldMk cId="3932845923" sldId="271"/>
            <ac:picMk id="8" creationId="{00482862-A034-BF24-2DA0-2BF5BEA08093}"/>
          </ac:picMkLst>
        </pc:picChg>
      </pc:sldChg>
      <pc:sldChg chg="delSp add del setBg delDesignElem">
        <pc:chgData name="Kevin Comba" userId="2b567b3b-fb93-46f1-8cbc-0c356b39981a" providerId="ADAL" clId="{B0A9838E-FA26-49C8-843B-FCD777EE5498}" dt="2024-04-01T13:02:38.155" v="1309" actId="47"/>
        <pc:sldMkLst>
          <pc:docMk/>
          <pc:sldMk cId="1811645684" sldId="272"/>
        </pc:sldMkLst>
        <pc:spChg chg="del">
          <ac:chgData name="Kevin Comba" userId="2b567b3b-fb93-46f1-8cbc-0c356b39981a" providerId="ADAL" clId="{B0A9838E-FA26-49C8-843B-FCD777EE5498}" dt="2024-04-01T13:02:31.049" v="1308"/>
          <ac:spMkLst>
            <pc:docMk/>
            <pc:sldMk cId="1811645684" sldId="272"/>
            <ac:spMk id="7" creationId="{3677BAFB-3BD3-41BB-9107-FAE224AE21C4}"/>
          </ac:spMkLst>
        </pc:spChg>
        <pc:spChg chg="del">
          <ac:chgData name="Kevin Comba" userId="2b567b3b-fb93-46f1-8cbc-0c356b39981a" providerId="ADAL" clId="{B0A9838E-FA26-49C8-843B-FCD777EE5498}" dt="2024-04-01T13:02:31.049" v="1308"/>
          <ac:spMkLst>
            <pc:docMk/>
            <pc:sldMk cId="1811645684" sldId="272"/>
            <ac:spMk id="9" creationId="{E6823A9B-C188-42D4-847C-3AD928DB145C}"/>
          </ac:spMkLst>
        </pc:spChg>
        <pc:spChg chg="del">
          <ac:chgData name="Kevin Comba" userId="2b567b3b-fb93-46f1-8cbc-0c356b39981a" providerId="ADAL" clId="{B0A9838E-FA26-49C8-843B-FCD777EE5498}" dt="2024-04-01T13:02:31.049" v="1308"/>
          <ac:spMkLst>
            <pc:docMk/>
            <pc:sldMk cId="1811645684" sldId="272"/>
            <ac:spMk id="11" creationId="{34B557F3-1A0C-4749-A6DB-EAC082DF390B}"/>
          </ac:spMkLst>
        </pc:spChg>
        <pc:spChg chg="del">
          <ac:chgData name="Kevin Comba" userId="2b567b3b-fb93-46f1-8cbc-0c356b39981a" providerId="ADAL" clId="{B0A9838E-FA26-49C8-843B-FCD777EE5498}" dt="2024-04-01T13:02:31.049" v="1308"/>
          <ac:spMkLst>
            <pc:docMk/>
            <pc:sldMk cId="1811645684" sldId="272"/>
            <ac:spMk id="13" creationId="{55D55AA6-3751-494F-868A-DCEDC5CE82BF}"/>
          </ac:spMkLst>
        </pc:spChg>
        <pc:spChg chg="del">
          <ac:chgData name="Kevin Comba" userId="2b567b3b-fb93-46f1-8cbc-0c356b39981a" providerId="ADAL" clId="{B0A9838E-FA26-49C8-843B-FCD777EE5498}" dt="2024-04-01T13:02:31.049" v="1308"/>
          <ac:spMkLst>
            <pc:docMk/>
            <pc:sldMk cId="1811645684" sldId="272"/>
            <ac:spMk id="15" creationId="{4D4C00DC-4DC6-4CD2-9E31-F17E6CEBC5A6}"/>
          </ac:spMkLst>
        </pc:spChg>
        <pc:spChg chg="del">
          <ac:chgData name="Kevin Comba" userId="2b567b3b-fb93-46f1-8cbc-0c356b39981a" providerId="ADAL" clId="{B0A9838E-FA26-49C8-843B-FCD777EE5498}" dt="2024-04-01T13:02:31.049" v="1308"/>
          <ac:spMkLst>
            <pc:docMk/>
            <pc:sldMk cId="1811645684" sldId="272"/>
            <ac:spMk id="17" creationId="{D82AB1B2-7970-42CF-8BF5-567C69E9FFFB}"/>
          </ac:spMkLst>
        </pc:spChg>
        <pc:spChg chg="del">
          <ac:chgData name="Kevin Comba" userId="2b567b3b-fb93-46f1-8cbc-0c356b39981a" providerId="ADAL" clId="{B0A9838E-FA26-49C8-843B-FCD777EE5498}" dt="2024-04-01T13:02:31.049" v="1308"/>
          <ac:spMkLst>
            <pc:docMk/>
            <pc:sldMk cId="1811645684" sldId="272"/>
            <ac:spMk id="23" creationId="{C10FB9CA-E7FA-462C-B537-F1224ED1ACF4}"/>
          </ac:spMkLst>
        </pc:spChg>
        <pc:spChg chg="del">
          <ac:chgData name="Kevin Comba" userId="2b567b3b-fb93-46f1-8cbc-0c356b39981a" providerId="ADAL" clId="{B0A9838E-FA26-49C8-843B-FCD777EE5498}" dt="2024-04-01T13:02:31.049" v="1308"/>
          <ac:spMkLst>
            <pc:docMk/>
            <pc:sldMk cId="1811645684" sldId="272"/>
            <ac:spMk id="25" creationId="{D8469AE7-A75B-4F37-850B-EF5974ABED2C}"/>
          </ac:spMkLst>
        </pc:spChg>
        <pc:grpChg chg="del">
          <ac:chgData name="Kevin Comba" userId="2b567b3b-fb93-46f1-8cbc-0c356b39981a" providerId="ADAL" clId="{B0A9838E-FA26-49C8-843B-FCD777EE5498}" dt="2024-04-01T13:02:31.049" v="1308"/>
          <ac:grpSpMkLst>
            <pc:docMk/>
            <pc:sldMk cId="1811645684" sldId="272"/>
            <ac:grpSpMk id="19" creationId="{66FB5A75-BDE2-4F12-A95B-C48788A7685C}"/>
          </ac:grpSpMkLst>
        </pc:grpChg>
        <pc:grpChg chg="del">
          <ac:chgData name="Kevin Comba" userId="2b567b3b-fb93-46f1-8cbc-0c356b39981a" providerId="ADAL" clId="{B0A9838E-FA26-49C8-843B-FCD777EE5498}" dt="2024-04-01T13:02:31.049" v="1308"/>
          <ac:grpSpMkLst>
            <pc:docMk/>
            <pc:sldMk cId="1811645684" sldId="272"/>
            <ac:grpSpMk id="27" creationId="{63301095-70B2-49AA-8DA9-A35629AD621C}"/>
          </ac:grpSpMkLst>
        </pc:grpChg>
      </pc:sldChg>
      <pc:sldChg chg="modSp add mod ord">
        <pc:chgData name="Kevin Comba" userId="2b567b3b-fb93-46f1-8cbc-0c356b39981a" providerId="ADAL" clId="{B0A9838E-FA26-49C8-843B-FCD777EE5498}" dt="2024-04-01T16:32:16.406" v="2062" actId="20577"/>
        <pc:sldMkLst>
          <pc:docMk/>
          <pc:sldMk cId="1833914871" sldId="272"/>
        </pc:sldMkLst>
        <pc:spChg chg="mod">
          <ac:chgData name="Kevin Comba" userId="2b567b3b-fb93-46f1-8cbc-0c356b39981a" providerId="ADAL" clId="{B0A9838E-FA26-49C8-843B-FCD777EE5498}" dt="2024-04-01T16:32:16.406" v="2062" actId="20577"/>
          <ac:spMkLst>
            <pc:docMk/>
            <pc:sldMk cId="1833914871" sldId="272"/>
            <ac:spMk id="2" creationId="{D56B0075-49E8-9D04-BAD2-3C4D4C94C945}"/>
          </ac:spMkLst>
        </pc:spChg>
      </pc:sldChg>
      <pc:sldChg chg="addSp delSp modSp add mod ord">
        <pc:chgData name="Kevin Comba" userId="2b567b3b-fb93-46f1-8cbc-0c356b39981a" providerId="ADAL" clId="{B0A9838E-FA26-49C8-843B-FCD777EE5498}" dt="2024-04-01T15:16:35.274" v="1653" actId="207"/>
        <pc:sldMkLst>
          <pc:docMk/>
          <pc:sldMk cId="1743884873" sldId="273"/>
        </pc:sldMkLst>
        <pc:spChg chg="del">
          <ac:chgData name="Kevin Comba" userId="2b567b3b-fb93-46f1-8cbc-0c356b39981a" providerId="ADAL" clId="{B0A9838E-FA26-49C8-843B-FCD777EE5498}" dt="2024-04-01T13:08:56.074" v="1368" actId="478"/>
          <ac:spMkLst>
            <pc:docMk/>
            <pc:sldMk cId="1743884873" sldId="273"/>
            <ac:spMk id="4" creationId="{9AE5E54F-5380-6E37-DEA3-ABF38139224C}"/>
          </ac:spMkLst>
        </pc:spChg>
        <pc:spChg chg="mod">
          <ac:chgData name="Kevin Comba" userId="2b567b3b-fb93-46f1-8cbc-0c356b39981a" providerId="ADAL" clId="{B0A9838E-FA26-49C8-843B-FCD777EE5498}" dt="2024-04-01T13:08:28.153" v="1364" actId="14100"/>
          <ac:spMkLst>
            <pc:docMk/>
            <pc:sldMk cId="1743884873" sldId="273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5:16:35.274" v="1653" actId="207"/>
          <ac:spMkLst>
            <pc:docMk/>
            <pc:sldMk cId="1743884873" sldId="273"/>
            <ac:spMk id="7" creationId="{21DA47B6-4379-EB71-8C88-5B0F883A893C}"/>
          </ac:spMkLst>
        </pc:spChg>
        <pc:spChg chg="del mod">
          <ac:chgData name="Kevin Comba" userId="2b567b3b-fb93-46f1-8cbc-0c356b39981a" providerId="ADAL" clId="{B0A9838E-FA26-49C8-843B-FCD777EE5498}" dt="2024-04-01T15:13:09.014" v="1635" actId="478"/>
          <ac:spMkLst>
            <pc:docMk/>
            <pc:sldMk cId="1743884873" sldId="273"/>
            <ac:spMk id="8" creationId="{846CDF5F-AB8B-BF95-F419-B30840B6E053}"/>
          </ac:spMkLst>
        </pc:spChg>
        <pc:spChg chg="del">
          <ac:chgData name="Kevin Comba" userId="2b567b3b-fb93-46f1-8cbc-0c356b39981a" providerId="ADAL" clId="{B0A9838E-FA26-49C8-843B-FCD777EE5498}" dt="2024-04-01T13:27:13.201" v="1402" actId="478"/>
          <ac:spMkLst>
            <pc:docMk/>
            <pc:sldMk cId="1743884873" sldId="273"/>
            <ac:spMk id="9" creationId="{502FA194-F66D-D55F-9F40-638D980B9716}"/>
          </ac:spMkLst>
        </pc:spChg>
        <pc:spChg chg="add del mod">
          <ac:chgData name="Kevin Comba" userId="2b567b3b-fb93-46f1-8cbc-0c356b39981a" providerId="ADAL" clId="{B0A9838E-FA26-49C8-843B-FCD777EE5498}" dt="2024-04-01T15:12:32.360" v="1630" actId="478"/>
          <ac:spMkLst>
            <pc:docMk/>
            <pc:sldMk cId="1743884873" sldId="273"/>
            <ac:spMk id="12" creationId="{120828ED-763A-9EB0-2F8D-5AF0372EAF45}"/>
          </ac:spMkLst>
        </pc:spChg>
        <pc:spChg chg="del">
          <ac:chgData name="Kevin Comba" userId="2b567b3b-fb93-46f1-8cbc-0c356b39981a" providerId="ADAL" clId="{B0A9838E-FA26-49C8-843B-FCD777EE5498}" dt="2024-04-01T13:27:15.984" v="1403" actId="478"/>
          <ac:spMkLst>
            <pc:docMk/>
            <pc:sldMk cId="1743884873" sldId="273"/>
            <ac:spMk id="14" creationId="{E104287B-10AE-1A4D-FB8C-0D3E987B9D7F}"/>
          </ac:spMkLst>
        </pc:spChg>
        <pc:picChg chg="add del mod modCrop">
          <ac:chgData name="Kevin Comba" userId="2b567b3b-fb93-46f1-8cbc-0c356b39981a" providerId="ADAL" clId="{B0A9838E-FA26-49C8-843B-FCD777EE5498}" dt="2024-04-01T15:13:06.267" v="1633" actId="478"/>
          <ac:picMkLst>
            <pc:docMk/>
            <pc:sldMk cId="1743884873" sldId="273"/>
            <ac:picMk id="3" creationId="{89099765-0EE9-8167-CD65-F45480F7AEE5}"/>
          </ac:picMkLst>
        </pc:picChg>
        <pc:picChg chg="add del mod">
          <ac:chgData name="Kevin Comba" userId="2b567b3b-fb93-46f1-8cbc-0c356b39981a" providerId="ADAL" clId="{B0A9838E-FA26-49C8-843B-FCD777EE5498}" dt="2024-04-01T15:13:07.250" v="1634" actId="478"/>
          <ac:picMkLst>
            <pc:docMk/>
            <pc:sldMk cId="1743884873" sldId="273"/>
            <ac:picMk id="10" creationId="{A03ABB46-9EEE-9C8E-F9B4-1C5BD8582945}"/>
          </ac:picMkLst>
        </pc:picChg>
        <pc:picChg chg="del">
          <ac:chgData name="Kevin Comba" userId="2b567b3b-fb93-46f1-8cbc-0c356b39981a" providerId="ADAL" clId="{B0A9838E-FA26-49C8-843B-FCD777EE5498}" dt="2024-04-01T13:22:25.317" v="1377" actId="478"/>
          <ac:picMkLst>
            <pc:docMk/>
            <pc:sldMk cId="1743884873" sldId="273"/>
            <ac:picMk id="11" creationId="{9E1ACDE9-D82C-92FB-66D5-793DA28998F6}"/>
          </ac:picMkLst>
        </pc:picChg>
        <pc:picChg chg="del">
          <ac:chgData name="Kevin Comba" userId="2b567b3b-fb93-46f1-8cbc-0c356b39981a" providerId="ADAL" clId="{B0A9838E-FA26-49C8-843B-FCD777EE5498}" dt="2024-04-01T13:22:19.252" v="1374" actId="478"/>
          <ac:picMkLst>
            <pc:docMk/>
            <pc:sldMk cId="1743884873" sldId="273"/>
            <ac:picMk id="13" creationId="{51E23E1E-7117-DA88-BDD9-29CC7B119C99}"/>
          </ac:picMkLst>
        </pc:picChg>
        <pc:picChg chg="add del mod">
          <ac:chgData name="Kevin Comba" userId="2b567b3b-fb93-46f1-8cbc-0c356b39981a" providerId="ADAL" clId="{B0A9838E-FA26-49C8-843B-FCD777EE5498}" dt="2024-04-01T14:45:37.963" v="1478" actId="478"/>
          <ac:picMkLst>
            <pc:docMk/>
            <pc:sldMk cId="1743884873" sldId="273"/>
            <ac:picMk id="16" creationId="{C678A29D-2A6A-70DD-22DD-A74F2B59CE6D}"/>
          </ac:picMkLst>
        </pc:picChg>
        <pc:picChg chg="add del mod">
          <ac:chgData name="Kevin Comba" userId="2b567b3b-fb93-46f1-8cbc-0c356b39981a" providerId="ADAL" clId="{B0A9838E-FA26-49C8-843B-FCD777EE5498}" dt="2024-04-01T15:15:35.643" v="1651" actId="478"/>
          <ac:picMkLst>
            <pc:docMk/>
            <pc:sldMk cId="1743884873" sldId="273"/>
            <ac:picMk id="18" creationId="{C50FEA63-2E40-B840-B0F9-4616A8CEAD09}"/>
          </ac:picMkLst>
        </pc:picChg>
        <pc:picChg chg="add mod">
          <ac:chgData name="Kevin Comba" userId="2b567b3b-fb93-46f1-8cbc-0c356b39981a" providerId="ADAL" clId="{B0A9838E-FA26-49C8-843B-FCD777EE5498}" dt="2024-04-01T15:15:37.464" v="1652" actId="1076"/>
          <ac:picMkLst>
            <pc:docMk/>
            <pc:sldMk cId="1743884873" sldId="273"/>
            <ac:picMk id="20" creationId="{7E821BDF-2F44-A243-A4FE-3FFF7A41BD2D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4:57:25.748" v="1557" actId="207"/>
        <pc:sldMkLst>
          <pc:docMk/>
          <pc:sldMk cId="2749318419" sldId="274"/>
        </pc:sldMkLst>
        <pc:spChg chg="add mod">
          <ac:chgData name="Kevin Comba" userId="2b567b3b-fb93-46f1-8cbc-0c356b39981a" providerId="ADAL" clId="{B0A9838E-FA26-49C8-843B-FCD777EE5498}" dt="2024-04-01T14:57:25.748" v="1557" actId="207"/>
          <ac:spMkLst>
            <pc:docMk/>
            <pc:sldMk cId="2749318419" sldId="274"/>
            <ac:spMk id="2" creationId="{8561DA9C-5672-127F-622D-04DA1E4F4870}"/>
          </ac:spMkLst>
        </pc:spChg>
        <pc:spChg chg="del">
          <ac:chgData name="Kevin Comba" userId="2b567b3b-fb93-46f1-8cbc-0c356b39981a" providerId="ADAL" clId="{B0A9838E-FA26-49C8-843B-FCD777EE5498}" dt="2024-04-01T13:27:49.407" v="1412" actId="478"/>
          <ac:spMkLst>
            <pc:docMk/>
            <pc:sldMk cId="2749318419" sldId="274"/>
            <ac:spMk id="6" creationId="{5EDC9707-074C-9486-DDDF-2D12C2151DBE}"/>
          </ac:spMkLst>
        </pc:spChg>
        <pc:spChg chg="del">
          <ac:chgData name="Kevin Comba" userId="2b567b3b-fb93-46f1-8cbc-0c356b39981a" providerId="ADAL" clId="{B0A9838E-FA26-49C8-843B-FCD777EE5498}" dt="2024-04-01T13:27:38.755" v="1407" actId="478"/>
          <ac:spMkLst>
            <pc:docMk/>
            <pc:sldMk cId="2749318419" sldId="274"/>
            <ac:spMk id="7" creationId="{21DA47B6-4379-EB71-8C88-5B0F883A893C}"/>
          </ac:spMkLst>
        </pc:spChg>
        <pc:spChg chg="del">
          <ac:chgData name="Kevin Comba" userId="2b567b3b-fb93-46f1-8cbc-0c356b39981a" providerId="ADAL" clId="{B0A9838E-FA26-49C8-843B-FCD777EE5498}" dt="2024-04-01T13:27:41.273" v="1408" actId="478"/>
          <ac:spMkLst>
            <pc:docMk/>
            <pc:sldMk cId="2749318419" sldId="274"/>
            <ac:spMk id="8" creationId="{846CDF5F-AB8B-BF95-F419-B30840B6E053}"/>
          </ac:spMkLst>
        </pc:spChg>
        <pc:spChg chg="mod">
          <ac:chgData name="Kevin Comba" userId="2b567b3b-fb93-46f1-8cbc-0c356b39981a" providerId="ADAL" clId="{B0A9838E-FA26-49C8-843B-FCD777EE5498}" dt="2024-04-01T13:27:52.793" v="1413" actId="1076"/>
          <ac:spMkLst>
            <pc:docMk/>
            <pc:sldMk cId="2749318419" sldId="274"/>
            <ac:spMk id="12" creationId="{120828ED-763A-9EB0-2F8D-5AF0372EAF45}"/>
          </ac:spMkLst>
        </pc:spChg>
        <pc:picChg chg="del">
          <ac:chgData name="Kevin Comba" userId="2b567b3b-fb93-46f1-8cbc-0c356b39981a" providerId="ADAL" clId="{B0A9838E-FA26-49C8-843B-FCD777EE5498}" dt="2024-04-01T13:27:45.587" v="1411" actId="478"/>
          <ac:picMkLst>
            <pc:docMk/>
            <pc:sldMk cId="2749318419" sldId="274"/>
            <ac:picMk id="3" creationId="{89099765-0EE9-8167-CD65-F45480F7AEE5}"/>
          </ac:picMkLst>
        </pc:picChg>
        <pc:picChg chg="del">
          <ac:chgData name="Kevin Comba" userId="2b567b3b-fb93-46f1-8cbc-0c356b39981a" providerId="ADAL" clId="{B0A9838E-FA26-49C8-843B-FCD777EE5498}" dt="2024-04-01T13:27:42.433" v="1409" actId="478"/>
          <ac:picMkLst>
            <pc:docMk/>
            <pc:sldMk cId="2749318419" sldId="274"/>
            <ac:picMk id="10" creationId="{A03ABB46-9EEE-9C8E-F9B4-1C5BD8582945}"/>
          </ac:picMkLst>
        </pc:picChg>
        <pc:picChg chg="mod">
          <ac:chgData name="Kevin Comba" userId="2b567b3b-fb93-46f1-8cbc-0c356b39981a" providerId="ADAL" clId="{B0A9838E-FA26-49C8-843B-FCD777EE5498}" dt="2024-04-01T14:43:42.150" v="1419" actId="1076"/>
          <ac:picMkLst>
            <pc:docMk/>
            <pc:sldMk cId="2749318419" sldId="274"/>
            <ac:picMk id="16" creationId="{C678A29D-2A6A-70DD-22DD-A74F2B59CE6D}"/>
          </ac:picMkLst>
        </pc:picChg>
      </pc:sldChg>
      <pc:sldChg chg="addSp delSp modSp add mod ord">
        <pc:chgData name="Kevin Comba" userId="2b567b3b-fb93-46f1-8cbc-0c356b39981a" providerId="ADAL" clId="{B0A9838E-FA26-49C8-843B-FCD777EE5498}" dt="2024-04-01T15:22:48.115" v="1704" actId="207"/>
        <pc:sldMkLst>
          <pc:docMk/>
          <pc:sldMk cId="208232672" sldId="275"/>
        </pc:sldMkLst>
        <pc:spChg chg="add mod">
          <ac:chgData name="Kevin Comba" userId="2b567b3b-fb93-46f1-8cbc-0c356b39981a" providerId="ADAL" clId="{B0A9838E-FA26-49C8-843B-FCD777EE5498}" dt="2024-04-01T14:50:32.062" v="1528" actId="1076"/>
          <ac:spMkLst>
            <pc:docMk/>
            <pc:sldMk cId="208232672" sldId="275"/>
            <ac:spMk id="2" creationId="{7E3D601A-0658-CC79-2DA6-174C1719934B}"/>
          </ac:spMkLst>
        </pc:spChg>
        <pc:spChg chg="add mod">
          <ac:chgData name="Kevin Comba" userId="2b567b3b-fb93-46f1-8cbc-0c356b39981a" providerId="ADAL" clId="{B0A9838E-FA26-49C8-843B-FCD777EE5498}" dt="2024-04-01T14:55:20.289" v="1544" actId="12"/>
          <ac:spMkLst>
            <pc:docMk/>
            <pc:sldMk cId="208232672" sldId="275"/>
            <ac:spMk id="4" creationId="{4C1848AA-78BC-40D5-68F0-35AF9F6A5624}"/>
          </ac:spMkLst>
        </pc:spChg>
        <pc:spChg chg="mod">
          <ac:chgData name="Kevin Comba" userId="2b567b3b-fb93-46f1-8cbc-0c356b39981a" providerId="ADAL" clId="{B0A9838E-FA26-49C8-843B-FCD777EE5498}" dt="2024-04-01T14:46:37.199" v="1495" actId="20577"/>
          <ac:spMkLst>
            <pc:docMk/>
            <pc:sldMk cId="208232672" sldId="275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5:21:47.354" v="1700" actId="207"/>
          <ac:spMkLst>
            <pc:docMk/>
            <pc:sldMk cId="208232672" sldId="275"/>
            <ac:spMk id="7" creationId="{21DA47B6-4379-EB71-8C88-5B0F883A893C}"/>
          </ac:spMkLst>
        </pc:spChg>
        <pc:spChg chg="mod">
          <ac:chgData name="Kevin Comba" userId="2b567b3b-fb93-46f1-8cbc-0c356b39981a" providerId="ADAL" clId="{B0A9838E-FA26-49C8-843B-FCD777EE5498}" dt="2024-04-01T15:22:48.115" v="1704" actId="207"/>
          <ac:spMkLst>
            <pc:docMk/>
            <pc:sldMk cId="208232672" sldId="275"/>
            <ac:spMk id="8" creationId="{846CDF5F-AB8B-BF95-F419-B30840B6E053}"/>
          </ac:spMkLst>
        </pc:spChg>
        <pc:spChg chg="del">
          <ac:chgData name="Kevin Comba" userId="2b567b3b-fb93-46f1-8cbc-0c356b39981a" providerId="ADAL" clId="{B0A9838E-FA26-49C8-843B-FCD777EE5498}" dt="2024-04-01T14:47:57.642" v="1503" actId="478"/>
          <ac:spMkLst>
            <pc:docMk/>
            <pc:sldMk cId="208232672" sldId="275"/>
            <ac:spMk id="12" creationId="{120828ED-763A-9EB0-2F8D-5AF0372EAF45}"/>
          </ac:spMkLst>
        </pc:spChg>
        <pc:picChg chg="mod">
          <ac:chgData name="Kevin Comba" userId="2b567b3b-fb93-46f1-8cbc-0c356b39981a" providerId="ADAL" clId="{B0A9838E-FA26-49C8-843B-FCD777EE5498}" dt="2024-04-01T14:50:29.237" v="1527" actId="1076"/>
          <ac:picMkLst>
            <pc:docMk/>
            <pc:sldMk cId="208232672" sldId="275"/>
            <ac:picMk id="3" creationId="{89099765-0EE9-8167-CD65-F45480F7AEE5}"/>
          </ac:picMkLst>
        </pc:picChg>
        <pc:picChg chg="mod">
          <ac:chgData name="Kevin Comba" userId="2b567b3b-fb93-46f1-8cbc-0c356b39981a" providerId="ADAL" clId="{B0A9838E-FA26-49C8-843B-FCD777EE5498}" dt="2024-04-01T14:50:05.603" v="1522" actId="1076"/>
          <ac:picMkLst>
            <pc:docMk/>
            <pc:sldMk cId="208232672" sldId="275"/>
            <ac:picMk id="10" creationId="{A03ABB46-9EEE-9C8E-F9B4-1C5BD8582945}"/>
          </ac:picMkLst>
        </pc:picChg>
        <pc:picChg chg="del">
          <ac:chgData name="Kevin Comba" userId="2b567b3b-fb93-46f1-8cbc-0c356b39981a" providerId="ADAL" clId="{B0A9838E-FA26-49C8-843B-FCD777EE5498}" dt="2024-04-01T14:45:54.258" v="1479" actId="478"/>
          <ac:picMkLst>
            <pc:docMk/>
            <pc:sldMk cId="208232672" sldId="275"/>
            <ac:picMk id="16" creationId="{C678A29D-2A6A-70DD-22DD-A74F2B59CE6D}"/>
          </ac:picMkLst>
        </pc:picChg>
      </pc:sldChg>
      <pc:sldChg chg="add del">
        <pc:chgData name="Kevin Comba" userId="2b567b3b-fb93-46f1-8cbc-0c356b39981a" providerId="ADAL" clId="{B0A9838E-FA26-49C8-843B-FCD777EE5498}" dt="2024-04-01T14:43:37.244" v="1417" actId="2890"/>
        <pc:sldMkLst>
          <pc:docMk/>
          <pc:sldMk cId="2042861697" sldId="275"/>
        </pc:sldMkLst>
      </pc:sldChg>
      <pc:sldChg chg="modSp add mod ord">
        <pc:chgData name="Kevin Comba" userId="2b567b3b-fb93-46f1-8cbc-0c356b39981a" providerId="ADAL" clId="{B0A9838E-FA26-49C8-843B-FCD777EE5498}" dt="2024-04-01T14:44:56.748" v="1462" actId="6549"/>
        <pc:sldMkLst>
          <pc:docMk/>
          <pc:sldMk cId="2278993582" sldId="276"/>
        </pc:sldMkLst>
        <pc:spChg chg="mod">
          <ac:chgData name="Kevin Comba" userId="2b567b3b-fb93-46f1-8cbc-0c356b39981a" providerId="ADAL" clId="{B0A9838E-FA26-49C8-843B-FCD777EE5498}" dt="2024-04-01T14:44:56.748" v="1462" actId="6549"/>
          <ac:spMkLst>
            <pc:docMk/>
            <pc:sldMk cId="2278993582" sldId="276"/>
            <ac:spMk id="2" creationId="{D56B0075-49E8-9D04-BAD2-3C4D4C94C945}"/>
          </ac:spMkLst>
        </pc:spChg>
      </pc:sldChg>
      <pc:sldChg chg="delSp add del ord setBg delDesignElem">
        <pc:chgData name="Kevin Comba" userId="2b567b3b-fb93-46f1-8cbc-0c356b39981a" providerId="ADAL" clId="{B0A9838E-FA26-49C8-843B-FCD777EE5498}" dt="2024-04-01T14:46:00.591" v="1482" actId="47"/>
        <pc:sldMkLst>
          <pc:docMk/>
          <pc:sldMk cId="89607253" sldId="277"/>
        </pc:sldMkLst>
        <pc:spChg chg="del">
          <ac:chgData name="Kevin Comba" userId="2b567b3b-fb93-46f1-8cbc-0c356b39981a" providerId="ADAL" clId="{B0A9838E-FA26-49C8-843B-FCD777EE5498}" dt="2024-04-01T14:45:06.930" v="1464"/>
          <ac:spMkLst>
            <pc:docMk/>
            <pc:sldMk cId="89607253" sldId="277"/>
            <ac:spMk id="7" creationId="{3677BAFB-3BD3-41BB-9107-FAE224AE21C4}"/>
          </ac:spMkLst>
        </pc:spChg>
        <pc:spChg chg="del">
          <ac:chgData name="Kevin Comba" userId="2b567b3b-fb93-46f1-8cbc-0c356b39981a" providerId="ADAL" clId="{B0A9838E-FA26-49C8-843B-FCD777EE5498}" dt="2024-04-01T14:45:06.930" v="1464"/>
          <ac:spMkLst>
            <pc:docMk/>
            <pc:sldMk cId="89607253" sldId="277"/>
            <ac:spMk id="9" creationId="{E6823A9B-C188-42D4-847C-3AD928DB145C}"/>
          </ac:spMkLst>
        </pc:spChg>
        <pc:spChg chg="del">
          <ac:chgData name="Kevin Comba" userId="2b567b3b-fb93-46f1-8cbc-0c356b39981a" providerId="ADAL" clId="{B0A9838E-FA26-49C8-843B-FCD777EE5498}" dt="2024-04-01T14:45:06.930" v="1464"/>
          <ac:spMkLst>
            <pc:docMk/>
            <pc:sldMk cId="89607253" sldId="277"/>
            <ac:spMk id="11" creationId="{34B557F3-1A0C-4749-A6DB-EAC082DF390B}"/>
          </ac:spMkLst>
        </pc:spChg>
        <pc:spChg chg="del">
          <ac:chgData name="Kevin Comba" userId="2b567b3b-fb93-46f1-8cbc-0c356b39981a" providerId="ADAL" clId="{B0A9838E-FA26-49C8-843B-FCD777EE5498}" dt="2024-04-01T14:45:06.930" v="1464"/>
          <ac:spMkLst>
            <pc:docMk/>
            <pc:sldMk cId="89607253" sldId="277"/>
            <ac:spMk id="13" creationId="{55D55AA6-3751-494F-868A-DCEDC5CE82BF}"/>
          </ac:spMkLst>
        </pc:spChg>
        <pc:spChg chg="del">
          <ac:chgData name="Kevin Comba" userId="2b567b3b-fb93-46f1-8cbc-0c356b39981a" providerId="ADAL" clId="{B0A9838E-FA26-49C8-843B-FCD777EE5498}" dt="2024-04-01T14:45:06.930" v="1464"/>
          <ac:spMkLst>
            <pc:docMk/>
            <pc:sldMk cId="89607253" sldId="277"/>
            <ac:spMk id="15" creationId="{4D4C00DC-4DC6-4CD2-9E31-F17E6CEBC5A6}"/>
          </ac:spMkLst>
        </pc:spChg>
        <pc:spChg chg="del">
          <ac:chgData name="Kevin Comba" userId="2b567b3b-fb93-46f1-8cbc-0c356b39981a" providerId="ADAL" clId="{B0A9838E-FA26-49C8-843B-FCD777EE5498}" dt="2024-04-01T14:45:06.930" v="1464"/>
          <ac:spMkLst>
            <pc:docMk/>
            <pc:sldMk cId="89607253" sldId="277"/>
            <ac:spMk id="17" creationId="{D82AB1B2-7970-42CF-8BF5-567C69E9FFFB}"/>
          </ac:spMkLst>
        </pc:spChg>
        <pc:spChg chg="del">
          <ac:chgData name="Kevin Comba" userId="2b567b3b-fb93-46f1-8cbc-0c356b39981a" providerId="ADAL" clId="{B0A9838E-FA26-49C8-843B-FCD777EE5498}" dt="2024-04-01T14:45:06.930" v="1464"/>
          <ac:spMkLst>
            <pc:docMk/>
            <pc:sldMk cId="89607253" sldId="277"/>
            <ac:spMk id="23" creationId="{C10FB9CA-E7FA-462C-B537-F1224ED1ACF4}"/>
          </ac:spMkLst>
        </pc:spChg>
        <pc:spChg chg="del">
          <ac:chgData name="Kevin Comba" userId="2b567b3b-fb93-46f1-8cbc-0c356b39981a" providerId="ADAL" clId="{B0A9838E-FA26-49C8-843B-FCD777EE5498}" dt="2024-04-01T14:45:06.930" v="1464"/>
          <ac:spMkLst>
            <pc:docMk/>
            <pc:sldMk cId="89607253" sldId="277"/>
            <ac:spMk id="25" creationId="{D8469AE7-A75B-4F37-850B-EF5974ABED2C}"/>
          </ac:spMkLst>
        </pc:spChg>
        <pc:grpChg chg="del">
          <ac:chgData name="Kevin Comba" userId="2b567b3b-fb93-46f1-8cbc-0c356b39981a" providerId="ADAL" clId="{B0A9838E-FA26-49C8-843B-FCD777EE5498}" dt="2024-04-01T14:45:06.930" v="1464"/>
          <ac:grpSpMkLst>
            <pc:docMk/>
            <pc:sldMk cId="89607253" sldId="277"/>
            <ac:grpSpMk id="19" creationId="{66FB5A75-BDE2-4F12-A95B-C48788A7685C}"/>
          </ac:grpSpMkLst>
        </pc:grpChg>
        <pc:grpChg chg="del">
          <ac:chgData name="Kevin Comba" userId="2b567b3b-fb93-46f1-8cbc-0c356b39981a" providerId="ADAL" clId="{B0A9838E-FA26-49C8-843B-FCD777EE5498}" dt="2024-04-01T14:45:06.930" v="1464"/>
          <ac:grpSpMkLst>
            <pc:docMk/>
            <pc:sldMk cId="89607253" sldId="277"/>
            <ac:grpSpMk id="27" creationId="{63301095-70B2-49AA-8DA9-A35629AD621C}"/>
          </ac:grpSpMkLst>
        </pc:grpChg>
      </pc:sldChg>
      <pc:sldChg chg="modSp add mod ord">
        <pc:chgData name="Kevin Comba" userId="2b567b3b-fb93-46f1-8cbc-0c356b39981a" providerId="ADAL" clId="{B0A9838E-FA26-49C8-843B-FCD777EE5498}" dt="2024-04-01T14:45:27.850" v="1477" actId="20577"/>
        <pc:sldMkLst>
          <pc:docMk/>
          <pc:sldMk cId="219120402" sldId="278"/>
        </pc:sldMkLst>
        <pc:spChg chg="mod">
          <ac:chgData name="Kevin Comba" userId="2b567b3b-fb93-46f1-8cbc-0c356b39981a" providerId="ADAL" clId="{B0A9838E-FA26-49C8-843B-FCD777EE5498}" dt="2024-04-01T14:45:27.850" v="1477" actId="20577"/>
          <ac:spMkLst>
            <pc:docMk/>
            <pc:sldMk cId="219120402" sldId="278"/>
            <ac:spMk id="2" creationId="{D56B0075-49E8-9D04-BAD2-3C4D4C94C945}"/>
          </ac:spMkLst>
        </pc:spChg>
      </pc:sldChg>
      <pc:sldChg chg="addSp delSp modSp add mod ord">
        <pc:chgData name="Kevin Comba" userId="2b567b3b-fb93-46f1-8cbc-0c356b39981a" providerId="ADAL" clId="{B0A9838E-FA26-49C8-843B-FCD777EE5498}" dt="2024-04-01T15:05:55.101" v="1608" actId="1076"/>
        <pc:sldMkLst>
          <pc:docMk/>
          <pc:sldMk cId="1830996751" sldId="279"/>
        </pc:sldMkLst>
        <pc:spChg chg="del mod">
          <ac:chgData name="Kevin Comba" userId="2b567b3b-fb93-46f1-8cbc-0c356b39981a" providerId="ADAL" clId="{B0A9838E-FA26-49C8-843B-FCD777EE5498}" dt="2024-04-01T15:02:22.625" v="1592" actId="478"/>
          <ac:spMkLst>
            <pc:docMk/>
            <pc:sldMk cId="1830996751" sldId="279"/>
            <ac:spMk id="2" creationId="{7E3D601A-0658-CC79-2DA6-174C1719934B}"/>
          </ac:spMkLst>
        </pc:spChg>
        <pc:spChg chg="mod">
          <ac:chgData name="Kevin Comba" userId="2b567b3b-fb93-46f1-8cbc-0c356b39981a" providerId="ADAL" clId="{B0A9838E-FA26-49C8-843B-FCD777EE5498}" dt="2024-04-01T15:05:04.380" v="1604" actId="14100"/>
          <ac:spMkLst>
            <pc:docMk/>
            <pc:sldMk cId="1830996751" sldId="279"/>
            <ac:spMk id="4" creationId="{4C1848AA-78BC-40D5-68F0-35AF9F6A5624}"/>
          </ac:spMkLst>
        </pc:spChg>
        <pc:spChg chg="mod">
          <ac:chgData name="Kevin Comba" userId="2b567b3b-fb93-46f1-8cbc-0c356b39981a" providerId="ADAL" clId="{B0A9838E-FA26-49C8-843B-FCD777EE5498}" dt="2024-04-01T14:58:09.316" v="1570" actId="14100"/>
          <ac:spMkLst>
            <pc:docMk/>
            <pc:sldMk cId="1830996751" sldId="279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4:59:38.697" v="1573" actId="207"/>
          <ac:spMkLst>
            <pc:docMk/>
            <pc:sldMk cId="1830996751" sldId="279"/>
            <ac:spMk id="7" creationId="{21DA47B6-4379-EB71-8C88-5B0F883A893C}"/>
          </ac:spMkLst>
        </pc:spChg>
        <pc:spChg chg="del">
          <ac:chgData name="Kevin Comba" userId="2b567b3b-fb93-46f1-8cbc-0c356b39981a" providerId="ADAL" clId="{B0A9838E-FA26-49C8-843B-FCD777EE5498}" dt="2024-04-01T15:00:43.031" v="1578" actId="478"/>
          <ac:spMkLst>
            <pc:docMk/>
            <pc:sldMk cId="1830996751" sldId="279"/>
            <ac:spMk id="8" creationId="{846CDF5F-AB8B-BF95-F419-B30840B6E053}"/>
          </ac:spMkLst>
        </pc:spChg>
        <pc:spChg chg="add del mod">
          <ac:chgData name="Kevin Comba" userId="2b567b3b-fb93-46f1-8cbc-0c356b39981a" providerId="ADAL" clId="{B0A9838E-FA26-49C8-843B-FCD777EE5498}" dt="2024-04-01T15:02:55.859" v="1596" actId="478"/>
          <ac:spMkLst>
            <pc:docMk/>
            <pc:sldMk cId="1830996751" sldId="279"/>
            <ac:spMk id="13" creationId="{9BBC147C-3C75-8E93-AE21-BD7979E5BE0A}"/>
          </ac:spMkLst>
        </pc:spChg>
        <pc:spChg chg="add">
          <ac:chgData name="Kevin Comba" userId="2b567b3b-fb93-46f1-8cbc-0c356b39981a" providerId="ADAL" clId="{B0A9838E-FA26-49C8-843B-FCD777EE5498}" dt="2024-04-01T15:02:32.830" v="1594"/>
          <ac:spMkLst>
            <pc:docMk/>
            <pc:sldMk cId="1830996751" sldId="279"/>
            <ac:spMk id="14" creationId="{294AFF2B-CB68-6CDA-FE19-2038CF78FC0F}"/>
          </ac:spMkLst>
        </pc:spChg>
        <pc:spChg chg="add mod">
          <ac:chgData name="Kevin Comba" userId="2b567b3b-fb93-46f1-8cbc-0c356b39981a" providerId="ADAL" clId="{B0A9838E-FA26-49C8-843B-FCD777EE5498}" dt="2024-04-01T15:03:01.866" v="1599" actId="1076"/>
          <ac:spMkLst>
            <pc:docMk/>
            <pc:sldMk cId="1830996751" sldId="279"/>
            <ac:spMk id="16" creationId="{02704BD6-A88B-2C82-F9D4-6A2774C02452}"/>
          </ac:spMkLst>
        </pc:spChg>
        <pc:spChg chg="add mod">
          <ac:chgData name="Kevin Comba" userId="2b567b3b-fb93-46f1-8cbc-0c356b39981a" providerId="ADAL" clId="{B0A9838E-FA26-49C8-843B-FCD777EE5498}" dt="2024-04-01T15:05:27.366" v="1606"/>
          <ac:spMkLst>
            <pc:docMk/>
            <pc:sldMk cId="1830996751" sldId="279"/>
            <ac:spMk id="19" creationId="{6E9D3C17-8A7D-1309-56C7-E3DD2F7A82B6}"/>
          </ac:spMkLst>
        </pc:spChg>
        <pc:picChg chg="del">
          <ac:chgData name="Kevin Comba" userId="2b567b3b-fb93-46f1-8cbc-0c356b39981a" providerId="ADAL" clId="{B0A9838E-FA26-49C8-843B-FCD777EE5498}" dt="2024-04-01T15:01:19.035" v="1585" actId="478"/>
          <ac:picMkLst>
            <pc:docMk/>
            <pc:sldMk cId="1830996751" sldId="279"/>
            <ac:picMk id="3" creationId="{89099765-0EE9-8167-CD65-F45480F7AEE5}"/>
          </ac:picMkLst>
        </pc:picChg>
        <pc:picChg chg="add mod">
          <ac:chgData name="Kevin Comba" userId="2b567b3b-fb93-46f1-8cbc-0c356b39981a" providerId="ADAL" clId="{B0A9838E-FA26-49C8-843B-FCD777EE5498}" dt="2024-04-01T15:00:09.465" v="1575" actId="1076"/>
          <ac:picMkLst>
            <pc:docMk/>
            <pc:sldMk cId="1830996751" sldId="279"/>
            <ac:picMk id="9" creationId="{9D92C2D7-2BA3-C3D5-D8A2-7A8E87F56DC4}"/>
          </ac:picMkLst>
        </pc:picChg>
        <pc:picChg chg="del">
          <ac:chgData name="Kevin Comba" userId="2b567b3b-fb93-46f1-8cbc-0c356b39981a" providerId="ADAL" clId="{B0A9838E-FA26-49C8-843B-FCD777EE5498}" dt="2024-04-01T15:00:44.495" v="1579" actId="478"/>
          <ac:picMkLst>
            <pc:docMk/>
            <pc:sldMk cId="1830996751" sldId="279"/>
            <ac:picMk id="10" creationId="{A03ABB46-9EEE-9C8E-F9B4-1C5BD8582945}"/>
          </ac:picMkLst>
        </pc:picChg>
        <pc:picChg chg="add mod">
          <ac:chgData name="Kevin Comba" userId="2b567b3b-fb93-46f1-8cbc-0c356b39981a" providerId="ADAL" clId="{B0A9838E-FA26-49C8-843B-FCD777EE5498}" dt="2024-04-01T15:01:50.157" v="1588" actId="1076"/>
          <ac:picMkLst>
            <pc:docMk/>
            <pc:sldMk cId="1830996751" sldId="279"/>
            <ac:picMk id="12" creationId="{80FC0DDF-F754-3D7B-22E6-D4A1032A5888}"/>
          </ac:picMkLst>
        </pc:picChg>
        <pc:picChg chg="add mod">
          <ac:chgData name="Kevin Comba" userId="2b567b3b-fb93-46f1-8cbc-0c356b39981a" providerId="ADAL" clId="{B0A9838E-FA26-49C8-843B-FCD777EE5498}" dt="2024-04-01T15:03:32.001" v="1601" actId="1076"/>
          <ac:picMkLst>
            <pc:docMk/>
            <pc:sldMk cId="1830996751" sldId="279"/>
            <ac:picMk id="18" creationId="{BE5DF346-069B-4939-710C-90A0BDDE978F}"/>
          </ac:picMkLst>
        </pc:picChg>
        <pc:picChg chg="add mod">
          <ac:chgData name="Kevin Comba" userId="2b567b3b-fb93-46f1-8cbc-0c356b39981a" providerId="ADAL" clId="{B0A9838E-FA26-49C8-843B-FCD777EE5498}" dt="2024-04-01T15:05:55.101" v="1608" actId="1076"/>
          <ac:picMkLst>
            <pc:docMk/>
            <pc:sldMk cId="1830996751" sldId="279"/>
            <ac:picMk id="21" creationId="{F5900E75-1134-FB70-DFBF-977E8D30E7A3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5:07:31.846" v="1620" actId="1076"/>
        <pc:sldMkLst>
          <pc:docMk/>
          <pc:sldMk cId="1401771820" sldId="280"/>
        </pc:sldMkLst>
        <pc:spChg chg="mod">
          <ac:chgData name="Kevin Comba" userId="2b567b3b-fb93-46f1-8cbc-0c356b39981a" providerId="ADAL" clId="{B0A9838E-FA26-49C8-843B-FCD777EE5498}" dt="2024-04-01T15:07:07.490" v="1618" actId="1076"/>
          <ac:spMkLst>
            <pc:docMk/>
            <pc:sldMk cId="1401771820" sldId="280"/>
            <ac:spMk id="4" creationId="{4C1848AA-78BC-40D5-68F0-35AF9F6A5624}"/>
          </ac:spMkLst>
        </pc:spChg>
        <pc:spChg chg="del">
          <ac:chgData name="Kevin Comba" userId="2b567b3b-fb93-46f1-8cbc-0c356b39981a" providerId="ADAL" clId="{B0A9838E-FA26-49C8-843B-FCD777EE5498}" dt="2024-04-01T15:06:54.723" v="1612" actId="478"/>
          <ac:spMkLst>
            <pc:docMk/>
            <pc:sldMk cId="1401771820" sldId="280"/>
            <ac:spMk id="7" creationId="{21DA47B6-4379-EB71-8C88-5B0F883A893C}"/>
          </ac:spMkLst>
        </pc:spChg>
        <pc:spChg chg="del">
          <ac:chgData name="Kevin Comba" userId="2b567b3b-fb93-46f1-8cbc-0c356b39981a" providerId="ADAL" clId="{B0A9838E-FA26-49C8-843B-FCD777EE5498}" dt="2024-04-01T15:07:00.694" v="1614" actId="478"/>
          <ac:spMkLst>
            <pc:docMk/>
            <pc:sldMk cId="1401771820" sldId="280"/>
            <ac:spMk id="16" creationId="{02704BD6-A88B-2C82-F9D4-6A2774C02452}"/>
          </ac:spMkLst>
        </pc:spChg>
        <pc:spChg chg="del">
          <ac:chgData name="Kevin Comba" userId="2b567b3b-fb93-46f1-8cbc-0c356b39981a" providerId="ADAL" clId="{B0A9838E-FA26-49C8-843B-FCD777EE5498}" dt="2024-04-01T15:07:02.088" v="1615" actId="478"/>
          <ac:spMkLst>
            <pc:docMk/>
            <pc:sldMk cId="1401771820" sldId="280"/>
            <ac:spMk id="19" creationId="{6E9D3C17-8A7D-1309-56C7-E3DD2F7A82B6}"/>
          </ac:spMkLst>
        </pc:spChg>
        <pc:picChg chg="add mod">
          <ac:chgData name="Kevin Comba" userId="2b567b3b-fb93-46f1-8cbc-0c356b39981a" providerId="ADAL" clId="{B0A9838E-FA26-49C8-843B-FCD777EE5498}" dt="2024-04-01T15:07:31.846" v="1620" actId="1076"/>
          <ac:picMkLst>
            <pc:docMk/>
            <pc:sldMk cId="1401771820" sldId="280"/>
            <ac:picMk id="3" creationId="{A258D178-933A-8CC6-9323-46D224E6639C}"/>
          </ac:picMkLst>
        </pc:picChg>
        <pc:picChg chg="del">
          <ac:chgData name="Kevin Comba" userId="2b567b3b-fb93-46f1-8cbc-0c356b39981a" providerId="ADAL" clId="{B0A9838E-FA26-49C8-843B-FCD777EE5498}" dt="2024-04-01T15:06:52.480" v="1611" actId="478"/>
          <ac:picMkLst>
            <pc:docMk/>
            <pc:sldMk cId="1401771820" sldId="280"/>
            <ac:picMk id="9" creationId="{9D92C2D7-2BA3-C3D5-D8A2-7A8E87F56DC4}"/>
          </ac:picMkLst>
        </pc:picChg>
        <pc:picChg chg="del">
          <ac:chgData name="Kevin Comba" userId="2b567b3b-fb93-46f1-8cbc-0c356b39981a" providerId="ADAL" clId="{B0A9838E-FA26-49C8-843B-FCD777EE5498}" dt="2024-04-01T15:07:03.659" v="1617" actId="478"/>
          <ac:picMkLst>
            <pc:docMk/>
            <pc:sldMk cId="1401771820" sldId="280"/>
            <ac:picMk id="12" creationId="{80FC0DDF-F754-3D7B-22E6-D4A1032A5888}"/>
          </ac:picMkLst>
        </pc:picChg>
        <pc:picChg chg="del">
          <ac:chgData name="Kevin Comba" userId="2b567b3b-fb93-46f1-8cbc-0c356b39981a" providerId="ADAL" clId="{B0A9838E-FA26-49C8-843B-FCD777EE5498}" dt="2024-04-01T15:06:56.026" v="1613" actId="478"/>
          <ac:picMkLst>
            <pc:docMk/>
            <pc:sldMk cId="1401771820" sldId="280"/>
            <ac:picMk id="18" creationId="{BE5DF346-069B-4939-710C-90A0BDDE978F}"/>
          </ac:picMkLst>
        </pc:picChg>
        <pc:picChg chg="del">
          <ac:chgData name="Kevin Comba" userId="2b567b3b-fb93-46f1-8cbc-0c356b39981a" providerId="ADAL" clId="{B0A9838E-FA26-49C8-843B-FCD777EE5498}" dt="2024-04-01T15:07:02.769" v="1616" actId="478"/>
          <ac:picMkLst>
            <pc:docMk/>
            <pc:sldMk cId="1401771820" sldId="280"/>
            <ac:picMk id="21" creationId="{F5900E75-1134-FB70-DFBF-977E8D30E7A3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5:19:28.165" v="1696" actId="1076"/>
        <pc:sldMkLst>
          <pc:docMk/>
          <pc:sldMk cId="742578165" sldId="281"/>
        </pc:sldMkLst>
        <pc:spChg chg="add mod">
          <ac:chgData name="Kevin Comba" userId="2b567b3b-fb93-46f1-8cbc-0c356b39981a" providerId="ADAL" clId="{B0A9838E-FA26-49C8-843B-FCD777EE5498}" dt="2024-04-01T15:18:42.666" v="1691" actId="14100"/>
          <ac:spMkLst>
            <pc:docMk/>
            <pc:sldMk cId="742578165" sldId="281"/>
            <ac:spMk id="4" creationId="{77BE7374-BD99-03D8-FF36-BF92FD20B530}"/>
          </ac:spMkLst>
        </pc:spChg>
        <pc:spChg chg="add mod">
          <ac:chgData name="Kevin Comba" userId="2b567b3b-fb93-46f1-8cbc-0c356b39981a" providerId="ADAL" clId="{B0A9838E-FA26-49C8-843B-FCD777EE5498}" dt="2024-04-01T15:19:02.250" v="1694"/>
          <ac:spMkLst>
            <pc:docMk/>
            <pc:sldMk cId="742578165" sldId="281"/>
            <ac:spMk id="5" creationId="{452CAEBE-70AB-1DE1-FC50-2ADCA222F423}"/>
          </ac:spMkLst>
        </pc:spChg>
        <pc:spChg chg="mod">
          <ac:chgData name="Kevin Comba" userId="2b567b3b-fb93-46f1-8cbc-0c356b39981a" providerId="ADAL" clId="{B0A9838E-FA26-49C8-843B-FCD777EE5498}" dt="2024-04-01T15:17:13.773" v="1665" actId="20577"/>
          <ac:spMkLst>
            <pc:docMk/>
            <pc:sldMk cId="742578165" sldId="281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5:18:03.288" v="1673" actId="1076"/>
          <ac:spMkLst>
            <pc:docMk/>
            <pc:sldMk cId="742578165" sldId="281"/>
            <ac:spMk id="7" creationId="{21DA47B6-4379-EB71-8C88-5B0F883A893C}"/>
          </ac:spMkLst>
        </pc:spChg>
        <pc:picChg chg="add mod">
          <ac:chgData name="Kevin Comba" userId="2b567b3b-fb93-46f1-8cbc-0c356b39981a" providerId="ADAL" clId="{B0A9838E-FA26-49C8-843B-FCD777EE5498}" dt="2024-04-01T15:18:00.742" v="1672" actId="1076"/>
          <ac:picMkLst>
            <pc:docMk/>
            <pc:sldMk cId="742578165" sldId="281"/>
            <ac:picMk id="3" creationId="{C427C02B-8DAD-DCED-BA0E-B539AC53390C}"/>
          </ac:picMkLst>
        </pc:picChg>
        <pc:picChg chg="add mod">
          <ac:chgData name="Kevin Comba" userId="2b567b3b-fb93-46f1-8cbc-0c356b39981a" providerId="ADAL" clId="{B0A9838E-FA26-49C8-843B-FCD777EE5498}" dt="2024-04-01T15:19:28.165" v="1696" actId="1076"/>
          <ac:picMkLst>
            <pc:docMk/>
            <pc:sldMk cId="742578165" sldId="281"/>
            <ac:picMk id="9" creationId="{43E59F94-0BCE-5FDE-485F-D46B41D06313}"/>
          </ac:picMkLst>
        </pc:picChg>
        <pc:picChg chg="del">
          <ac:chgData name="Kevin Comba" userId="2b567b3b-fb93-46f1-8cbc-0c356b39981a" providerId="ADAL" clId="{B0A9838E-FA26-49C8-843B-FCD777EE5498}" dt="2024-04-01T15:17:56.372" v="1670" actId="478"/>
          <ac:picMkLst>
            <pc:docMk/>
            <pc:sldMk cId="742578165" sldId="281"/>
            <ac:picMk id="20" creationId="{7E821BDF-2F44-A243-A4FE-3FFF7A41BD2D}"/>
          </ac:picMkLst>
        </pc:picChg>
      </pc:sldChg>
      <pc:sldChg chg="modSp add mod ord">
        <pc:chgData name="Kevin Comba" userId="2b567b3b-fb93-46f1-8cbc-0c356b39981a" providerId="ADAL" clId="{B0A9838E-FA26-49C8-843B-FCD777EE5498}" dt="2024-04-01T15:29:08.440" v="1733" actId="14100"/>
        <pc:sldMkLst>
          <pc:docMk/>
          <pc:sldMk cId="68070020" sldId="282"/>
        </pc:sldMkLst>
        <pc:spChg chg="mod">
          <ac:chgData name="Kevin Comba" userId="2b567b3b-fb93-46f1-8cbc-0c356b39981a" providerId="ADAL" clId="{B0A9838E-FA26-49C8-843B-FCD777EE5498}" dt="2024-04-01T15:29:08.440" v="1733" actId="14100"/>
          <ac:spMkLst>
            <pc:docMk/>
            <pc:sldMk cId="68070020" sldId="282"/>
            <ac:spMk id="2" creationId="{D56B0075-49E8-9D04-BAD2-3C4D4C94C945}"/>
          </ac:spMkLst>
        </pc:spChg>
      </pc:sldChg>
      <pc:sldChg chg="delSp add del setBg delDesignElem">
        <pc:chgData name="Kevin Comba" userId="2b567b3b-fb93-46f1-8cbc-0c356b39981a" providerId="ADAL" clId="{B0A9838E-FA26-49C8-843B-FCD777EE5498}" dt="2024-04-01T15:27:44.719" v="1707" actId="2696"/>
        <pc:sldMkLst>
          <pc:docMk/>
          <pc:sldMk cId="3150656769" sldId="282"/>
        </pc:sldMkLst>
        <pc:spChg chg="del">
          <ac:chgData name="Kevin Comba" userId="2b567b3b-fb93-46f1-8cbc-0c356b39981a" providerId="ADAL" clId="{B0A9838E-FA26-49C8-843B-FCD777EE5498}" dt="2024-04-01T15:27:40.569" v="1706"/>
          <ac:spMkLst>
            <pc:docMk/>
            <pc:sldMk cId="3150656769" sldId="282"/>
            <ac:spMk id="7" creationId="{3677BAFB-3BD3-41BB-9107-FAE224AE21C4}"/>
          </ac:spMkLst>
        </pc:spChg>
        <pc:spChg chg="del">
          <ac:chgData name="Kevin Comba" userId="2b567b3b-fb93-46f1-8cbc-0c356b39981a" providerId="ADAL" clId="{B0A9838E-FA26-49C8-843B-FCD777EE5498}" dt="2024-04-01T15:27:40.569" v="1706"/>
          <ac:spMkLst>
            <pc:docMk/>
            <pc:sldMk cId="3150656769" sldId="282"/>
            <ac:spMk id="9" creationId="{E6823A9B-C188-42D4-847C-3AD928DB145C}"/>
          </ac:spMkLst>
        </pc:spChg>
        <pc:spChg chg="del">
          <ac:chgData name="Kevin Comba" userId="2b567b3b-fb93-46f1-8cbc-0c356b39981a" providerId="ADAL" clId="{B0A9838E-FA26-49C8-843B-FCD777EE5498}" dt="2024-04-01T15:27:40.569" v="1706"/>
          <ac:spMkLst>
            <pc:docMk/>
            <pc:sldMk cId="3150656769" sldId="282"/>
            <ac:spMk id="11" creationId="{34B557F3-1A0C-4749-A6DB-EAC082DF390B}"/>
          </ac:spMkLst>
        </pc:spChg>
        <pc:spChg chg="del">
          <ac:chgData name="Kevin Comba" userId="2b567b3b-fb93-46f1-8cbc-0c356b39981a" providerId="ADAL" clId="{B0A9838E-FA26-49C8-843B-FCD777EE5498}" dt="2024-04-01T15:27:40.569" v="1706"/>
          <ac:spMkLst>
            <pc:docMk/>
            <pc:sldMk cId="3150656769" sldId="282"/>
            <ac:spMk id="13" creationId="{55D55AA6-3751-494F-868A-DCEDC5CE82BF}"/>
          </ac:spMkLst>
        </pc:spChg>
        <pc:spChg chg="del">
          <ac:chgData name="Kevin Comba" userId="2b567b3b-fb93-46f1-8cbc-0c356b39981a" providerId="ADAL" clId="{B0A9838E-FA26-49C8-843B-FCD777EE5498}" dt="2024-04-01T15:27:40.569" v="1706"/>
          <ac:spMkLst>
            <pc:docMk/>
            <pc:sldMk cId="3150656769" sldId="282"/>
            <ac:spMk id="15" creationId="{4D4C00DC-4DC6-4CD2-9E31-F17E6CEBC5A6}"/>
          </ac:spMkLst>
        </pc:spChg>
        <pc:spChg chg="del">
          <ac:chgData name="Kevin Comba" userId="2b567b3b-fb93-46f1-8cbc-0c356b39981a" providerId="ADAL" clId="{B0A9838E-FA26-49C8-843B-FCD777EE5498}" dt="2024-04-01T15:27:40.569" v="1706"/>
          <ac:spMkLst>
            <pc:docMk/>
            <pc:sldMk cId="3150656769" sldId="282"/>
            <ac:spMk id="17" creationId="{D82AB1B2-7970-42CF-8BF5-567C69E9FFFB}"/>
          </ac:spMkLst>
        </pc:spChg>
        <pc:spChg chg="del">
          <ac:chgData name="Kevin Comba" userId="2b567b3b-fb93-46f1-8cbc-0c356b39981a" providerId="ADAL" clId="{B0A9838E-FA26-49C8-843B-FCD777EE5498}" dt="2024-04-01T15:27:40.569" v="1706"/>
          <ac:spMkLst>
            <pc:docMk/>
            <pc:sldMk cId="3150656769" sldId="282"/>
            <ac:spMk id="23" creationId="{C10FB9CA-E7FA-462C-B537-F1224ED1ACF4}"/>
          </ac:spMkLst>
        </pc:spChg>
        <pc:spChg chg="del">
          <ac:chgData name="Kevin Comba" userId="2b567b3b-fb93-46f1-8cbc-0c356b39981a" providerId="ADAL" clId="{B0A9838E-FA26-49C8-843B-FCD777EE5498}" dt="2024-04-01T15:27:40.569" v="1706"/>
          <ac:spMkLst>
            <pc:docMk/>
            <pc:sldMk cId="3150656769" sldId="282"/>
            <ac:spMk id="25" creationId="{D8469AE7-A75B-4F37-850B-EF5974ABED2C}"/>
          </ac:spMkLst>
        </pc:spChg>
        <pc:grpChg chg="del">
          <ac:chgData name="Kevin Comba" userId="2b567b3b-fb93-46f1-8cbc-0c356b39981a" providerId="ADAL" clId="{B0A9838E-FA26-49C8-843B-FCD777EE5498}" dt="2024-04-01T15:27:40.569" v="1706"/>
          <ac:grpSpMkLst>
            <pc:docMk/>
            <pc:sldMk cId="3150656769" sldId="282"/>
            <ac:grpSpMk id="19" creationId="{66FB5A75-BDE2-4F12-A95B-C48788A7685C}"/>
          </ac:grpSpMkLst>
        </pc:grpChg>
        <pc:grpChg chg="del">
          <ac:chgData name="Kevin Comba" userId="2b567b3b-fb93-46f1-8cbc-0c356b39981a" providerId="ADAL" clId="{B0A9838E-FA26-49C8-843B-FCD777EE5498}" dt="2024-04-01T15:27:40.569" v="1706"/>
          <ac:grpSpMkLst>
            <pc:docMk/>
            <pc:sldMk cId="3150656769" sldId="282"/>
            <ac:grpSpMk id="27" creationId="{63301095-70B2-49AA-8DA9-A35629AD621C}"/>
          </ac:grpSpMkLst>
        </pc:grpChg>
      </pc:sldChg>
      <pc:sldChg chg="addSp delSp modSp add mod ord">
        <pc:chgData name="Kevin Comba" userId="2b567b3b-fb93-46f1-8cbc-0c356b39981a" providerId="ADAL" clId="{B0A9838E-FA26-49C8-843B-FCD777EE5498}" dt="2024-04-01T15:31:59.523" v="1773" actId="1076"/>
        <pc:sldMkLst>
          <pc:docMk/>
          <pc:sldMk cId="1751161962" sldId="283"/>
        </pc:sldMkLst>
        <pc:spChg chg="add del">
          <ac:chgData name="Kevin Comba" userId="2b567b3b-fb93-46f1-8cbc-0c356b39981a" providerId="ADAL" clId="{B0A9838E-FA26-49C8-843B-FCD777EE5498}" dt="2024-04-01T15:29:44.960" v="1736" actId="22"/>
          <ac:spMkLst>
            <pc:docMk/>
            <pc:sldMk cId="1751161962" sldId="283"/>
            <ac:spMk id="3" creationId="{3614365B-133A-1141-0695-3FE0ABEC88DA}"/>
          </ac:spMkLst>
        </pc:spChg>
        <pc:spChg chg="del">
          <ac:chgData name="Kevin Comba" userId="2b567b3b-fb93-46f1-8cbc-0c356b39981a" providerId="ADAL" clId="{B0A9838E-FA26-49C8-843B-FCD777EE5498}" dt="2024-04-01T15:30:35.575" v="1760" actId="478"/>
          <ac:spMkLst>
            <pc:docMk/>
            <pc:sldMk cId="1751161962" sldId="283"/>
            <ac:spMk id="4" creationId="{4C1848AA-78BC-40D5-68F0-35AF9F6A5624}"/>
          </ac:spMkLst>
        </pc:spChg>
        <pc:spChg chg="mod">
          <ac:chgData name="Kevin Comba" userId="2b567b3b-fb93-46f1-8cbc-0c356b39981a" providerId="ADAL" clId="{B0A9838E-FA26-49C8-843B-FCD777EE5498}" dt="2024-04-01T15:30:28.351" v="1757" actId="1076"/>
          <ac:spMkLst>
            <pc:docMk/>
            <pc:sldMk cId="1751161962" sldId="283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5:31:05.816" v="1769" actId="207"/>
          <ac:spMkLst>
            <pc:docMk/>
            <pc:sldMk cId="1751161962" sldId="283"/>
            <ac:spMk id="7" creationId="{21DA47B6-4379-EB71-8C88-5B0F883A893C}"/>
          </ac:spMkLst>
        </pc:spChg>
        <pc:spChg chg="del">
          <ac:chgData name="Kevin Comba" userId="2b567b3b-fb93-46f1-8cbc-0c356b39981a" providerId="ADAL" clId="{B0A9838E-FA26-49C8-843B-FCD777EE5498}" dt="2024-04-01T15:30:39.585" v="1764" actId="478"/>
          <ac:spMkLst>
            <pc:docMk/>
            <pc:sldMk cId="1751161962" sldId="283"/>
            <ac:spMk id="16" creationId="{02704BD6-A88B-2C82-F9D4-6A2774C02452}"/>
          </ac:spMkLst>
        </pc:spChg>
        <pc:spChg chg="del">
          <ac:chgData name="Kevin Comba" userId="2b567b3b-fb93-46f1-8cbc-0c356b39981a" providerId="ADAL" clId="{B0A9838E-FA26-49C8-843B-FCD777EE5498}" dt="2024-04-01T15:30:40.788" v="1765" actId="478"/>
          <ac:spMkLst>
            <pc:docMk/>
            <pc:sldMk cId="1751161962" sldId="283"/>
            <ac:spMk id="19" creationId="{6E9D3C17-8A7D-1309-56C7-E3DD2F7A82B6}"/>
          </ac:spMkLst>
        </pc:spChg>
        <pc:picChg chg="add mod">
          <ac:chgData name="Kevin Comba" userId="2b567b3b-fb93-46f1-8cbc-0c356b39981a" providerId="ADAL" clId="{B0A9838E-FA26-49C8-843B-FCD777EE5498}" dt="2024-04-01T15:31:34.382" v="1771" actId="1076"/>
          <ac:picMkLst>
            <pc:docMk/>
            <pc:sldMk cId="1751161962" sldId="283"/>
            <ac:picMk id="8" creationId="{5527317B-D741-E124-5AF0-AF06ED61E385}"/>
          </ac:picMkLst>
        </pc:picChg>
        <pc:picChg chg="del">
          <ac:chgData name="Kevin Comba" userId="2b567b3b-fb93-46f1-8cbc-0c356b39981a" providerId="ADAL" clId="{B0A9838E-FA26-49C8-843B-FCD777EE5498}" dt="2024-04-01T15:30:31.265" v="1758" actId="478"/>
          <ac:picMkLst>
            <pc:docMk/>
            <pc:sldMk cId="1751161962" sldId="283"/>
            <ac:picMk id="9" creationId="{9D92C2D7-2BA3-C3D5-D8A2-7A8E87F56DC4}"/>
          </ac:picMkLst>
        </pc:picChg>
        <pc:picChg chg="add mod">
          <ac:chgData name="Kevin Comba" userId="2b567b3b-fb93-46f1-8cbc-0c356b39981a" providerId="ADAL" clId="{B0A9838E-FA26-49C8-843B-FCD777EE5498}" dt="2024-04-01T15:31:59.523" v="1773" actId="1076"/>
          <ac:picMkLst>
            <pc:docMk/>
            <pc:sldMk cId="1751161962" sldId="283"/>
            <ac:picMk id="11" creationId="{3101999E-E403-1618-5B7F-8BACA1481688}"/>
          </ac:picMkLst>
        </pc:picChg>
        <pc:picChg chg="del">
          <ac:chgData name="Kevin Comba" userId="2b567b3b-fb93-46f1-8cbc-0c356b39981a" providerId="ADAL" clId="{B0A9838E-FA26-49C8-843B-FCD777EE5498}" dt="2024-04-01T15:30:36.426" v="1761" actId="478"/>
          <ac:picMkLst>
            <pc:docMk/>
            <pc:sldMk cId="1751161962" sldId="283"/>
            <ac:picMk id="12" creationId="{80FC0DDF-F754-3D7B-22E6-D4A1032A5888}"/>
          </ac:picMkLst>
        </pc:picChg>
        <pc:picChg chg="del">
          <ac:chgData name="Kevin Comba" userId="2b567b3b-fb93-46f1-8cbc-0c356b39981a" providerId="ADAL" clId="{B0A9838E-FA26-49C8-843B-FCD777EE5498}" dt="2024-04-01T15:30:37.876" v="1763" actId="478"/>
          <ac:picMkLst>
            <pc:docMk/>
            <pc:sldMk cId="1751161962" sldId="283"/>
            <ac:picMk id="18" creationId="{BE5DF346-069B-4939-710C-90A0BDDE978F}"/>
          </ac:picMkLst>
        </pc:picChg>
        <pc:picChg chg="del">
          <ac:chgData name="Kevin Comba" userId="2b567b3b-fb93-46f1-8cbc-0c356b39981a" providerId="ADAL" clId="{B0A9838E-FA26-49C8-843B-FCD777EE5498}" dt="2024-04-01T15:30:37.025" v="1762" actId="478"/>
          <ac:picMkLst>
            <pc:docMk/>
            <pc:sldMk cId="1751161962" sldId="283"/>
            <ac:picMk id="21" creationId="{F5900E75-1134-FB70-DFBF-977E8D30E7A3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5:40:23.819" v="1845" actId="207"/>
        <pc:sldMkLst>
          <pc:docMk/>
          <pc:sldMk cId="2739169637" sldId="284"/>
        </pc:sldMkLst>
        <pc:spChg chg="add mod">
          <ac:chgData name="Kevin Comba" userId="2b567b3b-fb93-46f1-8cbc-0c356b39981a" providerId="ADAL" clId="{B0A9838E-FA26-49C8-843B-FCD777EE5498}" dt="2024-04-01T15:37:06.352" v="1822" actId="207"/>
          <ac:spMkLst>
            <pc:docMk/>
            <pc:sldMk cId="2739169637" sldId="284"/>
            <ac:spMk id="4" creationId="{3EF443CA-61BB-141F-7F7C-88BCFAD3C7F0}"/>
          </ac:spMkLst>
        </pc:spChg>
        <pc:spChg chg="mod">
          <ac:chgData name="Kevin Comba" userId="2b567b3b-fb93-46f1-8cbc-0c356b39981a" providerId="ADAL" clId="{B0A9838E-FA26-49C8-843B-FCD777EE5498}" dt="2024-04-01T15:34:04.297" v="1798" actId="1076"/>
          <ac:spMkLst>
            <pc:docMk/>
            <pc:sldMk cId="2739169637" sldId="284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5:40:23.819" v="1845" actId="207"/>
          <ac:spMkLst>
            <pc:docMk/>
            <pc:sldMk cId="2739169637" sldId="284"/>
            <ac:spMk id="7" creationId="{21DA47B6-4379-EB71-8C88-5B0F883A893C}"/>
          </ac:spMkLst>
        </pc:spChg>
        <pc:picChg chg="add mod">
          <ac:chgData name="Kevin Comba" userId="2b567b3b-fb93-46f1-8cbc-0c356b39981a" providerId="ADAL" clId="{B0A9838E-FA26-49C8-843B-FCD777EE5498}" dt="2024-04-01T15:38:45.352" v="1837" actId="1440"/>
          <ac:picMkLst>
            <pc:docMk/>
            <pc:sldMk cId="2739169637" sldId="284"/>
            <ac:picMk id="3" creationId="{0B42BE49-1AD3-09FB-A6A0-E5C9DE72E565}"/>
          </ac:picMkLst>
        </pc:picChg>
        <pc:picChg chg="del">
          <ac:chgData name="Kevin Comba" userId="2b567b3b-fb93-46f1-8cbc-0c356b39981a" providerId="ADAL" clId="{B0A9838E-FA26-49C8-843B-FCD777EE5498}" dt="2024-04-01T15:35:12.514" v="1809" actId="478"/>
          <ac:picMkLst>
            <pc:docMk/>
            <pc:sldMk cId="2739169637" sldId="284"/>
            <ac:picMk id="8" creationId="{5527317B-D741-E124-5AF0-AF06ED61E385}"/>
          </ac:picMkLst>
        </pc:picChg>
        <pc:picChg chg="del">
          <ac:chgData name="Kevin Comba" userId="2b567b3b-fb93-46f1-8cbc-0c356b39981a" providerId="ADAL" clId="{B0A9838E-FA26-49C8-843B-FCD777EE5498}" dt="2024-04-01T15:34:54.541" v="1807" actId="478"/>
          <ac:picMkLst>
            <pc:docMk/>
            <pc:sldMk cId="2739169637" sldId="284"/>
            <ac:picMk id="11" creationId="{3101999E-E403-1618-5B7F-8BACA1481688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5:40:14.736" v="1844" actId="207"/>
        <pc:sldMkLst>
          <pc:docMk/>
          <pc:sldMk cId="4229673191" sldId="285"/>
        </pc:sldMkLst>
        <pc:spChg chg="mod">
          <ac:chgData name="Kevin Comba" userId="2b567b3b-fb93-46f1-8cbc-0c356b39981a" providerId="ADAL" clId="{B0A9838E-FA26-49C8-843B-FCD777EE5498}" dt="2024-04-01T15:37:30.500" v="1827" actId="207"/>
          <ac:spMkLst>
            <pc:docMk/>
            <pc:sldMk cId="4229673191" sldId="285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5:40:14.736" v="1844" actId="207"/>
          <ac:spMkLst>
            <pc:docMk/>
            <pc:sldMk cId="4229673191" sldId="285"/>
            <ac:spMk id="7" creationId="{21DA47B6-4379-EB71-8C88-5B0F883A893C}"/>
          </ac:spMkLst>
        </pc:spChg>
        <pc:picChg chg="del">
          <ac:chgData name="Kevin Comba" userId="2b567b3b-fb93-46f1-8cbc-0c356b39981a" providerId="ADAL" clId="{B0A9838E-FA26-49C8-843B-FCD777EE5498}" dt="2024-04-01T15:38:16.107" v="1833" actId="478"/>
          <ac:picMkLst>
            <pc:docMk/>
            <pc:sldMk cId="4229673191" sldId="285"/>
            <ac:picMk id="3" creationId="{0B42BE49-1AD3-09FB-A6A0-E5C9DE72E565}"/>
          </ac:picMkLst>
        </pc:picChg>
        <pc:picChg chg="add mod">
          <ac:chgData name="Kevin Comba" userId="2b567b3b-fb93-46f1-8cbc-0c356b39981a" providerId="ADAL" clId="{B0A9838E-FA26-49C8-843B-FCD777EE5498}" dt="2024-04-01T15:38:26.659" v="1836" actId="1440"/>
          <ac:picMkLst>
            <pc:docMk/>
            <pc:sldMk cId="4229673191" sldId="285"/>
            <ac:picMk id="5" creationId="{C75CDBFD-C7DD-4267-CA08-2C6E25F8031E}"/>
          </ac:picMkLst>
        </pc:picChg>
        <pc:picChg chg="add mod">
          <ac:chgData name="Kevin Comba" userId="2b567b3b-fb93-46f1-8cbc-0c356b39981a" providerId="ADAL" clId="{B0A9838E-FA26-49C8-843B-FCD777EE5498}" dt="2024-04-01T15:39:30.164" v="1839" actId="1076"/>
          <ac:picMkLst>
            <pc:docMk/>
            <pc:sldMk cId="4229673191" sldId="285"/>
            <ac:picMk id="9" creationId="{1DC29513-3A87-3320-0E21-2747DA8C20DB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5:46:09.087" v="2019" actId="1076"/>
        <pc:sldMkLst>
          <pc:docMk/>
          <pc:sldMk cId="2610594162" sldId="286"/>
        </pc:sldMkLst>
        <pc:spChg chg="del">
          <ac:chgData name="Kevin Comba" userId="2b567b3b-fb93-46f1-8cbc-0c356b39981a" providerId="ADAL" clId="{B0A9838E-FA26-49C8-843B-FCD777EE5498}" dt="2024-04-01T15:42:25.018" v="1997" actId="478"/>
          <ac:spMkLst>
            <pc:docMk/>
            <pc:sldMk cId="2610594162" sldId="286"/>
            <ac:spMk id="4" creationId="{3EF443CA-61BB-141F-7F7C-88BCFAD3C7F0}"/>
          </ac:spMkLst>
        </pc:spChg>
        <pc:spChg chg="mod">
          <ac:chgData name="Kevin Comba" userId="2b567b3b-fb93-46f1-8cbc-0c356b39981a" providerId="ADAL" clId="{B0A9838E-FA26-49C8-843B-FCD777EE5498}" dt="2024-04-01T15:40:54.057" v="1847"/>
          <ac:spMkLst>
            <pc:docMk/>
            <pc:sldMk cId="2610594162" sldId="286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1T15:44:34.406" v="2005" actId="14100"/>
          <ac:spMkLst>
            <pc:docMk/>
            <pc:sldMk cId="2610594162" sldId="286"/>
            <ac:spMk id="7" creationId="{21DA47B6-4379-EB71-8C88-5B0F883A893C}"/>
          </ac:spMkLst>
        </pc:spChg>
        <pc:spChg chg="add mod">
          <ac:chgData name="Kevin Comba" userId="2b567b3b-fb93-46f1-8cbc-0c356b39981a" providerId="ADAL" clId="{B0A9838E-FA26-49C8-843B-FCD777EE5498}" dt="2024-04-01T15:45:27.984" v="2011" actId="1076"/>
          <ac:spMkLst>
            <pc:docMk/>
            <pc:sldMk cId="2610594162" sldId="286"/>
            <ac:spMk id="8" creationId="{C5FAD7BE-5F5C-3A26-5E66-2A694B304FD2}"/>
          </ac:spMkLst>
        </pc:spChg>
        <pc:spChg chg="add mod">
          <ac:chgData name="Kevin Comba" userId="2b567b3b-fb93-46f1-8cbc-0c356b39981a" providerId="ADAL" clId="{B0A9838E-FA26-49C8-843B-FCD777EE5498}" dt="2024-04-01T15:45:49.408" v="2017"/>
          <ac:spMkLst>
            <pc:docMk/>
            <pc:sldMk cId="2610594162" sldId="286"/>
            <ac:spMk id="12" creationId="{4AADE7D3-4624-E630-D424-F599ED0814D0}"/>
          </ac:spMkLst>
        </pc:spChg>
        <pc:picChg chg="add mod">
          <ac:chgData name="Kevin Comba" userId="2b567b3b-fb93-46f1-8cbc-0c356b39981a" providerId="ADAL" clId="{B0A9838E-FA26-49C8-843B-FCD777EE5498}" dt="2024-04-01T15:44:44.885" v="2008" actId="1076"/>
          <ac:picMkLst>
            <pc:docMk/>
            <pc:sldMk cId="2610594162" sldId="286"/>
            <ac:picMk id="3" creationId="{1C3AF0C6-3614-5494-B0F0-C896538BA706}"/>
          </ac:picMkLst>
        </pc:picChg>
        <pc:picChg chg="del">
          <ac:chgData name="Kevin Comba" userId="2b567b3b-fb93-46f1-8cbc-0c356b39981a" providerId="ADAL" clId="{B0A9838E-FA26-49C8-843B-FCD777EE5498}" dt="2024-04-01T15:42:23.103" v="1996" actId="478"/>
          <ac:picMkLst>
            <pc:docMk/>
            <pc:sldMk cId="2610594162" sldId="286"/>
            <ac:picMk id="5" creationId="{C75CDBFD-C7DD-4267-CA08-2C6E25F8031E}"/>
          </ac:picMkLst>
        </pc:picChg>
        <pc:picChg chg="del">
          <ac:chgData name="Kevin Comba" userId="2b567b3b-fb93-46f1-8cbc-0c356b39981a" providerId="ADAL" clId="{B0A9838E-FA26-49C8-843B-FCD777EE5498}" dt="2024-04-01T15:42:25.963" v="1998" actId="478"/>
          <ac:picMkLst>
            <pc:docMk/>
            <pc:sldMk cId="2610594162" sldId="286"/>
            <ac:picMk id="9" creationId="{1DC29513-3A87-3320-0E21-2747DA8C20DB}"/>
          </ac:picMkLst>
        </pc:picChg>
        <pc:picChg chg="add mod">
          <ac:chgData name="Kevin Comba" userId="2b567b3b-fb93-46f1-8cbc-0c356b39981a" providerId="ADAL" clId="{B0A9838E-FA26-49C8-843B-FCD777EE5498}" dt="2024-04-01T15:45:37.391" v="2015" actId="1076"/>
          <ac:picMkLst>
            <pc:docMk/>
            <pc:sldMk cId="2610594162" sldId="286"/>
            <ac:picMk id="11" creationId="{70E84343-D9AD-7B2C-9B6C-5BE76E48D797}"/>
          </ac:picMkLst>
        </pc:picChg>
        <pc:picChg chg="add mod">
          <ac:chgData name="Kevin Comba" userId="2b567b3b-fb93-46f1-8cbc-0c356b39981a" providerId="ADAL" clId="{B0A9838E-FA26-49C8-843B-FCD777EE5498}" dt="2024-04-01T15:46:09.087" v="2019" actId="1076"/>
          <ac:picMkLst>
            <pc:docMk/>
            <pc:sldMk cId="2610594162" sldId="286"/>
            <ac:picMk id="14" creationId="{7FD1A60E-A008-BF54-02CB-53B31B366F90}"/>
          </ac:picMkLst>
        </pc:picChg>
      </pc:sldChg>
      <pc:sldChg chg="modSp add mod">
        <pc:chgData name="Kevin Comba" userId="2b567b3b-fb93-46f1-8cbc-0c356b39981a" providerId="ADAL" clId="{B0A9838E-FA26-49C8-843B-FCD777EE5498}" dt="2024-04-01T15:47:45.108" v="2025" actId="14100"/>
        <pc:sldMkLst>
          <pc:docMk/>
          <pc:sldMk cId="3106167744" sldId="287"/>
        </pc:sldMkLst>
        <pc:spChg chg="mod">
          <ac:chgData name="Kevin Comba" userId="2b567b3b-fb93-46f1-8cbc-0c356b39981a" providerId="ADAL" clId="{B0A9838E-FA26-49C8-843B-FCD777EE5498}" dt="2024-04-01T15:47:45.108" v="2025" actId="14100"/>
          <ac:spMkLst>
            <pc:docMk/>
            <pc:sldMk cId="3106167744" sldId="287"/>
            <ac:spMk id="6" creationId="{5EDC9707-074C-9486-DDDF-2D12C2151DBE}"/>
          </ac:spMkLst>
        </pc:spChg>
      </pc:sldChg>
      <pc:sldChg chg="addSp delSp modSp add mod setBg">
        <pc:chgData name="Kevin Comba" userId="2b567b3b-fb93-46f1-8cbc-0c356b39981a" providerId="ADAL" clId="{B0A9838E-FA26-49C8-843B-FCD777EE5498}" dt="2024-04-01T15:54:25.968" v="2030" actId="26606"/>
        <pc:sldMkLst>
          <pc:docMk/>
          <pc:sldMk cId="3092032182" sldId="288"/>
        </pc:sldMkLst>
        <pc:spChg chg="del">
          <ac:chgData name="Kevin Comba" userId="2b567b3b-fb93-46f1-8cbc-0c356b39981a" providerId="ADAL" clId="{B0A9838E-FA26-49C8-843B-FCD777EE5498}" dt="2024-04-01T15:54:16.211" v="2027" actId="478"/>
          <ac:spMkLst>
            <pc:docMk/>
            <pc:sldMk cId="3092032182" sldId="288"/>
            <ac:spMk id="4" creationId="{77BE7374-BD99-03D8-FF36-BF92FD20B530}"/>
          </ac:spMkLst>
        </pc:spChg>
        <pc:spChg chg="del">
          <ac:chgData name="Kevin Comba" userId="2b567b3b-fb93-46f1-8cbc-0c356b39981a" providerId="ADAL" clId="{B0A9838E-FA26-49C8-843B-FCD777EE5498}" dt="2024-04-01T15:54:16.211" v="2027" actId="478"/>
          <ac:spMkLst>
            <pc:docMk/>
            <pc:sldMk cId="3092032182" sldId="288"/>
            <ac:spMk id="5" creationId="{452CAEBE-70AB-1DE1-FC50-2ADCA222F423}"/>
          </ac:spMkLst>
        </pc:spChg>
        <pc:spChg chg="del">
          <ac:chgData name="Kevin Comba" userId="2b567b3b-fb93-46f1-8cbc-0c356b39981a" providerId="ADAL" clId="{B0A9838E-FA26-49C8-843B-FCD777EE5498}" dt="2024-04-01T15:54:16.211" v="2027" actId="478"/>
          <ac:spMkLst>
            <pc:docMk/>
            <pc:sldMk cId="3092032182" sldId="288"/>
            <ac:spMk id="6" creationId="{5EDC9707-074C-9486-DDDF-2D12C2151DBE}"/>
          </ac:spMkLst>
        </pc:spChg>
        <pc:spChg chg="del">
          <ac:chgData name="Kevin Comba" userId="2b567b3b-fb93-46f1-8cbc-0c356b39981a" providerId="ADAL" clId="{B0A9838E-FA26-49C8-843B-FCD777EE5498}" dt="2024-04-01T15:54:16.211" v="2027" actId="478"/>
          <ac:spMkLst>
            <pc:docMk/>
            <pc:sldMk cId="3092032182" sldId="288"/>
            <ac:spMk id="7" creationId="{21DA47B6-4379-EB71-8C88-5B0F883A893C}"/>
          </ac:spMkLst>
        </pc:spChg>
        <pc:spChg chg="add">
          <ac:chgData name="Kevin Comba" userId="2b567b3b-fb93-46f1-8cbc-0c356b39981a" providerId="ADAL" clId="{B0A9838E-FA26-49C8-843B-FCD777EE5498}" dt="2024-04-01T15:54:25.968" v="2030" actId="26606"/>
          <ac:spMkLst>
            <pc:docMk/>
            <pc:sldMk cId="3092032182" sldId="288"/>
            <ac:spMk id="13" creationId="{F3060C83-F051-4F0E-ABAD-AA0DFC48B218}"/>
          </ac:spMkLst>
        </pc:spChg>
        <pc:spChg chg="add">
          <ac:chgData name="Kevin Comba" userId="2b567b3b-fb93-46f1-8cbc-0c356b39981a" providerId="ADAL" clId="{B0A9838E-FA26-49C8-843B-FCD777EE5498}" dt="2024-04-01T15:54:25.968" v="2030" actId="26606"/>
          <ac:spMkLst>
            <pc:docMk/>
            <pc:sldMk cId="3092032182" sldId="288"/>
            <ac:spMk id="15" creationId="{83C98ABE-055B-441F-B07E-44F97F083C39}"/>
          </ac:spMkLst>
        </pc:spChg>
        <pc:spChg chg="add">
          <ac:chgData name="Kevin Comba" userId="2b567b3b-fb93-46f1-8cbc-0c356b39981a" providerId="ADAL" clId="{B0A9838E-FA26-49C8-843B-FCD777EE5498}" dt="2024-04-01T15:54:25.968" v="2030" actId="26606"/>
          <ac:spMkLst>
            <pc:docMk/>
            <pc:sldMk cId="3092032182" sldId="288"/>
            <ac:spMk id="17" creationId="{29FDB030-9B49-4CED-8CCD-4D99382388AC}"/>
          </ac:spMkLst>
        </pc:spChg>
        <pc:spChg chg="add">
          <ac:chgData name="Kevin Comba" userId="2b567b3b-fb93-46f1-8cbc-0c356b39981a" providerId="ADAL" clId="{B0A9838E-FA26-49C8-843B-FCD777EE5498}" dt="2024-04-01T15:54:25.968" v="2030" actId="26606"/>
          <ac:spMkLst>
            <pc:docMk/>
            <pc:sldMk cId="3092032182" sldId="288"/>
            <ac:spMk id="19" creationId="{3783CA14-24A1-485C-8B30-D6A5D87987AD}"/>
          </ac:spMkLst>
        </pc:spChg>
        <pc:spChg chg="add">
          <ac:chgData name="Kevin Comba" userId="2b567b3b-fb93-46f1-8cbc-0c356b39981a" providerId="ADAL" clId="{B0A9838E-FA26-49C8-843B-FCD777EE5498}" dt="2024-04-01T15:54:25.968" v="2030" actId="26606"/>
          <ac:spMkLst>
            <pc:docMk/>
            <pc:sldMk cId="3092032182" sldId="288"/>
            <ac:spMk id="21" creationId="{9A97C86A-04D6-40F7-AE84-31AB43E6A846}"/>
          </ac:spMkLst>
        </pc:spChg>
        <pc:spChg chg="add">
          <ac:chgData name="Kevin Comba" userId="2b567b3b-fb93-46f1-8cbc-0c356b39981a" providerId="ADAL" clId="{B0A9838E-FA26-49C8-843B-FCD777EE5498}" dt="2024-04-01T15:54:25.968" v="2030" actId="26606"/>
          <ac:spMkLst>
            <pc:docMk/>
            <pc:sldMk cId="3092032182" sldId="288"/>
            <ac:spMk id="23" creationId="{FF9F2414-84E8-453E-B1F3-389FDE8192D9}"/>
          </ac:spMkLst>
        </pc:spChg>
        <pc:spChg chg="add">
          <ac:chgData name="Kevin Comba" userId="2b567b3b-fb93-46f1-8cbc-0c356b39981a" providerId="ADAL" clId="{B0A9838E-FA26-49C8-843B-FCD777EE5498}" dt="2024-04-01T15:54:25.968" v="2030" actId="26606"/>
          <ac:spMkLst>
            <pc:docMk/>
            <pc:sldMk cId="3092032182" sldId="288"/>
            <ac:spMk id="25" creationId="{3ECA69A1-7536-43AC-85EF-C7106179F5ED}"/>
          </ac:spMkLst>
        </pc:spChg>
        <pc:picChg chg="del">
          <ac:chgData name="Kevin Comba" userId="2b567b3b-fb93-46f1-8cbc-0c356b39981a" providerId="ADAL" clId="{B0A9838E-FA26-49C8-843B-FCD777EE5498}" dt="2024-04-01T15:54:16.211" v="2027" actId="478"/>
          <ac:picMkLst>
            <pc:docMk/>
            <pc:sldMk cId="3092032182" sldId="288"/>
            <ac:picMk id="3" creationId="{C427C02B-8DAD-DCED-BA0E-B539AC53390C}"/>
          </ac:picMkLst>
        </pc:picChg>
        <pc:picChg chg="add mod">
          <ac:chgData name="Kevin Comba" userId="2b567b3b-fb93-46f1-8cbc-0c356b39981a" providerId="ADAL" clId="{B0A9838E-FA26-49C8-843B-FCD777EE5498}" dt="2024-04-01T15:54:25.968" v="2030" actId="26606"/>
          <ac:picMkLst>
            <pc:docMk/>
            <pc:sldMk cId="3092032182" sldId="288"/>
            <ac:picMk id="8" creationId="{4F3DBDBF-F57C-D3E1-A6F5-4A41FA3BB1D1}"/>
          </ac:picMkLst>
        </pc:picChg>
        <pc:picChg chg="del">
          <ac:chgData name="Kevin Comba" userId="2b567b3b-fb93-46f1-8cbc-0c356b39981a" providerId="ADAL" clId="{B0A9838E-FA26-49C8-843B-FCD777EE5498}" dt="2024-04-01T15:54:16.211" v="2027" actId="478"/>
          <ac:picMkLst>
            <pc:docMk/>
            <pc:sldMk cId="3092032182" sldId="288"/>
            <ac:picMk id="9" creationId="{43E59F94-0BCE-5FDE-485F-D46B41D06313}"/>
          </ac:picMkLst>
        </pc:picChg>
      </pc:sldChg>
      <pc:sldChg chg="add">
        <pc:chgData name="Kevin Comba" userId="2b567b3b-fb93-46f1-8cbc-0c356b39981a" providerId="ADAL" clId="{B0A9838E-FA26-49C8-843B-FCD777EE5498}" dt="2024-04-01T15:54:38.578" v="2031" actId="2890"/>
        <pc:sldMkLst>
          <pc:docMk/>
          <pc:sldMk cId="1743164845" sldId="289"/>
        </pc:sldMkLst>
      </pc:sldChg>
      <pc:sldChg chg="addSp delSp add mod ord">
        <pc:chgData name="Kevin Comba" userId="2b567b3b-fb93-46f1-8cbc-0c356b39981a" providerId="ADAL" clId="{B0A9838E-FA26-49C8-843B-FCD777EE5498}" dt="2024-04-01T15:58:10.135" v="2036" actId="22"/>
        <pc:sldMkLst>
          <pc:docMk/>
          <pc:sldMk cId="621635258" sldId="290"/>
        </pc:sldMkLst>
        <pc:picChg chg="add">
          <ac:chgData name="Kevin Comba" userId="2b567b3b-fb93-46f1-8cbc-0c356b39981a" providerId="ADAL" clId="{B0A9838E-FA26-49C8-843B-FCD777EE5498}" dt="2024-04-01T15:58:10.135" v="2036" actId="22"/>
          <ac:picMkLst>
            <pc:docMk/>
            <pc:sldMk cId="621635258" sldId="290"/>
            <ac:picMk id="3" creationId="{888FE02E-C4A4-9A82-FF7A-2F0CF620CDB7}"/>
          </ac:picMkLst>
        </pc:picChg>
        <pc:picChg chg="del">
          <ac:chgData name="Kevin Comba" userId="2b567b3b-fb93-46f1-8cbc-0c356b39981a" providerId="ADAL" clId="{B0A9838E-FA26-49C8-843B-FCD777EE5498}" dt="2024-04-01T15:58:09.315" v="2035" actId="478"/>
          <ac:picMkLst>
            <pc:docMk/>
            <pc:sldMk cId="621635258" sldId="290"/>
            <ac:picMk id="8" creationId="{4F3DBDBF-F57C-D3E1-A6F5-4A41FA3BB1D1}"/>
          </ac:picMkLst>
        </pc:picChg>
      </pc:sldChg>
      <pc:sldChg chg="addSp delSp modSp add mod ord">
        <pc:chgData name="Kevin Comba" userId="2b567b3b-fb93-46f1-8cbc-0c356b39981a" providerId="ADAL" clId="{B0A9838E-FA26-49C8-843B-FCD777EE5498}" dt="2024-04-01T16:10:12.373" v="2042" actId="26606"/>
        <pc:sldMkLst>
          <pc:docMk/>
          <pc:sldMk cId="3585770930" sldId="291"/>
        </pc:sldMkLst>
        <pc:spChg chg="del">
          <ac:chgData name="Kevin Comba" userId="2b567b3b-fb93-46f1-8cbc-0c356b39981a" providerId="ADAL" clId="{B0A9838E-FA26-49C8-843B-FCD777EE5498}" dt="2024-04-01T16:10:12.373" v="2042" actId="26606"/>
          <ac:spMkLst>
            <pc:docMk/>
            <pc:sldMk cId="3585770930" sldId="291"/>
            <ac:spMk id="13" creationId="{F3060C83-F051-4F0E-ABAD-AA0DFC48B218}"/>
          </ac:spMkLst>
        </pc:spChg>
        <pc:spChg chg="del">
          <ac:chgData name="Kevin Comba" userId="2b567b3b-fb93-46f1-8cbc-0c356b39981a" providerId="ADAL" clId="{B0A9838E-FA26-49C8-843B-FCD777EE5498}" dt="2024-04-01T16:10:12.373" v="2042" actId="26606"/>
          <ac:spMkLst>
            <pc:docMk/>
            <pc:sldMk cId="3585770930" sldId="291"/>
            <ac:spMk id="15" creationId="{83C98ABE-055B-441F-B07E-44F97F083C39}"/>
          </ac:spMkLst>
        </pc:spChg>
        <pc:spChg chg="del">
          <ac:chgData name="Kevin Comba" userId="2b567b3b-fb93-46f1-8cbc-0c356b39981a" providerId="ADAL" clId="{B0A9838E-FA26-49C8-843B-FCD777EE5498}" dt="2024-04-01T16:10:12.373" v="2042" actId="26606"/>
          <ac:spMkLst>
            <pc:docMk/>
            <pc:sldMk cId="3585770930" sldId="291"/>
            <ac:spMk id="17" creationId="{29FDB030-9B49-4CED-8CCD-4D99382388AC}"/>
          </ac:spMkLst>
        </pc:spChg>
        <pc:spChg chg="del">
          <ac:chgData name="Kevin Comba" userId="2b567b3b-fb93-46f1-8cbc-0c356b39981a" providerId="ADAL" clId="{B0A9838E-FA26-49C8-843B-FCD777EE5498}" dt="2024-04-01T16:10:12.373" v="2042" actId="26606"/>
          <ac:spMkLst>
            <pc:docMk/>
            <pc:sldMk cId="3585770930" sldId="291"/>
            <ac:spMk id="19" creationId="{3783CA14-24A1-485C-8B30-D6A5D87987AD}"/>
          </ac:spMkLst>
        </pc:spChg>
        <pc:spChg chg="del">
          <ac:chgData name="Kevin Comba" userId="2b567b3b-fb93-46f1-8cbc-0c356b39981a" providerId="ADAL" clId="{B0A9838E-FA26-49C8-843B-FCD777EE5498}" dt="2024-04-01T16:10:12.373" v="2042" actId="26606"/>
          <ac:spMkLst>
            <pc:docMk/>
            <pc:sldMk cId="3585770930" sldId="291"/>
            <ac:spMk id="21" creationId="{9A97C86A-04D6-40F7-AE84-31AB43E6A846}"/>
          </ac:spMkLst>
        </pc:spChg>
        <pc:spChg chg="del">
          <ac:chgData name="Kevin Comba" userId="2b567b3b-fb93-46f1-8cbc-0c356b39981a" providerId="ADAL" clId="{B0A9838E-FA26-49C8-843B-FCD777EE5498}" dt="2024-04-01T16:10:12.373" v="2042" actId="26606"/>
          <ac:spMkLst>
            <pc:docMk/>
            <pc:sldMk cId="3585770930" sldId="291"/>
            <ac:spMk id="23" creationId="{FF9F2414-84E8-453E-B1F3-389FDE8192D9}"/>
          </ac:spMkLst>
        </pc:spChg>
        <pc:spChg chg="del">
          <ac:chgData name="Kevin Comba" userId="2b567b3b-fb93-46f1-8cbc-0c356b39981a" providerId="ADAL" clId="{B0A9838E-FA26-49C8-843B-FCD777EE5498}" dt="2024-04-01T16:10:12.373" v="2042" actId="26606"/>
          <ac:spMkLst>
            <pc:docMk/>
            <pc:sldMk cId="3585770930" sldId="291"/>
            <ac:spMk id="25" creationId="{3ECA69A1-7536-43AC-85EF-C7106179F5ED}"/>
          </ac:spMkLst>
        </pc:spChg>
        <pc:spChg chg="add">
          <ac:chgData name="Kevin Comba" userId="2b567b3b-fb93-46f1-8cbc-0c356b39981a" providerId="ADAL" clId="{B0A9838E-FA26-49C8-843B-FCD777EE5498}" dt="2024-04-01T16:10:12.373" v="2042" actId="26606"/>
          <ac:spMkLst>
            <pc:docMk/>
            <pc:sldMk cId="3585770930" sldId="291"/>
            <ac:spMk id="30" creationId="{42A4FC2C-047E-45A5-965D-8E1E3BF09BC6}"/>
          </ac:spMkLst>
        </pc:spChg>
        <pc:picChg chg="del">
          <ac:chgData name="Kevin Comba" userId="2b567b3b-fb93-46f1-8cbc-0c356b39981a" providerId="ADAL" clId="{B0A9838E-FA26-49C8-843B-FCD777EE5498}" dt="2024-04-01T16:09:15.173" v="2040" actId="478"/>
          <ac:picMkLst>
            <pc:docMk/>
            <pc:sldMk cId="3585770930" sldId="291"/>
            <ac:picMk id="3" creationId="{888FE02E-C4A4-9A82-FF7A-2F0CF620CDB7}"/>
          </ac:picMkLst>
        </pc:picChg>
        <pc:picChg chg="add mod">
          <ac:chgData name="Kevin Comba" userId="2b567b3b-fb93-46f1-8cbc-0c356b39981a" providerId="ADAL" clId="{B0A9838E-FA26-49C8-843B-FCD777EE5498}" dt="2024-04-01T16:10:12.373" v="2042" actId="26606"/>
          <ac:picMkLst>
            <pc:docMk/>
            <pc:sldMk cId="3585770930" sldId="291"/>
            <ac:picMk id="4" creationId="{2210780C-8FB2-6959-A1E1-72E416AF08A2}"/>
          </ac:picMkLst>
        </pc:picChg>
      </pc:sldChg>
      <pc:sldChg chg="add">
        <pc:chgData name="Kevin Comba" userId="2b567b3b-fb93-46f1-8cbc-0c356b39981a" providerId="ADAL" clId="{B0A9838E-FA26-49C8-843B-FCD777EE5498}" dt="2024-04-01T16:31:25.327" v="2044" actId="2890"/>
        <pc:sldMkLst>
          <pc:docMk/>
          <pc:sldMk cId="14458253" sldId="292"/>
        </pc:sldMkLst>
      </pc:sldChg>
      <pc:sldChg chg="addSp delSp modSp add mod ord">
        <pc:chgData name="Kevin Comba" userId="2b567b3b-fb93-46f1-8cbc-0c356b39981a" providerId="ADAL" clId="{B0A9838E-FA26-49C8-843B-FCD777EE5498}" dt="2024-04-01T17:49:14.074" v="2155" actId="1076"/>
        <pc:sldMkLst>
          <pc:docMk/>
          <pc:sldMk cId="3781194479" sldId="293"/>
        </pc:sldMkLst>
        <pc:spChg chg="add mod">
          <ac:chgData name="Kevin Comba" userId="2b567b3b-fb93-46f1-8cbc-0c356b39981a" providerId="ADAL" clId="{B0A9838E-FA26-49C8-843B-FCD777EE5498}" dt="2024-04-01T17:36:42.703" v="2070" actId="122"/>
          <ac:spMkLst>
            <pc:docMk/>
            <pc:sldMk cId="3781194479" sldId="293"/>
            <ac:spMk id="2" creationId="{52A3281A-9496-435D-8033-0D935D13466F}"/>
          </ac:spMkLst>
        </pc:spChg>
        <pc:spChg chg="add mod">
          <ac:chgData name="Kevin Comba" userId="2b567b3b-fb93-46f1-8cbc-0c356b39981a" providerId="ADAL" clId="{B0A9838E-FA26-49C8-843B-FCD777EE5498}" dt="2024-04-01T17:49:14.074" v="2155" actId="1076"/>
          <ac:spMkLst>
            <pc:docMk/>
            <pc:sldMk cId="3781194479" sldId="293"/>
            <ac:spMk id="3" creationId="{ADFF942A-BEAD-75DF-A9F9-1A001BA571EE}"/>
          </ac:spMkLst>
        </pc:spChg>
        <pc:spChg chg="add mod">
          <ac:chgData name="Kevin Comba" userId="2b567b3b-fb93-46f1-8cbc-0c356b39981a" providerId="ADAL" clId="{B0A9838E-FA26-49C8-843B-FCD777EE5498}" dt="2024-04-01T17:49:11.610" v="2154" actId="1076"/>
          <ac:spMkLst>
            <pc:docMk/>
            <pc:sldMk cId="3781194479" sldId="293"/>
            <ac:spMk id="4" creationId="{BB6BFA4E-62B3-ECA5-596E-52D878AF7C35}"/>
          </ac:spMkLst>
        </pc:spChg>
        <pc:picChg chg="add del mod">
          <ac:chgData name="Kevin Comba" userId="2b567b3b-fb93-46f1-8cbc-0c356b39981a" providerId="ADAL" clId="{B0A9838E-FA26-49C8-843B-FCD777EE5498}" dt="2024-04-01T17:39:36.817" v="2083" actId="478"/>
          <ac:picMkLst>
            <pc:docMk/>
            <pc:sldMk cId="3781194479" sldId="293"/>
            <ac:picMk id="6" creationId="{F5E6990C-F0BE-F46B-5C7A-E7862451CA54}"/>
          </ac:picMkLst>
        </pc:picChg>
        <pc:picChg chg="del">
          <ac:chgData name="Kevin Comba" userId="2b567b3b-fb93-46f1-8cbc-0c356b39981a" providerId="ADAL" clId="{B0A9838E-FA26-49C8-843B-FCD777EE5498}" dt="2024-04-01T16:33:08.207" v="2066" actId="478"/>
          <ac:picMkLst>
            <pc:docMk/>
            <pc:sldMk cId="3781194479" sldId="293"/>
            <ac:picMk id="8" creationId="{00482862-A034-BF24-2DA0-2BF5BEA08093}"/>
          </ac:picMkLst>
        </pc:picChg>
        <pc:picChg chg="add mod">
          <ac:chgData name="Kevin Comba" userId="2b567b3b-fb93-46f1-8cbc-0c356b39981a" providerId="ADAL" clId="{B0A9838E-FA26-49C8-843B-FCD777EE5498}" dt="2024-04-01T17:49:09.308" v="2153" actId="1076"/>
          <ac:picMkLst>
            <pc:docMk/>
            <pc:sldMk cId="3781194479" sldId="293"/>
            <ac:picMk id="9" creationId="{62139737-9E0C-8864-1A02-33E0656B8B40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7:48:58.447" v="2152" actId="1076"/>
        <pc:sldMkLst>
          <pc:docMk/>
          <pc:sldMk cId="4056394490" sldId="294"/>
        </pc:sldMkLst>
        <pc:spChg chg="mod">
          <ac:chgData name="Kevin Comba" userId="2b567b3b-fb93-46f1-8cbc-0c356b39981a" providerId="ADAL" clId="{B0A9838E-FA26-49C8-843B-FCD777EE5498}" dt="2024-04-01T17:48:21.463" v="2146" actId="1076"/>
          <ac:spMkLst>
            <pc:docMk/>
            <pc:sldMk cId="4056394490" sldId="294"/>
            <ac:spMk id="3" creationId="{ADFF942A-BEAD-75DF-A9F9-1A001BA571EE}"/>
          </ac:spMkLst>
        </pc:spChg>
        <pc:spChg chg="mod">
          <ac:chgData name="Kevin Comba" userId="2b567b3b-fb93-46f1-8cbc-0c356b39981a" providerId="ADAL" clId="{B0A9838E-FA26-49C8-843B-FCD777EE5498}" dt="2024-04-01T17:48:58.447" v="2152" actId="1076"/>
          <ac:spMkLst>
            <pc:docMk/>
            <pc:sldMk cId="4056394490" sldId="294"/>
            <ac:spMk id="4" creationId="{BB6BFA4E-62B3-ECA5-596E-52D878AF7C35}"/>
          </ac:spMkLst>
        </pc:spChg>
        <pc:picChg chg="add mod">
          <ac:chgData name="Kevin Comba" userId="2b567b3b-fb93-46f1-8cbc-0c356b39981a" providerId="ADAL" clId="{B0A9838E-FA26-49C8-843B-FCD777EE5498}" dt="2024-04-01T17:48:56.579" v="2151" actId="1076"/>
          <ac:picMkLst>
            <pc:docMk/>
            <pc:sldMk cId="4056394490" sldId="294"/>
            <ac:picMk id="6" creationId="{76B486FB-7A92-4029-3024-14C8764A4A3C}"/>
          </ac:picMkLst>
        </pc:picChg>
        <pc:picChg chg="del">
          <ac:chgData name="Kevin Comba" userId="2b567b3b-fb93-46f1-8cbc-0c356b39981a" providerId="ADAL" clId="{B0A9838E-FA26-49C8-843B-FCD777EE5498}" dt="2024-04-01T17:41:31.416" v="2095" actId="478"/>
          <ac:picMkLst>
            <pc:docMk/>
            <pc:sldMk cId="4056394490" sldId="294"/>
            <ac:picMk id="9" creationId="{62139737-9E0C-8864-1A02-33E0656B8B40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7:48:12.401" v="2144" actId="1076"/>
        <pc:sldMkLst>
          <pc:docMk/>
          <pc:sldMk cId="138307910" sldId="295"/>
        </pc:sldMkLst>
        <pc:spChg chg="mod">
          <ac:chgData name="Kevin Comba" userId="2b567b3b-fb93-46f1-8cbc-0c356b39981a" providerId="ADAL" clId="{B0A9838E-FA26-49C8-843B-FCD777EE5498}" dt="2024-04-01T17:48:09.773" v="2143" actId="1076"/>
          <ac:spMkLst>
            <pc:docMk/>
            <pc:sldMk cId="138307910" sldId="295"/>
            <ac:spMk id="3" creationId="{ADFF942A-BEAD-75DF-A9F9-1A001BA571EE}"/>
          </ac:spMkLst>
        </pc:spChg>
        <pc:spChg chg="mod">
          <ac:chgData name="Kevin Comba" userId="2b567b3b-fb93-46f1-8cbc-0c356b39981a" providerId="ADAL" clId="{B0A9838E-FA26-49C8-843B-FCD777EE5498}" dt="2024-04-01T17:48:12.401" v="2144" actId="1076"/>
          <ac:spMkLst>
            <pc:docMk/>
            <pc:sldMk cId="138307910" sldId="295"/>
            <ac:spMk id="4" creationId="{BB6BFA4E-62B3-ECA5-596E-52D878AF7C35}"/>
          </ac:spMkLst>
        </pc:spChg>
        <pc:spChg chg="add mod">
          <ac:chgData name="Kevin Comba" userId="2b567b3b-fb93-46f1-8cbc-0c356b39981a" providerId="ADAL" clId="{B0A9838E-FA26-49C8-843B-FCD777EE5498}" dt="2024-04-01T17:47:23.032" v="2136"/>
          <ac:spMkLst>
            <pc:docMk/>
            <pc:sldMk cId="138307910" sldId="295"/>
            <ac:spMk id="10" creationId="{EBFB5F40-5BAE-95EB-68CF-6CFD8B0D9990}"/>
          </ac:spMkLst>
        </pc:spChg>
        <pc:picChg chg="del">
          <ac:chgData name="Kevin Comba" userId="2b567b3b-fb93-46f1-8cbc-0c356b39981a" providerId="ADAL" clId="{B0A9838E-FA26-49C8-843B-FCD777EE5498}" dt="2024-04-01T17:43:51.763" v="2117" actId="478"/>
          <ac:picMkLst>
            <pc:docMk/>
            <pc:sldMk cId="138307910" sldId="295"/>
            <ac:picMk id="6" creationId="{76B486FB-7A92-4029-3024-14C8764A4A3C}"/>
          </ac:picMkLst>
        </pc:picChg>
        <pc:picChg chg="add del mod">
          <ac:chgData name="Kevin Comba" userId="2b567b3b-fb93-46f1-8cbc-0c356b39981a" providerId="ADAL" clId="{B0A9838E-FA26-49C8-843B-FCD777EE5498}" dt="2024-04-01T17:46:23.342" v="2126" actId="478"/>
          <ac:picMkLst>
            <pc:docMk/>
            <pc:sldMk cId="138307910" sldId="295"/>
            <ac:picMk id="7" creationId="{1E5CBC0B-054B-9A20-FBA1-89677497A655}"/>
          </ac:picMkLst>
        </pc:picChg>
        <pc:picChg chg="add mod">
          <ac:chgData name="Kevin Comba" userId="2b567b3b-fb93-46f1-8cbc-0c356b39981a" providerId="ADAL" clId="{B0A9838E-FA26-49C8-843B-FCD777EE5498}" dt="2024-04-01T17:48:00.432" v="2142" actId="1076"/>
          <ac:picMkLst>
            <pc:docMk/>
            <pc:sldMk cId="138307910" sldId="295"/>
            <ac:picMk id="9" creationId="{02A184CB-3687-CC90-D58F-00D4FA73EF15}"/>
          </ac:picMkLst>
        </pc:picChg>
        <pc:picChg chg="add mod">
          <ac:chgData name="Kevin Comba" userId="2b567b3b-fb93-46f1-8cbc-0c356b39981a" providerId="ADAL" clId="{B0A9838E-FA26-49C8-843B-FCD777EE5498}" dt="2024-04-01T17:47:56.939" v="2141" actId="1076"/>
          <ac:picMkLst>
            <pc:docMk/>
            <pc:sldMk cId="138307910" sldId="295"/>
            <ac:picMk id="12" creationId="{70EED06D-0407-7D78-3C18-AD6478AA1E24}"/>
          </ac:picMkLst>
        </pc:picChg>
      </pc:sldChg>
      <pc:sldChg chg="addSp delSp modSp add mod">
        <pc:chgData name="Kevin Comba" userId="2b567b3b-fb93-46f1-8cbc-0c356b39981a" providerId="ADAL" clId="{B0A9838E-FA26-49C8-843B-FCD777EE5498}" dt="2024-04-01T17:54:42.190" v="2201" actId="1076"/>
        <pc:sldMkLst>
          <pc:docMk/>
          <pc:sldMk cId="1358241618" sldId="296"/>
        </pc:sldMkLst>
        <pc:spChg chg="mod">
          <ac:chgData name="Kevin Comba" userId="2b567b3b-fb93-46f1-8cbc-0c356b39981a" providerId="ADAL" clId="{B0A9838E-FA26-49C8-843B-FCD777EE5498}" dt="2024-04-01T17:50:44.702" v="2167" actId="1076"/>
          <ac:spMkLst>
            <pc:docMk/>
            <pc:sldMk cId="1358241618" sldId="296"/>
            <ac:spMk id="3" creationId="{ADFF942A-BEAD-75DF-A9F9-1A001BA571EE}"/>
          </ac:spMkLst>
        </pc:spChg>
        <pc:spChg chg="mod">
          <ac:chgData name="Kevin Comba" userId="2b567b3b-fb93-46f1-8cbc-0c356b39981a" providerId="ADAL" clId="{B0A9838E-FA26-49C8-843B-FCD777EE5498}" dt="2024-04-01T17:51:49.734" v="2177" actId="115"/>
          <ac:spMkLst>
            <pc:docMk/>
            <pc:sldMk cId="1358241618" sldId="296"/>
            <ac:spMk id="4" creationId="{BB6BFA4E-62B3-ECA5-596E-52D878AF7C35}"/>
          </ac:spMkLst>
        </pc:spChg>
        <pc:spChg chg="mod">
          <ac:chgData name="Kevin Comba" userId="2b567b3b-fb93-46f1-8cbc-0c356b39981a" providerId="ADAL" clId="{B0A9838E-FA26-49C8-843B-FCD777EE5498}" dt="2024-04-01T17:53:06.286" v="2192" actId="207"/>
          <ac:spMkLst>
            <pc:docMk/>
            <pc:sldMk cId="1358241618" sldId="296"/>
            <ac:spMk id="10" creationId="{EBFB5F40-5BAE-95EB-68CF-6CFD8B0D9990}"/>
          </ac:spMkLst>
        </pc:spChg>
        <pc:picChg chg="add mod">
          <ac:chgData name="Kevin Comba" userId="2b567b3b-fb93-46f1-8cbc-0c356b39981a" providerId="ADAL" clId="{B0A9838E-FA26-49C8-843B-FCD777EE5498}" dt="2024-04-01T17:54:42.190" v="2201" actId="1076"/>
          <ac:picMkLst>
            <pc:docMk/>
            <pc:sldMk cId="1358241618" sldId="296"/>
            <ac:picMk id="6" creationId="{E6398124-8C5B-1DA0-C97C-9B79BA32A3CC}"/>
          </ac:picMkLst>
        </pc:picChg>
        <pc:picChg chg="del mod">
          <ac:chgData name="Kevin Comba" userId="2b567b3b-fb93-46f1-8cbc-0c356b39981a" providerId="ADAL" clId="{B0A9838E-FA26-49C8-843B-FCD777EE5498}" dt="2024-04-01T17:54:25.575" v="2193" actId="478"/>
          <ac:picMkLst>
            <pc:docMk/>
            <pc:sldMk cId="1358241618" sldId="296"/>
            <ac:picMk id="9" creationId="{02A184CB-3687-CC90-D58F-00D4FA73EF15}"/>
          </ac:picMkLst>
        </pc:picChg>
        <pc:picChg chg="del mod">
          <ac:chgData name="Kevin Comba" userId="2b567b3b-fb93-46f1-8cbc-0c356b39981a" providerId="ADAL" clId="{B0A9838E-FA26-49C8-843B-FCD777EE5498}" dt="2024-04-01T17:54:26.324" v="2194" actId="478"/>
          <ac:picMkLst>
            <pc:docMk/>
            <pc:sldMk cId="1358241618" sldId="296"/>
            <ac:picMk id="12" creationId="{70EED06D-0407-7D78-3C18-AD6478AA1E24}"/>
          </ac:picMkLst>
        </pc:picChg>
      </pc:sldChg>
      <pc:sldChg chg="addSp delSp modSp add mod ord">
        <pc:chgData name="Kevin Comba" userId="2b567b3b-fb93-46f1-8cbc-0c356b39981a" providerId="ADAL" clId="{B0A9838E-FA26-49C8-843B-FCD777EE5498}" dt="2024-04-02T11:36:49.949" v="2388" actId="1440"/>
        <pc:sldMkLst>
          <pc:docMk/>
          <pc:sldMk cId="1447995757" sldId="297"/>
        </pc:sldMkLst>
        <pc:spChg chg="add">
          <ac:chgData name="Kevin Comba" userId="2b567b3b-fb93-46f1-8cbc-0c356b39981a" providerId="ADAL" clId="{B0A9838E-FA26-49C8-843B-FCD777EE5498}" dt="2024-04-02T11:31:52.505" v="2250"/>
          <ac:spMkLst>
            <pc:docMk/>
            <pc:sldMk cId="1447995757" sldId="297"/>
            <ac:spMk id="2" creationId="{F4B5A9E5-4815-6A44-61C4-DBAF84EA5439}"/>
          </ac:spMkLst>
        </pc:spChg>
        <pc:spChg chg="add mod">
          <ac:chgData name="Kevin Comba" userId="2b567b3b-fb93-46f1-8cbc-0c356b39981a" providerId="ADAL" clId="{B0A9838E-FA26-49C8-843B-FCD777EE5498}" dt="2024-04-02T11:36:34.923" v="2386" actId="1076"/>
          <ac:spMkLst>
            <pc:docMk/>
            <pc:sldMk cId="1447995757" sldId="297"/>
            <ac:spMk id="4" creationId="{8903DB59-0098-DE67-1C60-B3913D9D79EA}"/>
          </ac:spMkLst>
        </pc:spChg>
        <pc:spChg chg="add mod">
          <ac:chgData name="Kevin Comba" userId="2b567b3b-fb93-46f1-8cbc-0c356b39981a" providerId="ADAL" clId="{B0A9838E-FA26-49C8-843B-FCD777EE5498}" dt="2024-04-02T11:36:38.126" v="2387" actId="1076"/>
          <ac:spMkLst>
            <pc:docMk/>
            <pc:sldMk cId="1447995757" sldId="297"/>
            <ac:spMk id="5" creationId="{19BB6290-0A45-6485-4ED6-C5C81834249A}"/>
          </ac:spMkLst>
        </pc:spChg>
        <pc:spChg chg="mod">
          <ac:chgData name="Kevin Comba" userId="2b567b3b-fb93-46f1-8cbc-0c356b39981a" providerId="ADAL" clId="{B0A9838E-FA26-49C8-843B-FCD777EE5498}" dt="2024-04-02T11:27:09.833" v="2214"/>
          <ac:spMkLst>
            <pc:docMk/>
            <pc:sldMk cId="1447995757" sldId="297"/>
            <ac:spMk id="6" creationId="{5EDC9707-074C-9486-DDDF-2D12C2151DBE}"/>
          </ac:spMkLst>
        </pc:spChg>
        <pc:spChg chg="mod">
          <ac:chgData name="Kevin Comba" userId="2b567b3b-fb93-46f1-8cbc-0c356b39981a" providerId="ADAL" clId="{B0A9838E-FA26-49C8-843B-FCD777EE5498}" dt="2024-04-02T11:36:30.148" v="2385" actId="20577"/>
          <ac:spMkLst>
            <pc:docMk/>
            <pc:sldMk cId="1447995757" sldId="297"/>
            <ac:spMk id="7" creationId="{21DA47B6-4379-EB71-8C88-5B0F883A893C}"/>
          </ac:spMkLst>
        </pc:spChg>
        <pc:spChg chg="del">
          <ac:chgData name="Kevin Comba" userId="2b567b3b-fb93-46f1-8cbc-0c356b39981a" providerId="ADAL" clId="{B0A9838E-FA26-49C8-843B-FCD777EE5498}" dt="2024-04-02T11:27:18.482" v="2219" actId="478"/>
          <ac:spMkLst>
            <pc:docMk/>
            <pc:sldMk cId="1447995757" sldId="297"/>
            <ac:spMk id="8" creationId="{C5FAD7BE-5F5C-3A26-5E66-2A694B304FD2}"/>
          </ac:spMkLst>
        </pc:spChg>
        <pc:spChg chg="del">
          <ac:chgData name="Kevin Comba" userId="2b567b3b-fb93-46f1-8cbc-0c356b39981a" providerId="ADAL" clId="{B0A9838E-FA26-49C8-843B-FCD777EE5498}" dt="2024-04-02T11:27:16.813" v="2218" actId="478"/>
          <ac:spMkLst>
            <pc:docMk/>
            <pc:sldMk cId="1447995757" sldId="297"/>
            <ac:spMk id="12" creationId="{4AADE7D3-4624-E630-D424-F599ED0814D0}"/>
          </ac:spMkLst>
        </pc:spChg>
        <pc:picChg chg="del">
          <ac:chgData name="Kevin Comba" userId="2b567b3b-fb93-46f1-8cbc-0c356b39981a" providerId="ADAL" clId="{B0A9838E-FA26-49C8-843B-FCD777EE5498}" dt="2024-04-02T11:27:20.424" v="2220" actId="478"/>
          <ac:picMkLst>
            <pc:docMk/>
            <pc:sldMk cId="1447995757" sldId="297"/>
            <ac:picMk id="3" creationId="{1C3AF0C6-3614-5494-B0F0-C896538BA706}"/>
          </ac:picMkLst>
        </pc:picChg>
        <pc:picChg chg="add mod modCrop">
          <ac:chgData name="Kevin Comba" userId="2b567b3b-fb93-46f1-8cbc-0c356b39981a" providerId="ADAL" clId="{B0A9838E-FA26-49C8-843B-FCD777EE5498}" dt="2024-04-02T11:36:49.949" v="2388" actId="1440"/>
          <ac:picMkLst>
            <pc:docMk/>
            <pc:sldMk cId="1447995757" sldId="297"/>
            <ac:picMk id="10" creationId="{F7464A0B-121A-5912-9D75-68CCA6E6DD55}"/>
          </ac:picMkLst>
        </pc:picChg>
        <pc:picChg chg="del mod">
          <ac:chgData name="Kevin Comba" userId="2b567b3b-fb93-46f1-8cbc-0c356b39981a" providerId="ADAL" clId="{B0A9838E-FA26-49C8-843B-FCD777EE5498}" dt="2024-04-02T11:27:13.209" v="2216" actId="478"/>
          <ac:picMkLst>
            <pc:docMk/>
            <pc:sldMk cId="1447995757" sldId="297"/>
            <ac:picMk id="11" creationId="{70E84343-D9AD-7B2C-9B6C-5BE76E48D797}"/>
          </ac:picMkLst>
        </pc:picChg>
        <pc:picChg chg="del">
          <ac:chgData name="Kevin Comba" userId="2b567b3b-fb93-46f1-8cbc-0c356b39981a" providerId="ADAL" clId="{B0A9838E-FA26-49C8-843B-FCD777EE5498}" dt="2024-04-02T11:27:15.102" v="2217" actId="478"/>
          <ac:picMkLst>
            <pc:docMk/>
            <pc:sldMk cId="1447995757" sldId="297"/>
            <ac:picMk id="14" creationId="{7FD1A60E-A008-BF54-02CB-53B31B366F90}"/>
          </ac:picMkLst>
        </pc:picChg>
      </pc:sldChg>
      <pc:sldChg chg="modSp add mod ord">
        <pc:chgData name="Kevin Comba" userId="2b567b3b-fb93-46f1-8cbc-0c356b39981a" providerId="ADAL" clId="{B0A9838E-FA26-49C8-843B-FCD777EE5498}" dt="2024-04-02T11:26:39.253" v="2213" actId="20577"/>
        <pc:sldMkLst>
          <pc:docMk/>
          <pc:sldMk cId="1772760720" sldId="298"/>
        </pc:sldMkLst>
        <pc:spChg chg="mod">
          <ac:chgData name="Kevin Comba" userId="2b567b3b-fb93-46f1-8cbc-0c356b39981a" providerId="ADAL" clId="{B0A9838E-FA26-49C8-843B-FCD777EE5498}" dt="2024-04-02T11:26:39.253" v="2213" actId="20577"/>
          <ac:spMkLst>
            <pc:docMk/>
            <pc:sldMk cId="1772760720" sldId="298"/>
            <ac:spMk id="2" creationId="{D56B0075-49E8-9D04-BAD2-3C4D4C94C945}"/>
          </ac:spMkLst>
        </pc:spChg>
      </pc:sldChg>
      <pc:sldChg chg="addSp delSp modSp add mod">
        <pc:chgData name="Kevin Comba" userId="2b567b3b-fb93-46f1-8cbc-0c356b39981a" providerId="ADAL" clId="{B0A9838E-FA26-49C8-843B-FCD777EE5498}" dt="2024-04-02T11:39:24.783" v="2408" actId="14100"/>
        <pc:sldMkLst>
          <pc:docMk/>
          <pc:sldMk cId="3280428952" sldId="299"/>
        </pc:sldMkLst>
        <pc:spChg chg="mod">
          <ac:chgData name="Kevin Comba" userId="2b567b3b-fb93-46f1-8cbc-0c356b39981a" providerId="ADAL" clId="{B0A9838E-FA26-49C8-843B-FCD777EE5498}" dt="2024-04-02T11:38:32.653" v="2400" actId="1076"/>
          <ac:spMkLst>
            <pc:docMk/>
            <pc:sldMk cId="3280428952" sldId="299"/>
            <ac:spMk id="4" creationId="{8903DB59-0098-DE67-1C60-B3913D9D79EA}"/>
          </ac:spMkLst>
        </pc:spChg>
        <pc:spChg chg="mod">
          <ac:chgData name="Kevin Comba" userId="2b567b3b-fb93-46f1-8cbc-0c356b39981a" providerId="ADAL" clId="{B0A9838E-FA26-49C8-843B-FCD777EE5498}" dt="2024-04-02T11:39:13.610" v="2406" actId="1076"/>
          <ac:spMkLst>
            <pc:docMk/>
            <pc:sldMk cId="3280428952" sldId="299"/>
            <ac:spMk id="5" creationId="{19BB6290-0A45-6485-4ED6-C5C81834249A}"/>
          </ac:spMkLst>
        </pc:spChg>
        <pc:spChg chg="del">
          <ac:chgData name="Kevin Comba" userId="2b567b3b-fb93-46f1-8cbc-0c356b39981a" providerId="ADAL" clId="{B0A9838E-FA26-49C8-843B-FCD777EE5498}" dt="2024-04-02T11:38:21.441" v="2399" actId="478"/>
          <ac:spMkLst>
            <pc:docMk/>
            <pc:sldMk cId="3280428952" sldId="299"/>
            <ac:spMk id="6" creationId="{5EDC9707-074C-9486-DDDF-2D12C2151DBE}"/>
          </ac:spMkLst>
        </pc:spChg>
        <pc:spChg chg="del">
          <ac:chgData name="Kevin Comba" userId="2b567b3b-fb93-46f1-8cbc-0c356b39981a" providerId="ADAL" clId="{B0A9838E-FA26-49C8-843B-FCD777EE5498}" dt="2024-04-02T11:38:19.686" v="2398" actId="478"/>
          <ac:spMkLst>
            <pc:docMk/>
            <pc:sldMk cId="3280428952" sldId="299"/>
            <ac:spMk id="7" creationId="{21DA47B6-4379-EB71-8C88-5B0F883A893C}"/>
          </ac:spMkLst>
        </pc:spChg>
        <pc:spChg chg="add mod">
          <ac:chgData name="Kevin Comba" userId="2b567b3b-fb93-46f1-8cbc-0c356b39981a" providerId="ADAL" clId="{B0A9838E-FA26-49C8-843B-FCD777EE5498}" dt="2024-04-02T11:39:24.783" v="2408" actId="14100"/>
          <ac:spMkLst>
            <pc:docMk/>
            <pc:sldMk cId="3280428952" sldId="299"/>
            <ac:spMk id="8" creationId="{D0775E92-B1BD-78A4-7410-851C3AC103A5}"/>
          </ac:spMkLst>
        </pc:spChg>
        <pc:spChg chg="add mod">
          <ac:chgData name="Kevin Comba" userId="2b567b3b-fb93-46f1-8cbc-0c356b39981a" providerId="ADAL" clId="{B0A9838E-FA26-49C8-843B-FCD777EE5498}" dt="2024-04-02T11:39:08.679" v="2405" actId="1076"/>
          <ac:spMkLst>
            <pc:docMk/>
            <pc:sldMk cId="3280428952" sldId="299"/>
            <ac:spMk id="9" creationId="{CCFB77D4-C62B-325D-90AF-E16E31F049E7}"/>
          </ac:spMkLst>
        </pc:spChg>
        <pc:picChg chg="add mod">
          <ac:chgData name="Kevin Comba" userId="2b567b3b-fb93-46f1-8cbc-0c356b39981a" providerId="ADAL" clId="{B0A9838E-FA26-49C8-843B-FCD777EE5498}" dt="2024-04-02T11:38:32.653" v="2400" actId="1076"/>
          <ac:picMkLst>
            <pc:docMk/>
            <pc:sldMk cId="3280428952" sldId="299"/>
            <ac:picMk id="3" creationId="{E9EBEA89-FC64-F917-29D0-3D7647A128D4}"/>
          </ac:picMkLst>
        </pc:picChg>
        <pc:picChg chg="del">
          <ac:chgData name="Kevin Comba" userId="2b567b3b-fb93-46f1-8cbc-0c356b39981a" providerId="ADAL" clId="{B0A9838E-FA26-49C8-843B-FCD777EE5498}" dt="2024-04-02T11:37:59.849" v="2394" actId="478"/>
          <ac:picMkLst>
            <pc:docMk/>
            <pc:sldMk cId="3280428952" sldId="299"/>
            <ac:picMk id="10" creationId="{F7464A0B-121A-5912-9D75-68CCA6E6DD55}"/>
          </ac:picMkLst>
        </pc:picChg>
      </pc:sldChg>
      <pc:sldMasterChg chg="addSldLayout">
        <pc:chgData name="Kevin Comba" userId="2b567b3b-fb93-46f1-8cbc-0c356b39981a" providerId="ADAL" clId="{B0A9838E-FA26-49C8-843B-FCD777EE5498}" dt="2024-03-01T13:40:43.611" v="0" actId="680"/>
        <pc:sldMasterMkLst>
          <pc:docMk/>
          <pc:sldMasterMk cId="3133329025" sldId="2147483648"/>
        </pc:sldMasterMkLst>
        <pc:sldLayoutChg chg="add">
          <pc:chgData name="Kevin Comba" userId="2b567b3b-fb93-46f1-8cbc-0c356b39981a" providerId="ADAL" clId="{B0A9838E-FA26-49C8-843B-FCD777EE5498}" dt="2024-03-01T13:40:43.611" v="0" actId="680"/>
          <pc:sldLayoutMkLst>
            <pc:docMk/>
            <pc:sldMasterMk cId="3133329025" sldId="2147483648"/>
            <pc:sldLayoutMk cId="3360829406" sldId="2147483649"/>
          </pc:sldLayoutMkLst>
        </pc:sldLayoutChg>
      </pc:sldMasterChg>
    </pc:docChg>
  </pc:docChgLst>
  <pc:docChgLst>
    <pc:chgData name="Kevin Comba" userId="2b567b3b-fb93-46f1-8cbc-0c356b39981a" providerId="ADAL" clId="{30AAD9E0-DE73-4EC5-A8CB-A73520ED6294}"/>
    <pc:docChg chg="undo custSel addSld delSld modSld sldOrd addSection delSection modSection">
      <pc:chgData name="Kevin Comba" userId="2b567b3b-fb93-46f1-8cbc-0c356b39981a" providerId="ADAL" clId="{30AAD9E0-DE73-4EC5-A8CB-A73520ED6294}" dt="2024-05-02T07:50:19.418" v="846" actId="1036"/>
      <pc:docMkLst>
        <pc:docMk/>
      </pc:docMkLst>
      <pc:sldChg chg="modSp">
        <pc:chgData name="Kevin Comba" userId="2b567b3b-fb93-46f1-8cbc-0c356b39981a" providerId="ADAL" clId="{30AAD9E0-DE73-4EC5-A8CB-A73520ED6294}" dt="2024-05-02T07:50:19.418" v="846" actId="1036"/>
        <pc:sldMkLst>
          <pc:docMk/>
          <pc:sldMk cId="405857608" sldId="257"/>
        </pc:sldMkLst>
        <pc:picChg chg="mod">
          <ac:chgData name="Kevin Comba" userId="2b567b3b-fb93-46f1-8cbc-0c356b39981a" providerId="ADAL" clId="{30AAD9E0-DE73-4EC5-A8CB-A73520ED6294}" dt="2024-05-02T07:50:19.418" v="846" actId="1036"/>
          <ac:picMkLst>
            <pc:docMk/>
            <pc:sldMk cId="405857608" sldId="257"/>
            <ac:picMk id="1026" creationId="{7CCE6570-FA41-716C-AEE4-52A8ABD13C88}"/>
          </ac:picMkLst>
        </pc:picChg>
      </pc:sldChg>
      <pc:sldChg chg="del">
        <pc:chgData name="Kevin Comba" userId="2b567b3b-fb93-46f1-8cbc-0c356b39981a" providerId="ADAL" clId="{30AAD9E0-DE73-4EC5-A8CB-A73520ED6294}" dt="2024-04-19T13:14:51.678" v="839" actId="47"/>
        <pc:sldMkLst>
          <pc:docMk/>
          <pc:sldMk cId="1743164845" sldId="289"/>
        </pc:sldMkLst>
      </pc:sldChg>
      <pc:sldChg chg="modSp mod">
        <pc:chgData name="Kevin Comba" userId="2b567b3b-fb93-46f1-8cbc-0c356b39981a" providerId="ADAL" clId="{30AAD9E0-DE73-4EC5-A8CB-A73520ED6294}" dt="2024-04-02T18:09:25.325" v="151" actId="14100"/>
        <pc:sldMkLst>
          <pc:docMk/>
          <pc:sldMk cId="1447995757" sldId="297"/>
        </pc:sldMkLst>
        <pc:picChg chg="mod">
          <ac:chgData name="Kevin Comba" userId="2b567b3b-fb93-46f1-8cbc-0c356b39981a" providerId="ADAL" clId="{30AAD9E0-DE73-4EC5-A8CB-A73520ED6294}" dt="2024-04-02T18:09:25.325" v="151" actId="14100"/>
          <ac:picMkLst>
            <pc:docMk/>
            <pc:sldMk cId="1447995757" sldId="297"/>
            <ac:picMk id="10" creationId="{F7464A0B-121A-5912-9D75-68CCA6E6DD55}"/>
          </ac:picMkLst>
        </pc:picChg>
      </pc:sldChg>
      <pc:sldChg chg="modSp mod ord">
        <pc:chgData name="Kevin Comba" userId="2b567b3b-fb93-46f1-8cbc-0c356b39981a" providerId="ADAL" clId="{30AAD9E0-DE73-4EC5-A8CB-A73520ED6294}" dt="2024-04-02T18:18:29.229" v="236"/>
        <pc:sldMkLst>
          <pc:docMk/>
          <pc:sldMk cId="1772760720" sldId="298"/>
        </pc:sldMkLst>
        <pc:spChg chg="mod">
          <ac:chgData name="Kevin Comba" userId="2b567b3b-fb93-46f1-8cbc-0c356b39981a" providerId="ADAL" clId="{30AAD9E0-DE73-4EC5-A8CB-A73520ED6294}" dt="2024-04-02T18:18:18.637" v="234" actId="6549"/>
          <ac:spMkLst>
            <pc:docMk/>
            <pc:sldMk cId="1772760720" sldId="298"/>
            <ac:spMk id="2" creationId="{D56B0075-49E8-9D04-BAD2-3C4D4C94C945}"/>
          </ac:spMkLst>
        </pc:spChg>
      </pc:sldChg>
      <pc:sldChg chg="addSp delSp modSp mod setBg">
        <pc:chgData name="Kevin Comba" userId="2b567b3b-fb93-46f1-8cbc-0c356b39981a" providerId="ADAL" clId="{30AAD9E0-DE73-4EC5-A8CB-A73520ED6294}" dt="2024-04-05T13:26:46.408" v="483" actId="1076"/>
        <pc:sldMkLst>
          <pc:docMk/>
          <pc:sldMk cId="3280428952" sldId="299"/>
        </pc:sldMkLst>
        <pc:spChg chg="mod">
          <ac:chgData name="Kevin Comba" userId="2b567b3b-fb93-46f1-8cbc-0c356b39981a" providerId="ADAL" clId="{30AAD9E0-DE73-4EC5-A8CB-A73520ED6294}" dt="2024-04-02T18:16:47.122" v="216" actId="21"/>
          <ac:spMkLst>
            <pc:docMk/>
            <pc:sldMk cId="3280428952" sldId="299"/>
            <ac:spMk id="4" creationId="{8903DB59-0098-DE67-1C60-B3913D9D79EA}"/>
          </ac:spMkLst>
        </pc:spChg>
        <pc:spChg chg="mod">
          <ac:chgData name="Kevin Comba" userId="2b567b3b-fb93-46f1-8cbc-0c356b39981a" providerId="ADAL" clId="{30AAD9E0-DE73-4EC5-A8CB-A73520ED6294}" dt="2024-04-05T13:26:32.204" v="481" actId="33524"/>
          <ac:spMkLst>
            <pc:docMk/>
            <pc:sldMk cId="3280428952" sldId="299"/>
            <ac:spMk id="5" creationId="{19BB6290-0A45-6485-4ED6-C5C81834249A}"/>
          </ac:spMkLst>
        </pc:spChg>
        <pc:spChg chg="add del">
          <ac:chgData name="Kevin Comba" userId="2b567b3b-fb93-46f1-8cbc-0c356b39981a" providerId="ADAL" clId="{30AAD9E0-DE73-4EC5-A8CB-A73520ED6294}" dt="2024-04-02T18:16:24.107" v="213" actId="22"/>
          <ac:spMkLst>
            <pc:docMk/>
            <pc:sldMk cId="3280428952" sldId="299"/>
            <ac:spMk id="7" creationId="{B6B2E43E-27FC-93D5-CF32-84BDA55C0A66}"/>
          </ac:spMkLst>
        </pc:spChg>
        <pc:spChg chg="mod">
          <ac:chgData name="Kevin Comba" userId="2b567b3b-fb93-46f1-8cbc-0c356b39981a" providerId="ADAL" clId="{30AAD9E0-DE73-4EC5-A8CB-A73520ED6294}" dt="2024-04-02T18:17:08.924" v="223" actId="21"/>
          <ac:spMkLst>
            <pc:docMk/>
            <pc:sldMk cId="3280428952" sldId="299"/>
            <ac:spMk id="8" creationId="{D0775E92-B1BD-78A4-7410-851C3AC103A5}"/>
          </ac:spMkLst>
        </pc:spChg>
        <pc:spChg chg="mod">
          <ac:chgData name="Kevin Comba" userId="2b567b3b-fb93-46f1-8cbc-0c356b39981a" providerId="ADAL" clId="{30AAD9E0-DE73-4EC5-A8CB-A73520ED6294}" dt="2024-04-02T18:09:57.202" v="157" actId="1076"/>
          <ac:spMkLst>
            <pc:docMk/>
            <pc:sldMk cId="3280428952" sldId="299"/>
            <ac:spMk id="9" creationId="{CCFB77D4-C62B-325D-90AF-E16E31F049E7}"/>
          </ac:spMkLst>
        </pc:spChg>
        <pc:spChg chg="add mod">
          <ac:chgData name="Kevin Comba" userId="2b567b3b-fb93-46f1-8cbc-0c356b39981a" providerId="ADAL" clId="{30AAD9E0-DE73-4EC5-A8CB-A73520ED6294}" dt="2024-04-02T18:17:22.682" v="226" actId="14100"/>
          <ac:spMkLst>
            <pc:docMk/>
            <pc:sldMk cId="3280428952" sldId="299"/>
            <ac:spMk id="10" creationId="{24E10090-012C-6F7D-E81E-F6CE5DD50566}"/>
          </ac:spMkLst>
        </pc:spChg>
        <pc:spChg chg="add mod">
          <ac:chgData name="Kevin Comba" userId="2b567b3b-fb93-46f1-8cbc-0c356b39981a" providerId="ADAL" clId="{30AAD9E0-DE73-4EC5-A8CB-A73520ED6294}" dt="2024-04-02T18:17:16.810" v="225" actId="1076"/>
          <ac:spMkLst>
            <pc:docMk/>
            <pc:sldMk cId="3280428952" sldId="299"/>
            <ac:spMk id="11" creationId="{E1BE6E13-C47F-B62E-F86E-7EE7853B856B}"/>
          </ac:spMkLst>
        </pc:spChg>
        <pc:spChg chg="add">
          <ac:chgData name="Kevin Comba" userId="2b567b3b-fb93-46f1-8cbc-0c356b39981a" providerId="ADAL" clId="{30AAD9E0-DE73-4EC5-A8CB-A73520ED6294}" dt="2024-04-02T18:09:37.100" v="152" actId="26606"/>
          <ac:spMkLst>
            <pc:docMk/>
            <pc:sldMk cId="3280428952" sldId="299"/>
            <ac:spMk id="14" creationId="{86FF76B9-219D-4469-AF87-0236D29032F1}"/>
          </ac:spMkLst>
        </pc:spChg>
        <pc:spChg chg="add">
          <ac:chgData name="Kevin Comba" userId="2b567b3b-fb93-46f1-8cbc-0c356b39981a" providerId="ADAL" clId="{30AAD9E0-DE73-4EC5-A8CB-A73520ED6294}" dt="2024-04-02T18:09:37.100" v="152" actId="26606"/>
          <ac:spMkLst>
            <pc:docMk/>
            <pc:sldMk cId="3280428952" sldId="299"/>
            <ac:spMk id="20" creationId="{2E80C965-DB6D-4F81-9E9E-B027384D0BD6}"/>
          </ac:spMkLst>
        </pc:spChg>
        <pc:spChg chg="add">
          <ac:chgData name="Kevin Comba" userId="2b567b3b-fb93-46f1-8cbc-0c356b39981a" providerId="ADAL" clId="{30AAD9E0-DE73-4EC5-A8CB-A73520ED6294}" dt="2024-04-02T18:09:37.100" v="152" actId="26606"/>
          <ac:spMkLst>
            <pc:docMk/>
            <pc:sldMk cId="3280428952" sldId="299"/>
            <ac:spMk id="22" creationId="{633C5E46-DAC5-4661-9C87-22B08E2A512F}"/>
          </ac:spMkLst>
        </pc:spChg>
        <pc:grpChg chg="add">
          <ac:chgData name="Kevin Comba" userId="2b567b3b-fb93-46f1-8cbc-0c356b39981a" providerId="ADAL" clId="{30AAD9E0-DE73-4EC5-A8CB-A73520ED6294}" dt="2024-04-02T18:09:37.100" v="152" actId="26606"/>
          <ac:grpSpMkLst>
            <pc:docMk/>
            <pc:sldMk cId="3280428952" sldId="299"/>
            <ac:grpSpMk id="16" creationId="{DB88BD78-87E1-424D-B479-C37D8E41B12E}"/>
          </ac:grpSpMkLst>
        </pc:grpChg>
        <pc:picChg chg="mod">
          <ac:chgData name="Kevin Comba" userId="2b567b3b-fb93-46f1-8cbc-0c356b39981a" providerId="ADAL" clId="{30AAD9E0-DE73-4EC5-A8CB-A73520ED6294}" dt="2024-04-05T13:26:46.408" v="483" actId="1076"/>
          <ac:picMkLst>
            <pc:docMk/>
            <pc:sldMk cId="3280428952" sldId="299"/>
            <ac:picMk id="2" creationId="{7E115DA8-6EC5-78B3-6562-47F5E2058798}"/>
          </ac:picMkLst>
        </pc:picChg>
        <pc:picChg chg="mod">
          <ac:chgData name="Kevin Comba" userId="2b567b3b-fb93-46f1-8cbc-0c356b39981a" providerId="ADAL" clId="{30AAD9E0-DE73-4EC5-A8CB-A73520ED6294}" dt="2024-04-05T13:26:44.488" v="482" actId="1076"/>
          <ac:picMkLst>
            <pc:docMk/>
            <pc:sldMk cId="3280428952" sldId="299"/>
            <ac:picMk id="3" creationId="{E9EBEA89-FC64-F917-29D0-3D7647A128D4}"/>
          </ac:picMkLst>
        </pc:picChg>
        <pc:picChg chg="add mod">
          <ac:chgData name="Kevin Comba" userId="2b567b3b-fb93-46f1-8cbc-0c356b39981a" providerId="ADAL" clId="{30AAD9E0-DE73-4EC5-A8CB-A73520ED6294}" dt="2024-04-02T18:20:13.562" v="242" actId="1076"/>
          <ac:picMkLst>
            <pc:docMk/>
            <pc:sldMk cId="3280428952" sldId="299"/>
            <ac:picMk id="13" creationId="{092B7098-E636-39F7-4E03-D0D721195869}"/>
          </ac:picMkLst>
        </pc:picChg>
      </pc:sldChg>
      <pc:sldChg chg="addSp delSp modSp add mod setBg">
        <pc:chgData name="Kevin Comba" userId="2b567b3b-fb93-46f1-8cbc-0c356b39981a" providerId="ADAL" clId="{30AAD9E0-DE73-4EC5-A8CB-A73520ED6294}" dt="2024-04-02T18:08:07.818" v="139" actId="26606"/>
        <pc:sldMkLst>
          <pc:docMk/>
          <pc:sldMk cId="1921918066" sldId="300"/>
        </pc:sldMkLst>
        <pc:spChg chg="del">
          <ac:chgData name="Kevin Comba" userId="2b567b3b-fb93-46f1-8cbc-0c356b39981a" providerId="ADAL" clId="{30AAD9E0-DE73-4EC5-A8CB-A73520ED6294}" dt="2024-04-02T12:40:29.001" v="12" actId="478"/>
          <ac:spMkLst>
            <pc:docMk/>
            <pc:sldMk cId="1921918066" sldId="300"/>
            <ac:spMk id="4" creationId="{8903DB59-0098-DE67-1C60-B3913D9D79EA}"/>
          </ac:spMkLst>
        </pc:spChg>
        <pc:spChg chg="del">
          <ac:chgData name="Kevin Comba" userId="2b567b3b-fb93-46f1-8cbc-0c356b39981a" providerId="ADAL" clId="{30AAD9E0-DE73-4EC5-A8CB-A73520ED6294}" dt="2024-04-02T12:40:31.123" v="13" actId="478"/>
          <ac:spMkLst>
            <pc:docMk/>
            <pc:sldMk cId="1921918066" sldId="300"/>
            <ac:spMk id="5" creationId="{19BB6290-0A45-6485-4ED6-C5C81834249A}"/>
          </ac:spMkLst>
        </pc:spChg>
        <pc:spChg chg="mod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6" creationId="{5EDC9707-074C-9486-DDDF-2D12C2151DBE}"/>
          </ac:spMkLst>
        </pc:spChg>
        <pc:spChg chg="mod ord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7" creationId="{21DA47B6-4379-EB71-8C88-5B0F883A893C}"/>
          </ac:spMkLst>
        </pc:spChg>
        <pc:spChg chg="add del mod">
          <ac:chgData name="Kevin Comba" userId="2b567b3b-fb93-46f1-8cbc-0c356b39981a" providerId="ADAL" clId="{30AAD9E0-DE73-4EC5-A8CB-A73520ED6294}" dt="2024-04-02T18:05:11.320" v="110" actId="478"/>
          <ac:spMkLst>
            <pc:docMk/>
            <pc:sldMk cId="1921918066" sldId="300"/>
            <ac:spMk id="8" creationId="{1571FE30-6618-8A39-FF9A-D958361BCE1C}"/>
          </ac:spMkLst>
        </pc:spChg>
        <pc:spChg chg="add del">
          <ac:chgData name="Kevin Comba" userId="2b567b3b-fb93-46f1-8cbc-0c356b39981a" providerId="ADAL" clId="{30AAD9E0-DE73-4EC5-A8CB-A73520ED6294}" dt="2024-04-02T18:07:16.966" v="129" actId="26606"/>
          <ac:spMkLst>
            <pc:docMk/>
            <pc:sldMk cId="1921918066" sldId="300"/>
            <ac:spMk id="20" creationId="{DBC6133C-0615-4CE4-9132-37E609A9BDFA}"/>
          </ac:spMkLst>
        </pc:spChg>
        <pc:spChg chg="add del">
          <ac:chgData name="Kevin Comba" userId="2b567b3b-fb93-46f1-8cbc-0c356b39981a" providerId="ADAL" clId="{30AAD9E0-DE73-4EC5-A8CB-A73520ED6294}" dt="2024-04-02T18:07:16.966" v="129" actId="26606"/>
          <ac:spMkLst>
            <pc:docMk/>
            <pc:sldMk cId="1921918066" sldId="300"/>
            <ac:spMk id="22" creationId="{169CC832-2974-4E8D-90ED-3E2941BA7336}"/>
          </ac:spMkLst>
        </pc:spChg>
        <pc:spChg chg="add del">
          <ac:chgData name="Kevin Comba" userId="2b567b3b-fb93-46f1-8cbc-0c356b39981a" providerId="ADAL" clId="{30AAD9E0-DE73-4EC5-A8CB-A73520ED6294}" dt="2024-04-02T18:07:16.966" v="129" actId="26606"/>
          <ac:spMkLst>
            <pc:docMk/>
            <pc:sldMk cId="1921918066" sldId="300"/>
            <ac:spMk id="24" creationId="{55222F96-971A-4F90-B841-6BAB416C7AC1}"/>
          </ac:spMkLst>
        </pc:spChg>
        <pc:spChg chg="add del">
          <ac:chgData name="Kevin Comba" userId="2b567b3b-fb93-46f1-8cbc-0c356b39981a" providerId="ADAL" clId="{30AAD9E0-DE73-4EC5-A8CB-A73520ED6294}" dt="2024-04-02T18:07:16.966" v="129" actId="26606"/>
          <ac:spMkLst>
            <pc:docMk/>
            <pc:sldMk cId="1921918066" sldId="300"/>
            <ac:spMk id="26" creationId="{08980754-6F4B-43C9-B9BE-127B6BED6586}"/>
          </ac:spMkLst>
        </pc:spChg>
        <pc:spChg chg="add del">
          <ac:chgData name="Kevin Comba" userId="2b567b3b-fb93-46f1-8cbc-0c356b39981a" providerId="ADAL" clId="{30AAD9E0-DE73-4EC5-A8CB-A73520ED6294}" dt="2024-04-02T18:07:16.966" v="129" actId="26606"/>
          <ac:spMkLst>
            <pc:docMk/>
            <pc:sldMk cId="1921918066" sldId="300"/>
            <ac:spMk id="28" creationId="{2C1BBA94-3F40-40AA-8BB9-E69E25E537C1}"/>
          </ac:spMkLst>
        </pc:spChg>
        <pc:spChg chg="add del">
          <ac:chgData name="Kevin Comba" userId="2b567b3b-fb93-46f1-8cbc-0c356b39981a" providerId="ADAL" clId="{30AAD9E0-DE73-4EC5-A8CB-A73520ED6294}" dt="2024-04-02T18:07:54.248" v="136" actId="26606"/>
          <ac:spMkLst>
            <pc:docMk/>
            <pc:sldMk cId="1921918066" sldId="300"/>
            <ac:spMk id="30" creationId="{F13C74B1-5B17-4795-BED0-7140497B445A}"/>
          </ac:spMkLst>
        </pc:spChg>
        <pc:spChg chg="add del">
          <ac:chgData name="Kevin Comba" userId="2b567b3b-fb93-46f1-8cbc-0c356b39981a" providerId="ADAL" clId="{30AAD9E0-DE73-4EC5-A8CB-A73520ED6294}" dt="2024-04-02T18:07:54.248" v="136" actId="26606"/>
          <ac:spMkLst>
            <pc:docMk/>
            <pc:sldMk cId="1921918066" sldId="300"/>
            <ac:spMk id="31" creationId="{D4974D33-8DC5-464E-8C6D-BE58F0669C17}"/>
          </ac:spMkLst>
        </pc:spChg>
        <pc:spChg chg="add del">
          <ac:chgData name="Kevin Comba" userId="2b567b3b-fb93-46f1-8cbc-0c356b39981a" providerId="ADAL" clId="{30AAD9E0-DE73-4EC5-A8CB-A73520ED6294}" dt="2024-04-02T18:07:40.850" v="133" actId="26606"/>
          <ac:spMkLst>
            <pc:docMk/>
            <pc:sldMk cId="1921918066" sldId="300"/>
            <ac:spMk id="36" creationId="{6EFC920F-B85A-4068-BD93-41064EDE93D3}"/>
          </ac:spMkLst>
        </pc:spChg>
        <pc:spChg chg="add del">
          <ac:chgData name="Kevin Comba" userId="2b567b3b-fb93-46f1-8cbc-0c356b39981a" providerId="ADAL" clId="{30AAD9E0-DE73-4EC5-A8CB-A73520ED6294}" dt="2024-04-02T18:07:40.850" v="133" actId="26606"/>
          <ac:spMkLst>
            <pc:docMk/>
            <pc:sldMk cId="1921918066" sldId="300"/>
            <ac:spMk id="42" creationId="{CBC4F608-B4B8-48C3-9572-C0F061B1CD99}"/>
          </ac:spMkLst>
        </pc:spChg>
        <pc:spChg chg="add del">
          <ac:chgData name="Kevin Comba" userId="2b567b3b-fb93-46f1-8cbc-0c356b39981a" providerId="ADAL" clId="{30AAD9E0-DE73-4EC5-A8CB-A73520ED6294}" dt="2024-04-02T18:07:40.850" v="133" actId="26606"/>
          <ac:spMkLst>
            <pc:docMk/>
            <pc:sldMk cId="1921918066" sldId="300"/>
            <ac:spMk id="44" creationId="{1382A32C-5B0C-4B1C-A074-76C6DBCC9F87}"/>
          </ac:spMkLst>
        </pc:spChg>
        <pc:spChg chg="add del">
          <ac:chgData name="Kevin Comba" userId="2b567b3b-fb93-46f1-8cbc-0c356b39981a" providerId="ADAL" clId="{30AAD9E0-DE73-4EC5-A8CB-A73520ED6294}" dt="2024-04-02T18:07:54.232" v="135" actId="26606"/>
          <ac:spMkLst>
            <pc:docMk/>
            <pc:sldMk cId="1921918066" sldId="300"/>
            <ac:spMk id="46" creationId="{04812C46-200A-4DEB-A05E-3ED6C68C2387}"/>
          </ac:spMkLst>
        </pc:spChg>
        <pc:spChg chg="add del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48" creationId="{6EFC920F-B85A-4068-BD93-41064EDE93D3}"/>
          </ac:spMkLst>
        </pc:spChg>
        <pc:spChg chg="add del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50" creationId="{CBC4F608-B4B8-48C3-9572-C0F061B1CD99}"/>
          </ac:spMkLst>
        </pc:spChg>
        <pc:spChg chg="add del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51" creationId="{1382A32C-5B0C-4B1C-A074-76C6DBCC9F87}"/>
          </ac:spMkLst>
        </pc:spChg>
        <pc:spChg chg="add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56" creationId="{201CC55D-ED54-4C5C-95E6-10947BD1103B}"/>
          </ac:spMkLst>
        </pc:spChg>
        <pc:spChg chg="add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62" creationId="{3873B707-463F-40B0-8227-E8CC6C67EB25}"/>
          </ac:spMkLst>
        </pc:spChg>
        <pc:spChg chg="add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64" creationId="{C13237C8-E62C-4F0D-A318-BD6FB6C2D138}"/>
          </ac:spMkLst>
        </pc:spChg>
        <pc:spChg chg="add">
          <ac:chgData name="Kevin Comba" userId="2b567b3b-fb93-46f1-8cbc-0c356b39981a" providerId="ADAL" clId="{30AAD9E0-DE73-4EC5-A8CB-A73520ED6294}" dt="2024-04-02T18:08:07.818" v="139" actId="26606"/>
          <ac:spMkLst>
            <pc:docMk/>
            <pc:sldMk cId="1921918066" sldId="300"/>
            <ac:spMk id="66" creationId="{19C9EAEA-39D0-4B0E-A0EB-51E7B26740B1}"/>
          </ac:spMkLst>
        </pc:spChg>
        <pc:grpChg chg="add del">
          <ac:chgData name="Kevin Comba" userId="2b567b3b-fb93-46f1-8cbc-0c356b39981a" providerId="ADAL" clId="{30AAD9E0-DE73-4EC5-A8CB-A73520ED6294}" dt="2024-04-02T18:07:40.850" v="133" actId="26606"/>
          <ac:grpSpMkLst>
            <pc:docMk/>
            <pc:sldMk cId="1921918066" sldId="300"/>
            <ac:grpSpMk id="38" creationId="{1C559108-BBAE-426C-8564-051D2BA6DDC8}"/>
          </ac:grpSpMkLst>
        </pc:grpChg>
        <pc:grpChg chg="add del">
          <ac:chgData name="Kevin Comba" userId="2b567b3b-fb93-46f1-8cbc-0c356b39981a" providerId="ADAL" clId="{30AAD9E0-DE73-4EC5-A8CB-A73520ED6294}" dt="2024-04-02T18:08:07.818" v="139" actId="26606"/>
          <ac:grpSpMkLst>
            <pc:docMk/>
            <pc:sldMk cId="1921918066" sldId="300"/>
            <ac:grpSpMk id="49" creationId="{1C559108-BBAE-426C-8564-051D2BA6DDC8}"/>
          </ac:grpSpMkLst>
        </pc:grpChg>
        <pc:grpChg chg="add">
          <ac:chgData name="Kevin Comba" userId="2b567b3b-fb93-46f1-8cbc-0c356b39981a" providerId="ADAL" clId="{30AAD9E0-DE73-4EC5-A8CB-A73520ED6294}" dt="2024-04-02T18:08:07.818" v="139" actId="26606"/>
          <ac:grpSpMkLst>
            <pc:docMk/>
            <pc:sldMk cId="1921918066" sldId="300"/>
            <ac:grpSpMk id="58" creationId="{1DE889C7-FAD6-4397-98E2-05D503484459}"/>
          </ac:grpSpMkLst>
        </pc:grpChg>
        <pc:picChg chg="add del mod modCrop">
          <ac:chgData name="Kevin Comba" userId="2b567b3b-fb93-46f1-8cbc-0c356b39981a" providerId="ADAL" clId="{30AAD9E0-DE73-4EC5-A8CB-A73520ED6294}" dt="2024-04-02T18:06:15.476" v="116" actId="478"/>
          <ac:picMkLst>
            <pc:docMk/>
            <pc:sldMk cId="1921918066" sldId="300"/>
            <ac:picMk id="3" creationId="{A4E3838C-EE3E-4010-F6EB-C7214B60C277}"/>
          </ac:picMkLst>
        </pc:picChg>
        <pc:picChg chg="del">
          <ac:chgData name="Kevin Comba" userId="2b567b3b-fb93-46f1-8cbc-0c356b39981a" providerId="ADAL" clId="{30AAD9E0-DE73-4EC5-A8CB-A73520ED6294}" dt="2024-04-02T12:40:31.883" v="14" actId="478"/>
          <ac:picMkLst>
            <pc:docMk/>
            <pc:sldMk cId="1921918066" sldId="300"/>
            <ac:picMk id="10" creationId="{F7464A0B-121A-5912-9D75-68CCA6E6DD55}"/>
          </ac:picMkLst>
        </pc:picChg>
        <pc:picChg chg="add del mod">
          <ac:chgData name="Kevin Comba" userId="2b567b3b-fb93-46f1-8cbc-0c356b39981a" providerId="ADAL" clId="{30AAD9E0-DE73-4EC5-A8CB-A73520ED6294}" dt="2024-04-02T18:03:10.401" v="89" actId="478"/>
          <ac:picMkLst>
            <pc:docMk/>
            <pc:sldMk cId="1921918066" sldId="300"/>
            <ac:picMk id="11" creationId="{42636939-08C5-4183-1990-11DBF3B02BE8}"/>
          </ac:picMkLst>
        </pc:picChg>
        <pc:picChg chg="add del mod">
          <ac:chgData name="Kevin Comba" userId="2b567b3b-fb93-46f1-8cbc-0c356b39981a" providerId="ADAL" clId="{30AAD9E0-DE73-4EC5-A8CB-A73520ED6294}" dt="2024-04-02T18:05:04.205" v="108" actId="478"/>
          <ac:picMkLst>
            <pc:docMk/>
            <pc:sldMk cId="1921918066" sldId="300"/>
            <ac:picMk id="13" creationId="{AE8B9893-9728-AAA1-5497-77700765BCD9}"/>
          </ac:picMkLst>
        </pc:picChg>
        <pc:picChg chg="add mod modCrop">
          <ac:chgData name="Kevin Comba" userId="2b567b3b-fb93-46f1-8cbc-0c356b39981a" providerId="ADAL" clId="{30AAD9E0-DE73-4EC5-A8CB-A73520ED6294}" dt="2024-04-02T18:08:07.818" v="139" actId="26606"/>
          <ac:picMkLst>
            <pc:docMk/>
            <pc:sldMk cId="1921918066" sldId="300"/>
            <ac:picMk id="15" creationId="{A902D87E-332D-5945-70E4-9BC5FECE70D0}"/>
          </ac:picMkLst>
        </pc:picChg>
      </pc:sldChg>
      <pc:sldChg chg="add del">
        <pc:chgData name="Kevin Comba" userId="2b567b3b-fb93-46f1-8cbc-0c356b39981a" providerId="ADAL" clId="{30AAD9E0-DE73-4EC5-A8CB-A73520ED6294}" dt="2024-04-02T18:04:05.899" v="97" actId="47"/>
        <pc:sldMkLst>
          <pc:docMk/>
          <pc:sldMk cId="2125278039" sldId="301"/>
        </pc:sldMkLst>
      </pc:sldChg>
      <pc:sldChg chg="addSp delSp modSp add del mod setBg">
        <pc:chgData name="Kevin Comba" userId="2b567b3b-fb93-46f1-8cbc-0c356b39981a" providerId="ADAL" clId="{30AAD9E0-DE73-4EC5-A8CB-A73520ED6294}" dt="2024-04-05T13:28:20.485" v="484" actId="33524"/>
        <pc:sldMkLst>
          <pc:docMk/>
          <pc:sldMk cId="2841475474" sldId="301"/>
        </pc:sldMkLst>
        <pc:spChg chg="add mod ord">
          <ac:chgData name="Kevin Comba" userId="2b567b3b-fb93-46f1-8cbc-0c356b39981a" providerId="ADAL" clId="{30AAD9E0-DE73-4EC5-A8CB-A73520ED6294}" dt="2024-04-02T18:15:58.984" v="211" actId="1076"/>
          <ac:spMkLst>
            <pc:docMk/>
            <pc:sldMk cId="2841475474" sldId="301"/>
            <ac:spMk id="2" creationId="{0A3F5583-D802-C83C-01D2-FED4021D5C70}"/>
          </ac:spMkLst>
        </pc:spChg>
        <pc:spChg chg="del">
          <ac:chgData name="Kevin Comba" userId="2b567b3b-fb93-46f1-8cbc-0c356b39981a" providerId="ADAL" clId="{30AAD9E0-DE73-4EC5-A8CB-A73520ED6294}" dt="2024-04-02T18:04:38.791" v="103" actId="478"/>
          <ac:spMkLst>
            <pc:docMk/>
            <pc:sldMk cId="2841475474" sldId="301"/>
            <ac:spMk id="6" creationId="{5EDC9707-074C-9486-DDDF-2D12C2151DBE}"/>
          </ac:spMkLst>
        </pc:spChg>
        <pc:spChg chg="del">
          <ac:chgData name="Kevin Comba" userId="2b567b3b-fb93-46f1-8cbc-0c356b39981a" providerId="ADAL" clId="{30AAD9E0-DE73-4EC5-A8CB-A73520ED6294}" dt="2024-04-02T18:04:36.706" v="102" actId="478"/>
          <ac:spMkLst>
            <pc:docMk/>
            <pc:sldMk cId="2841475474" sldId="301"/>
            <ac:spMk id="7" creationId="{21DA47B6-4379-EB71-8C88-5B0F883A893C}"/>
          </ac:spMkLst>
        </pc:spChg>
        <pc:spChg chg="mod">
          <ac:chgData name="Kevin Comba" userId="2b567b3b-fb93-46f1-8cbc-0c356b39981a" providerId="ADAL" clId="{30AAD9E0-DE73-4EC5-A8CB-A73520ED6294}" dt="2024-04-05T13:28:20.485" v="484" actId="33524"/>
          <ac:spMkLst>
            <pc:docMk/>
            <pc:sldMk cId="2841475474" sldId="301"/>
            <ac:spMk id="8" creationId="{1571FE30-6618-8A39-FF9A-D958361BCE1C}"/>
          </ac:spMkLst>
        </pc:spChg>
        <pc:spChg chg="add del">
          <ac:chgData name="Kevin Comba" userId="2b567b3b-fb93-46f1-8cbc-0c356b39981a" providerId="ADAL" clId="{30AAD9E0-DE73-4EC5-A8CB-A73520ED6294}" dt="2024-04-02T18:15:44.605" v="206" actId="26606"/>
          <ac:spMkLst>
            <pc:docMk/>
            <pc:sldMk cId="2841475474" sldId="301"/>
            <ac:spMk id="18" creationId="{86FF76B9-219D-4469-AF87-0236D29032F1}"/>
          </ac:spMkLst>
        </pc:spChg>
        <pc:spChg chg="add del">
          <ac:chgData name="Kevin Comba" userId="2b567b3b-fb93-46f1-8cbc-0c356b39981a" providerId="ADAL" clId="{30AAD9E0-DE73-4EC5-A8CB-A73520ED6294}" dt="2024-04-02T18:15:44.605" v="206" actId="26606"/>
          <ac:spMkLst>
            <pc:docMk/>
            <pc:sldMk cId="2841475474" sldId="301"/>
            <ac:spMk id="24" creationId="{2E80C965-DB6D-4F81-9E9E-B027384D0BD6}"/>
          </ac:spMkLst>
        </pc:spChg>
        <pc:spChg chg="add del">
          <ac:chgData name="Kevin Comba" userId="2b567b3b-fb93-46f1-8cbc-0c356b39981a" providerId="ADAL" clId="{30AAD9E0-DE73-4EC5-A8CB-A73520ED6294}" dt="2024-04-02T18:15:44.605" v="206" actId="26606"/>
          <ac:spMkLst>
            <pc:docMk/>
            <pc:sldMk cId="2841475474" sldId="301"/>
            <ac:spMk id="26" creationId="{633C5E46-DAC5-4661-9C87-22B08E2A512F}"/>
          </ac:spMkLst>
        </pc:spChg>
        <pc:spChg chg="add">
          <ac:chgData name="Kevin Comba" userId="2b567b3b-fb93-46f1-8cbc-0c356b39981a" providerId="ADAL" clId="{30AAD9E0-DE73-4EC5-A8CB-A73520ED6294}" dt="2024-04-02T18:15:44.605" v="206" actId="26606"/>
          <ac:spMkLst>
            <pc:docMk/>
            <pc:sldMk cId="2841475474" sldId="301"/>
            <ac:spMk id="31" creationId="{DBC6133C-0615-4CE4-9132-37E609A9BDFA}"/>
          </ac:spMkLst>
        </pc:spChg>
        <pc:spChg chg="add">
          <ac:chgData name="Kevin Comba" userId="2b567b3b-fb93-46f1-8cbc-0c356b39981a" providerId="ADAL" clId="{30AAD9E0-DE73-4EC5-A8CB-A73520ED6294}" dt="2024-04-02T18:15:44.605" v="206" actId="26606"/>
          <ac:spMkLst>
            <pc:docMk/>
            <pc:sldMk cId="2841475474" sldId="301"/>
            <ac:spMk id="33" creationId="{169CC832-2974-4E8D-90ED-3E2941BA7336}"/>
          </ac:spMkLst>
        </pc:spChg>
        <pc:spChg chg="add">
          <ac:chgData name="Kevin Comba" userId="2b567b3b-fb93-46f1-8cbc-0c356b39981a" providerId="ADAL" clId="{30AAD9E0-DE73-4EC5-A8CB-A73520ED6294}" dt="2024-04-02T18:15:44.605" v="206" actId="26606"/>
          <ac:spMkLst>
            <pc:docMk/>
            <pc:sldMk cId="2841475474" sldId="301"/>
            <ac:spMk id="35" creationId="{55222F96-971A-4F90-B841-6BAB416C7AC1}"/>
          </ac:spMkLst>
        </pc:spChg>
        <pc:spChg chg="add">
          <ac:chgData name="Kevin Comba" userId="2b567b3b-fb93-46f1-8cbc-0c356b39981a" providerId="ADAL" clId="{30AAD9E0-DE73-4EC5-A8CB-A73520ED6294}" dt="2024-04-02T18:15:44.605" v="206" actId="26606"/>
          <ac:spMkLst>
            <pc:docMk/>
            <pc:sldMk cId="2841475474" sldId="301"/>
            <ac:spMk id="37" creationId="{08980754-6F4B-43C9-B9BE-127B6BED6586}"/>
          </ac:spMkLst>
        </pc:spChg>
        <pc:spChg chg="add">
          <ac:chgData name="Kevin Comba" userId="2b567b3b-fb93-46f1-8cbc-0c356b39981a" providerId="ADAL" clId="{30AAD9E0-DE73-4EC5-A8CB-A73520ED6294}" dt="2024-04-02T18:15:44.605" v="206" actId="26606"/>
          <ac:spMkLst>
            <pc:docMk/>
            <pc:sldMk cId="2841475474" sldId="301"/>
            <ac:spMk id="39" creationId="{2C1BBA94-3F40-40AA-8BB9-E69E25E537C1}"/>
          </ac:spMkLst>
        </pc:spChg>
        <pc:grpChg chg="add del">
          <ac:chgData name="Kevin Comba" userId="2b567b3b-fb93-46f1-8cbc-0c356b39981a" providerId="ADAL" clId="{30AAD9E0-DE73-4EC5-A8CB-A73520ED6294}" dt="2024-04-02T18:15:44.605" v="206" actId="26606"/>
          <ac:grpSpMkLst>
            <pc:docMk/>
            <pc:sldMk cId="2841475474" sldId="301"/>
            <ac:grpSpMk id="20" creationId="{DB88BD78-87E1-424D-B479-C37D8E41B12E}"/>
          </ac:grpSpMkLst>
        </pc:grpChg>
        <pc:picChg chg="del">
          <ac:chgData name="Kevin Comba" userId="2b567b3b-fb93-46f1-8cbc-0c356b39981a" providerId="ADAL" clId="{30AAD9E0-DE73-4EC5-A8CB-A73520ED6294}" dt="2024-04-02T18:04:25.848" v="99" actId="478"/>
          <ac:picMkLst>
            <pc:docMk/>
            <pc:sldMk cId="2841475474" sldId="301"/>
            <ac:picMk id="3" creationId="{A4E3838C-EE3E-4010-F6EB-C7214B60C277}"/>
          </ac:picMkLst>
        </pc:picChg>
        <pc:picChg chg="mod">
          <ac:chgData name="Kevin Comba" userId="2b567b3b-fb93-46f1-8cbc-0c356b39981a" providerId="ADAL" clId="{30AAD9E0-DE73-4EC5-A8CB-A73520ED6294}" dt="2024-04-02T18:15:50.047" v="208" actId="27614"/>
          <ac:picMkLst>
            <pc:docMk/>
            <pc:sldMk cId="2841475474" sldId="301"/>
            <ac:picMk id="13" creationId="{AE8B9893-9728-AAA1-5497-77700765BCD9}"/>
          </ac:picMkLst>
        </pc:picChg>
      </pc:sldChg>
      <pc:sldChg chg="addSp delSp modSp add mod ord">
        <pc:chgData name="Kevin Comba" userId="2b567b3b-fb93-46f1-8cbc-0c356b39981a" providerId="ADAL" clId="{30AAD9E0-DE73-4EC5-A8CB-A73520ED6294}" dt="2024-04-02T18:18:36.741" v="238"/>
        <pc:sldMkLst>
          <pc:docMk/>
          <pc:sldMk cId="1954793496" sldId="302"/>
        </pc:sldMkLst>
        <pc:spChg chg="add mod ord">
          <ac:chgData name="Kevin Comba" userId="2b567b3b-fb93-46f1-8cbc-0c356b39981a" providerId="ADAL" clId="{30AAD9E0-DE73-4EC5-A8CB-A73520ED6294}" dt="2024-04-02T18:12:35.385" v="181" actId="26606"/>
          <ac:spMkLst>
            <pc:docMk/>
            <pc:sldMk cId="1954793496" sldId="302"/>
            <ac:spMk id="2" creationId="{BE59179D-79B7-C89A-69D2-DC59F4928056}"/>
          </ac:spMkLst>
        </pc:spChg>
        <pc:spChg chg="add mod">
          <ac:chgData name="Kevin Comba" userId="2b567b3b-fb93-46f1-8cbc-0c356b39981a" providerId="ADAL" clId="{30AAD9E0-DE73-4EC5-A8CB-A73520ED6294}" dt="2024-04-02T18:13:35.760" v="192" actId="26606"/>
          <ac:spMkLst>
            <pc:docMk/>
            <pc:sldMk cId="1954793496" sldId="302"/>
            <ac:spMk id="4" creationId="{3457EFE9-5758-38A6-2A32-2909851B8185}"/>
          </ac:spMkLst>
        </pc:spChg>
        <pc:spChg chg="del mod">
          <ac:chgData name="Kevin Comba" userId="2b567b3b-fb93-46f1-8cbc-0c356b39981a" providerId="ADAL" clId="{30AAD9E0-DE73-4EC5-A8CB-A73520ED6294}" dt="2024-04-02T18:12:48.231" v="185" actId="478"/>
          <ac:spMkLst>
            <pc:docMk/>
            <pc:sldMk cId="1954793496" sldId="302"/>
            <ac:spMk id="8" creationId="{1571FE30-6618-8A39-FF9A-D958361BCE1C}"/>
          </ac:spMkLst>
        </pc:spChg>
        <pc:spChg chg="del">
          <ac:chgData name="Kevin Comba" userId="2b567b3b-fb93-46f1-8cbc-0c356b39981a" providerId="ADAL" clId="{30AAD9E0-DE73-4EC5-A8CB-A73520ED6294}" dt="2024-04-02T18:12:35.385" v="181" actId="26606"/>
          <ac:spMkLst>
            <pc:docMk/>
            <pc:sldMk cId="1954793496" sldId="302"/>
            <ac:spMk id="18" creationId="{86FF76B9-219D-4469-AF87-0236D29032F1}"/>
          </ac:spMkLst>
        </pc:spChg>
        <pc:spChg chg="del">
          <ac:chgData name="Kevin Comba" userId="2b567b3b-fb93-46f1-8cbc-0c356b39981a" providerId="ADAL" clId="{30AAD9E0-DE73-4EC5-A8CB-A73520ED6294}" dt="2024-04-02T18:12:35.385" v="181" actId="26606"/>
          <ac:spMkLst>
            <pc:docMk/>
            <pc:sldMk cId="1954793496" sldId="302"/>
            <ac:spMk id="24" creationId="{2E80C965-DB6D-4F81-9E9E-B027384D0BD6}"/>
          </ac:spMkLst>
        </pc:spChg>
        <pc:spChg chg="del">
          <ac:chgData name="Kevin Comba" userId="2b567b3b-fb93-46f1-8cbc-0c356b39981a" providerId="ADAL" clId="{30AAD9E0-DE73-4EC5-A8CB-A73520ED6294}" dt="2024-04-02T18:12:35.385" v="181" actId="26606"/>
          <ac:spMkLst>
            <pc:docMk/>
            <pc:sldMk cId="1954793496" sldId="302"/>
            <ac:spMk id="26" creationId="{633C5E46-DAC5-4661-9C87-22B08E2A512F}"/>
          </ac:spMkLst>
        </pc:spChg>
        <pc:spChg chg="add del">
          <ac:chgData name="Kevin Comba" userId="2b567b3b-fb93-46f1-8cbc-0c356b39981a" providerId="ADAL" clId="{30AAD9E0-DE73-4EC5-A8CB-A73520ED6294}" dt="2024-04-02T18:13:35.760" v="192" actId="26606"/>
          <ac:spMkLst>
            <pc:docMk/>
            <pc:sldMk cId="1954793496" sldId="302"/>
            <ac:spMk id="31" creationId="{6EFC920F-B85A-4068-BD93-41064EDE93D3}"/>
          </ac:spMkLst>
        </pc:spChg>
        <pc:spChg chg="add del">
          <ac:chgData name="Kevin Comba" userId="2b567b3b-fb93-46f1-8cbc-0c356b39981a" providerId="ADAL" clId="{30AAD9E0-DE73-4EC5-A8CB-A73520ED6294}" dt="2024-04-02T18:13:35.760" v="192" actId="26606"/>
          <ac:spMkLst>
            <pc:docMk/>
            <pc:sldMk cId="1954793496" sldId="302"/>
            <ac:spMk id="37" creationId="{CBC4F608-B4B8-48C3-9572-C0F061B1CD99}"/>
          </ac:spMkLst>
        </pc:spChg>
        <pc:spChg chg="add del">
          <ac:chgData name="Kevin Comba" userId="2b567b3b-fb93-46f1-8cbc-0c356b39981a" providerId="ADAL" clId="{30AAD9E0-DE73-4EC5-A8CB-A73520ED6294}" dt="2024-04-02T18:13:35.760" v="192" actId="26606"/>
          <ac:spMkLst>
            <pc:docMk/>
            <pc:sldMk cId="1954793496" sldId="302"/>
            <ac:spMk id="39" creationId="{1382A32C-5B0C-4B1C-A074-76C6DBCC9F87}"/>
          </ac:spMkLst>
        </pc:spChg>
        <pc:spChg chg="add del">
          <ac:chgData name="Kevin Comba" userId="2b567b3b-fb93-46f1-8cbc-0c356b39981a" providerId="ADAL" clId="{30AAD9E0-DE73-4EC5-A8CB-A73520ED6294}" dt="2024-04-02T18:13:35.760" v="192" actId="26606"/>
          <ac:spMkLst>
            <pc:docMk/>
            <pc:sldMk cId="1954793496" sldId="302"/>
            <ac:spMk id="44" creationId="{6EFC920F-B85A-4068-BD93-41064EDE93D3}"/>
          </ac:spMkLst>
        </pc:spChg>
        <pc:spChg chg="add del">
          <ac:chgData name="Kevin Comba" userId="2b567b3b-fb93-46f1-8cbc-0c356b39981a" providerId="ADAL" clId="{30AAD9E0-DE73-4EC5-A8CB-A73520ED6294}" dt="2024-04-02T18:13:35.760" v="192" actId="26606"/>
          <ac:spMkLst>
            <pc:docMk/>
            <pc:sldMk cId="1954793496" sldId="302"/>
            <ac:spMk id="50" creationId="{CBC4F608-B4B8-48C3-9572-C0F061B1CD99}"/>
          </ac:spMkLst>
        </pc:spChg>
        <pc:spChg chg="add del">
          <ac:chgData name="Kevin Comba" userId="2b567b3b-fb93-46f1-8cbc-0c356b39981a" providerId="ADAL" clId="{30AAD9E0-DE73-4EC5-A8CB-A73520ED6294}" dt="2024-04-02T18:13:35.760" v="192" actId="26606"/>
          <ac:spMkLst>
            <pc:docMk/>
            <pc:sldMk cId="1954793496" sldId="302"/>
            <ac:spMk id="52" creationId="{1382A32C-5B0C-4B1C-A074-76C6DBCC9F87}"/>
          </ac:spMkLst>
        </pc:spChg>
        <pc:grpChg chg="del">
          <ac:chgData name="Kevin Comba" userId="2b567b3b-fb93-46f1-8cbc-0c356b39981a" providerId="ADAL" clId="{30AAD9E0-DE73-4EC5-A8CB-A73520ED6294}" dt="2024-04-02T18:12:35.385" v="181" actId="26606"/>
          <ac:grpSpMkLst>
            <pc:docMk/>
            <pc:sldMk cId="1954793496" sldId="302"/>
            <ac:grpSpMk id="20" creationId="{DB88BD78-87E1-424D-B479-C37D8E41B12E}"/>
          </ac:grpSpMkLst>
        </pc:grpChg>
        <pc:grpChg chg="add del">
          <ac:chgData name="Kevin Comba" userId="2b567b3b-fb93-46f1-8cbc-0c356b39981a" providerId="ADAL" clId="{30AAD9E0-DE73-4EC5-A8CB-A73520ED6294}" dt="2024-04-02T18:13:35.760" v="192" actId="26606"/>
          <ac:grpSpMkLst>
            <pc:docMk/>
            <pc:sldMk cId="1954793496" sldId="302"/>
            <ac:grpSpMk id="33" creationId="{1C559108-BBAE-426C-8564-051D2BA6DDC8}"/>
          </ac:grpSpMkLst>
        </pc:grpChg>
        <pc:grpChg chg="add del">
          <ac:chgData name="Kevin Comba" userId="2b567b3b-fb93-46f1-8cbc-0c356b39981a" providerId="ADAL" clId="{30AAD9E0-DE73-4EC5-A8CB-A73520ED6294}" dt="2024-04-02T18:13:35.760" v="192" actId="26606"/>
          <ac:grpSpMkLst>
            <pc:docMk/>
            <pc:sldMk cId="1954793496" sldId="302"/>
            <ac:grpSpMk id="46" creationId="{1C559108-BBAE-426C-8564-051D2BA6DDC8}"/>
          </ac:grpSpMkLst>
        </pc:grpChg>
        <pc:picChg chg="add mod modCrop">
          <ac:chgData name="Kevin Comba" userId="2b567b3b-fb93-46f1-8cbc-0c356b39981a" providerId="ADAL" clId="{30AAD9E0-DE73-4EC5-A8CB-A73520ED6294}" dt="2024-04-02T18:14:27.925" v="203" actId="1076"/>
          <ac:picMkLst>
            <pc:docMk/>
            <pc:sldMk cId="1954793496" sldId="302"/>
            <ac:picMk id="6" creationId="{765C0E83-D73E-62A8-B232-6A4E8ACB3380}"/>
          </ac:picMkLst>
        </pc:picChg>
        <pc:picChg chg="del mod">
          <ac:chgData name="Kevin Comba" userId="2b567b3b-fb93-46f1-8cbc-0c356b39981a" providerId="ADAL" clId="{30AAD9E0-DE73-4EC5-A8CB-A73520ED6294}" dt="2024-04-02T18:13:06.505" v="189" actId="478"/>
          <ac:picMkLst>
            <pc:docMk/>
            <pc:sldMk cId="1954793496" sldId="302"/>
            <ac:picMk id="13" creationId="{AE8B9893-9728-AAA1-5497-77700765BCD9}"/>
          </ac:picMkLst>
        </pc:picChg>
      </pc:sldChg>
      <pc:sldChg chg="modSp add mod">
        <pc:chgData name="Kevin Comba" userId="2b567b3b-fb93-46f1-8cbc-0c356b39981a" providerId="ADAL" clId="{30AAD9E0-DE73-4EC5-A8CB-A73520ED6294}" dt="2024-04-02T18:18:10.322" v="233" actId="1076"/>
        <pc:sldMkLst>
          <pc:docMk/>
          <pc:sldMk cId="1363798636" sldId="303"/>
        </pc:sldMkLst>
        <pc:spChg chg="mod">
          <ac:chgData name="Kevin Comba" userId="2b567b3b-fb93-46f1-8cbc-0c356b39981a" providerId="ADAL" clId="{30AAD9E0-DE73-4EC5-A8CB-A73520ED6294}" dt="2024-04-02T18:18:10.322" v="233" actId="1076"/>
          <ac:spMkLst>
            <pc:docMk/>
            <pc:sldMk cId="1363798636" sldId="303"/>
            <ac:spMk id="2" creationId="{D56B0075-49E8-9D04-BAD2-3C4D4C94C945}"/>
          </ac:spMkLst>
        </pc:spChg>
      </pc:sldChg>
      <pc:sldChg chg="delSp modSp add mod">
        <pc:chgData name="Kevin Comba" userId="2b567b3b-fb93-46f1-8cbc-0c356b39981a" providerId="ADAL" clId="{30AAD9E0-DE73-4EC5-A8CB-A73520ED6294}" dt="2024-04-02T18:24:45.923" v="276" actId="207"/>
        <pc:sldMkLst>
          <pc:docMk/>
          <pc:sldMk cId="3057850338" sldId="304"/>
        </pc:sldMkLst>
        <pc:spChg chg="del">
          <ac:chgData name="Kevin Comba" userId="2b567b3b-fb93-46f1-8cbc-0c356b39981a" providerId="ADAL" clId="{30AAD9E0-DE73-4EC5-A8CB-A73520ED6294}" dt="2024-04-02T18:23:14.802" v="261" actId="478"/>
          <ac:spMkLst>
            <pc:docMk/>
            <pc:sldMk cId="3057850338" sldId="304"/>
            <ac:spMk id="5" creationId="{19BB6290-0A45-6485-4ED6-C5C81834249A}"/>
          </ac:spMkLst>
        </pc:spChg>
        <pc:spChg chg="mod">
          <ac:chgData name="Kevin Comba" userId="2b567b3b-fb93-46f1-8cbc-0c356b39981a" providerId="ADAL" clId="{30AAD9E0-DE73-4EC5-A8CB-A73520ED6294}" dt="2024-04-02T18:24:45.923" v="276" actId="207"/>
          <ac:spMkLst>
            <pc:docMk/>
            <pc:sldMk cId="3057850338" sldId="304"/>
            <ac:spMk id="9" creationId="{CCFB77D4-C62B-325D-90AF-E16E31F049E7}"/>
          </ac:spMkLst>
        </pc:spChg>
        <pc:spChg chg="mod">
          <ac:chgData name="Kevin Comba" userId="2b567b3b-fb93-46f1-8cbc-0c356b39981a" providerId="ADAL" clId="{30AAD9E0-DE73-4EC5-A8CB-A73520ED6294}" dt="2024-04-02T18:23:00.914" v="258" actId="27636"/>
          <ac:spMkLst>
            <pc:docMk/>
            <pc:sldMk cId="3057850338" sldId="304"/>
            <ac:spMk id="10" creationId="{24E10090-012C-6F7D-E81E-F6CE5DD50566}"/>
          </ac:spMkLst>
        </pc:spChg>
        <pc:spChg chg="del">
          <ac:chgData name="Kevin Comba" userId="2b567b3b-fb93-46f1-8cbc-0c356b39981a" providerId="ADAL" clId="{30AAD9E0-DE73-4EC5-A8CB-A73520ED6294}" dt="2024-04-02T18:23:16.584" v="262" actId="478"/>
          <ac:spMkLst>
            <pc:docMk/>
            <pc:sldMk cId="3057850338" sldId="304"/>
            <ac:spMk id="11" creationId="{E1BE6E13-C47F-B62E-F86E-7EE7853B856B}"/>
          </ac:spMkLst>
        </pc:spChg>
        <pc:picChg chg="del">
          <ac:chgData name="Kevin Comba" userId="2b567b3b-fb93-46f1-8cbc-0c356b39981a" providerId="ADAL" clId="{30AAD9E0-DE73-4EC5-A8CB-A73520ED6294}" dt="2024-04-02T18:23:03.845" v="259" actId="478"/>
          <ac:picMkLst>
            <pc:docMk/>
            <pc:sldMk cId="3057850338" sldId="304"/>
            <ac:picMk id="2" creationId="{7E115DA8-6EC5-78B3-6562-47F5E2058798}"/>
          </ac:picMkLst>
        </pc:picChg>
        <pc:picChg chg="del">
          <ac:chgData name="Kevin Comba" userId="2b567b3b-fb93-46f1-8cbc-0c356b39981a" providerId="ADAL" clId="{30AAD9E0-DE73-4EC5-A8CB-A73520ED6294}" dt="2024-04-02T18:22:58.384" v="256" actId="478"/>
          <ac:picMkLst>
            <pc:docMk/>
            <pc:sldMk cId="3057850338" sldId="304"/>
            <ac:picMk id="3" creationId="{E9EBEA89-FC64-F917-29D0-3D7647A128D4}"/>
          </ac:picMkLst>
        </pc:picChg>
        <pc:picChg chg="del">
          <ac:chgData name="Kevin Comba" userId="2b567b3b-fb93-46f1-8cbc-0c356b39981a" providerId="ADAL" clId="{30AAD9E0-DE73-4EC5-A8CB-A73520ED6294}" dt="2024-04-02T18:23:05.512" v="260" actId="478"/>
          <ac:picMkLst>
            <pc:docMk/>
            <pc:sldMk cId="3057850338" sldId="304"/>
            <ac:picMk id="13" creationId="{092B7098-E636-39F7-4E03-D0D721195869}"/>
          </ac:picMkLst>
        </pc:picChg>
      </pc:sldChg>
      <pc:sldChg chg="modSp add mod ord">
        <pc:chgData name="Kevin Comba" userId="2b567b3b-fb93-46f1-8cbc-0c356b39981a" providerId="ADAL" clId="{30AAD9E0-DE73-4EC5-A8CB-A73520ED6294}" dt="2024-04-02T18:36:58.951" v="286" actId="20577"/>
        <pc:sldMkLst>
          <pc:docMk/>
          <pc:sldMk cId="1559701452" sldId="305"/>
        </pc:sldMkLst>
        <pc:spChg chg="mod">
          <ac:chgData name="Kevin Comba" userId="2b567b3b-fb93-46f1-8cbc-0c356b39981a" providerId="ADAL" clId="{30AAD9E0-DE73-4EC5-A8CB-A73520ED6294}" dt="2024-04-02T18:36:58.951" v="286" actId="20577"/>
          <ac:spMkLst>
            <pc:docMk/>
            <pc:sldMk cId="1559701452" sldId="305"/>
            <ac:spMk id="2" creationId="{D56B0075-49E8-9D04-BAD2-3C4D4C94C945}"/>
          </ac:spMkLst>
        </pc:spChg>
      </pc:sldChg>
      <pc:sldChg chg="addSp delSp modSp add mod ord">
        <pc:chgData name="Kevin Comba" userId="2b567b3b-fb93-46f1-8cbc-0c356b39981a" providerId="ADAL" clId="{30AAD9E0-DE73-4EC5-A8CB-A73520ED6294}" dt="2024-04-02T18:42:29.065" v="338" actId="1076"/>
        <pc:sldMkLst>
          <pc:docMk/>
          <pc:sldMk cId="2187441496" sldId="306"/>
        </pc:sldMkLst>
        <pc:spChg chg="mod">
          <ac:chgData name="Kevin Comba" userId="2b567b3b-fb93-46f1-8cbc-0c356b39981a" providerId="ADAL" clId="{30AAD9E0-DE73-4EC5-A8CB-A73520ED6294}" dt="2024-04-02T18:42:29.065" v="338" actId="1076"/>
          <ac:spMkLst>
            <pc:docMk/>
            <pc:sldMk cId="2187441496" sldId="306"/>
            <ac:spMk id="5" creationId="{19BB6290-0A45-6485-4ED6-C5C81834249A}"/>
          </ac:spMkLst>
        </pc:spChg>
        <pc:spChg chg="mod">
          <ac:chgData name="Kevin Comba" userId="2b567b3b-fb93-46f1-8cbc-0c356b39981a" providerId="ADAL" clId="{30AAD9E0-DE73-4EC5-A8CB-A73520ED6294}" dt="2024-04-02T18:38:31.843" v="304" actId="1076"/>
          <ac:spMkLst>
            <pc:docMk/>
            <pc:sldMk cId="2187441496" sldId="306"/>
            <ac:spMk id="9" creationId="{CCFB77D4-C62B-325D-90AF-E16E31F049E7}"/>
          </ac:spMkLst>
        </pc:spChg>
        <pc:spChg chg="mod">
          <ac:chgData name="Kevin Comba" userId="2b567b3b-fb93-46f1-8cbc-0c356b39981a" providerId="ADAL" clId="{30AAD9E0-DE73-4EC5-A8CB-A73520ED6294}" dt="2024-04-02T18:42:26.729" v="337" actId="1076"/>
          <ac:spMkLst>
            <pc:docMk/>
            <pc:sldMk cId="2187441496" sldId="306"/>
            <ac:spMk id="10" creationId="{24E10090-012C-6F7D-E81E-F6CE5DD50566}"/>
          </ac:spMkLst>
        </pc:spChg>
        <pc:spChg chg="mod">
          <ac:chgData name="Kevin Comba" userId="2b567b3b-fb93-46f1-8cbc-0c356b39981a" providerId="ADAL" clId="{30AAD9E0-DE73-4EC5-A8CB-A73520ED6294}" dt="2024-04-02T18:40:30.372" v="320" actId="113"/>
          <ac:spMkLst>
            <pc:docMk/>
            <pc:sldMk cId="2187441496" sldId="306"/>
            <ac:spMk id="11" creationId="{E1BE6E13-C47F-B62E-F86E-7EE7853B856B}"/>
          </ac:spMkLst>
        </pc:spChg>
        <pc:spChg chg="add mod">
          <ac:chgData name="Kevin Comba" userId="2b567b3b-fb93-46f1-8cbc-0c356b39981a" providerId="ADAL" clId="{30AAD9E0-DE73-4EC5-A8CB-A73520ED6294}" dt="2024-04-02T18:39:32.465" v="312"/>
          <ac:spMkLst>
            <pc:docMk/>
            <pc:sldMk cId="2187441496" sldId="306"/>
            <ac:spMk id="12" creationId="{930FE197-1FD4-FA53-F766-5918D5FE421D}"/>
          </ac:spMkLst>
        </pc:spChg>
        <pc:spChg chg="add mod">
          <ac:chgData name="Kevin Comba" userId="2b567b3b-fb93-46f1-8cbc-0c356b39981a" providerId="ADAL" clId="{30AAD9E0-DE73-4EC5-A8CB-A73520ED6294}" dt="2024-04-02T18:40:26.427" v="319" actId="113"/>
          <ac:spMkLst>
            <pc:docMk/>
            <pc:sldMk cId="2187441496" sldId="306"/>
            <ac:spMk id="15" creationId="{2171D348-7552-21F2-DDD8-EDF64C6BBA38}"/>
          </ac:spMkLst>
        </pc:spChg>
        <pc:spChg chg="add mod">
          <ac:chgData name="Kevin Comba" userId="2b567b3b-fb93-46f1-8cbc-0c356b39981a" providerId="ADAL" clId="{30AAD9E0-DE73-4EC5-A8CB-A73520ED6294}" dt="2024-04-02T18:42:13.333" v="334" actId="14100"/>
          <ac:spMkLst>
            <pc:docMk/>
            <pc:sldMk cId="2187441496" sldId="306"/>
            <ac:spMk id="23" creationId="{1394036E-4AB9-8674-0724-A121C0C9CA8A}"/>
          </ac:spMkLst>
        </pc:spChg>
        <pc:spChg chg="add mod">
          <ac:chgData name="Kevin Comba" userId="2b567b3b-fb93-46f1-8cbc-0c356b39981a" providerId="ADAL" clId="{30AAD9E0-DE73-4EC5-A8CB-A73520ED6294}" dt="2024-04-02T18:40:21.979" v="318" actId="113"/>
          <ac:spMkLst>
            <pc:docMk/>
            <pc:sldMk cId="2187441496" sldId="306"/>
            <ac:spMk id="24" creationId="{29E0D7A9-D758-519E-DF0E-C4D136593E76}"/>
          </ac:spMkLst>
        </pc:spChg>
        <pc:picChg chg="del">
          <ac:chgData name="Kevin Comba" userId="2b567b3b-fb93-46f1-8cbc-0c356b39981a" providerId="ADAL" clId="{30AAD9E0-DE73-4EC5-A8CB-A73520ED6294}" dt="2024-04-02T18:37:31.261" v="296" actId="478"/>
          <ac:picMkLst>
            <pc:docMk/>
            <pc:sldMk cId="2187441496" sldId="306"/>
            <ac:picMk id="2" creationId="{7E115DA8-6EC5-78B3-6562-47F5E2058798}"/>
          </ac:picMkLst>
        </pc:picChg>
        <pc:picChg chg="del">
          <ac:chgData name="Kevin Comba" userId="2b567b3b-fb93-46f1-8cbc-0c356b39981a" providerId="ADAL" clId="{30AAD9E0-DE73-4EC5-A8CB-A73520ED6294}" dt="2024-04-02T18:37:30.456" v="295" actId="478"/>
          <ac:picMkLst>
            <pc:docMk/>
            <pc:sldMk cId="2187441496" sldId="306"/>
            <ac:picMk id="3" creationId="{E9EBEA89-FC64-F917-29D0-3D7647A128D4}"/>
          </ac:picMkLst>
        </pc:picChg>
        <pc:picChg chg="add mod">
          <ac:chgData name="Kevin Comba" userId="2b567b3b-fb93-46f1-8cbc-0c356b39981a" providerId="ADAL" clId="{30AAD9E0-DE73-4EC5-A8CB-A73520ED6294}" dt="2024-04-02T18:42:00.335" v="331" actId="1076"/>
          <ac:picMkLst>
            <pc:docMk/>
            <pc:sldMk cId="2187441496" sldId="306"/>
            <ac:picMk id="7" creationId="{AC4BAD16-4CB1-13F0-0D29-522AAFBD8C6C}"/>
          </ac:picMkLst>
        </pc:picChg>
        <pc:picChg chg="del">
          <ac:chgData name="Kevin Comba" userId="2b567b3b-fb93-46f1-8cbc-0c356b39981a" providerId="ADAL" clId="{30AAD9E0-DE73-4EC5-A8CB-A73520ED6294}" dt="2024-04-02T18:37:33.257" v="297" actId="478"/>
          <ac:picMkLst>
            <pc:docMk/>
            <pc:sldMk cId="2187441496" sldId="306"/>
            <ac:picMk id="13" creationId="{092B7098-E636-39F7-4E03-D0D721195869}"/>
          </ac:picMkLst>
        </pc:picChg>
        <pc:picChg chg="add mod modCrop">
          <ac:chgData name="Kevin Comba" userId="2b567b3b-fb93-46f1-8cbc-0c356b39981a" providerId="ADAL" clId="{30AAD9E0-DE73-4EC5-A8CB-A73520ED6294}" dt="2024-04-02T18:42:05.575" v="332" actId="1076"/>
          <ac:picMkLst>
            <pc:docMk/>
            <pc:sldMk cId="2187441496" sldId="306"/>
            <ac:picMk id="21" creationId="{66210EDF-9561-2747-AE73-27E7A78E7C49}"/>
          </ac:picMkLst>
        </pc:picChg>
        <pc:picChg chg="add mod">
          <ac:chgData name="Kevin Comba" userId="2b567b3b-fb93-46f1-8cbc-0c356b39981a" providerId="ADAL" clId="{30AAD9E0-DE73-4EC5-A8CB-A73520ED6294}" dt="2024-04-02T18:42:15.253" v="335" actId="1076"/>
          <ac:picMkLst>
            <pc:docMk/>
            <pc:sldMk cId="2187441496" sldId="306"/>
            <ac:picMk id="26" creationId="{912F9967-50EE-E080-154B-E0EEEB2304D4}"/>
          </ac:picMkLst>
        </pc:picChg>
      </pc:sldChg>
      <pc:sldChg chg="addSp delSp modSp add mod">
        <pc:chgData name="Kevin Comba" userId="2b567b3b-fb93-46f1-8cbc-0c356b39981a" providerId="ADAL" clId="{30AAD9E0-DE73-4EC5-A8CB-A73520ED6294}" dt="2024-04-02T18:46:25.543" v="366" actId="1076"/>
        <pc:sldMkLst>
          <pc:docMk/>
          <pc:sldMk cId="2085066961" sldId="307"/>
        </pc:sldMkLst>
        <pc:spChg chg="del">
          <ac:chgData name="Kevin Comba" userId="2b567b3b-fb93-46f1-8cbc-0c356b39981a" providerId="ADAL" clId="{30AAD9E0-DE73-4EC5-A8CB-A73520ED6294}" dt="2024-04-02T18:42:55.322" v="340" actId="478"/>
          <ac:spMkLst>
            <pc:docMk/>
            <pc:sldMk cId="2085066961" sldId="307"/>
            <ac:spMk id="5" creationId="{19BB6290-0A45-6485-4ED6-C5C81834249A}"/>
          </ac:spMkLst>
        </pc:spChg>
        <pc:spChg chg="mod">
          <ac:chgData name="Kevin Comba" userId="2b567b3b-fb93-46f1-8cbc-0c356b39981a" providerId="ADAL" clId="{30AAD9E0-DE73-4EC5-A8CB-A73520ED6294}" dt="2024-04-02T18:43:19.934" v="344" actId="1076"/>
          <ac:spMkLst>
            <pc:docMk/>
            <pc:sldMk cId="2085066961" sldId="307"/>
            <ac:spMk id="9" creationId="{CCFB77D4-C62B-325D-90AF-E16E31F049E7}"/>
          </ac:spMkLst>
        </pc:spChg>
        <pc:spChg chg="mod">
          <ac:chgData name="Kevin Comba" userId="2b567b3b-fb93-46f1-8cbc-0c356b39981a" providerId="ADAL" clId="{30AAD9E0-DE73-4EC5-A8CB-A73520ED6294}" dt="2024-04-02T18:43:03.750" v="342" actId="1076"/>
          <ac:spMkLst>
            <pc:docMk/>
            <pc:sldMk cId="2085066961" sldId="307"/>
            <ac:spMk id="11" creationId="{E1BE6E13-C47F-B62E-F86E-7EE7853B856B}"/>
          </ac:spMkLst>
        </pc:spChg>
        <pc:spChg chg="mod">
          <ac:chgData name="Kevin Comba" userId="2b567b3b-fb93-46f1-8cbc-0c356b39981a" providerId="ADAL" clId="{30AAD9E0-DE73-4EC5-A8CB-A73520ED6294}" dt="2024-04-02T18:44:30.408" v="353" actId="1076"/>
          <ac:spMkLst>
            <pc:docMk/>
            <pc:sldMk cId="2085066961" sldId="307"/>
            <ac:spMk id="12" creationId="{930FE197-1FD4-FA53-F766-5918D5FE421D}"/>
          </ac:spMkLst>
        </pc:spChg>
        <pc:spChg chg="mod">
          <ac:chgData name="Kevin Comba" userId="2b567b3b-fb93-46f1-8cbc-0c356b39981a" providerId="ADAL" clId="{30AAD9E0-DE73-4EC5-A8CB-A73520ED6294}" dt="2024-04-02T18:44:16.802" v="351" actId="1076"/>
          <ac:spMkLst>
            <pc:docMk/>
            <pc:sldMk cId="2085066961" sldId="307"/>
            <ac:spMk id="15" creationId="{2171D348-7552-21F2-DDD8-EDF64C6BBA38}"/>
          </ac:spMkLst>
        </pc:spChg>
        <pc:spChg chg="mod">
          <ac:chgData name="Kevin Comba" userId="2b567b3b-fb93-46f1-8cbc-0c356b39981a" providerId="ADAL" clId="{30AAD9E0-DE73-4EC5-A8CB-A73520ED6294}" dt="2024-04-02T18:45:39.419" v="360"/>
          <ac:spMkLst>
            <pc:docMk/>
            <pc:sldMk cId="2085066961" sldId="307"/>
            <ac:spMk id="23" creationId="{1394036E-4AB9-8674-0724-A121C0C9CA8A}"/>
          </ac:spMkLst>
        </pc:spChg>
        <pc:spChg chg="mod">
          <ac:chgData name="Kevin Comba" userId="2b567b3b-fb93-46f1-8cbc-0c356b39981a" providerId="ADAL" clId="{30AAD9E0-DE73-4EC5-A8CB-A73520ED6294}" dt="2024-04-02T18:45:26.369" v="359"/>
          <ac:spMkLst>
            <pc:docMk/>
            <pc:sldMk cId="2085066961" sldId="307"/>
            <ac:spMk id="24" creationId="{29E0D7A9-D758-519E-DF0E-C4D136593E76}"/>
          </ac:spMkLst>
        </pc:spChg>
        <pc:picChg chg="add mod">
          <ac:chgData name="Kevin Comba" userId="2b567b3b-fb93-46f1-8cbc-0c356b39981a" providerId="ADAL" clId="{30AAD9E0-DE73-4EC5-A8CB-A73520ED6294}" dt="2024-04-02T18:43:58.405" v="349" actId="1076"/>
          <ac:picMkLst>
            <pc:docMk/>
            <pc:sldMk cId="2085066961" sldId="307"/>
            <ac:picMk id="3" creationId="{38911AA9-A887-1D51-5B36-AEFA9B57F006}"/>
          </ac:picMkLst>
        </pc:picChg>
        <pc:picChg chg="del">
          <ac:chgData name="Kevin Comba" userId="2b567b3b-fb93-46f1-8cbc-0c356b39981a" providerId="ADAL" clId="{30AAD9E0-DE73-4EC5-A8CB-A73520ED6294}" dt="2024-04-02T18:43:41.021" v="345" actId="478"/>
          <ac:picMkLst>
            <pc:docMk/>
            <pc:sldMk cId="2085066961" sldId="307"/>
            <ac:picMk id="7" creationId="{AC4BAD16-4CB1-13F0-0D29-522AAFBD8C6C}"/>
          </ac:picMkLst>
        </pc:picChg>
        <pc:picChg chg="add mod">
          <ac:chgData name="Kevin Comba" userId="2b567b3b-fb93-46f1-8cbc-0c356b39981a" providerId="ADAL" clId="{30AAD9E0-DE73-4EC5-A8CB-A73520ED6294}" dt="2024-04-02T18:45:09.542" v="358" actId="1076"/>
          <ac:picMkLst>
            <pc:docMk/>
            <pc:sldMk cId="2085066961" sldId="307"/>
            <ac:picMk id="13" creationId="{E1CFD2E0-9B8D-0A83-8079-129568328CDB}"/>
          </ac:picMkLst>
        </pc:picChg>
        <pc:picChg chg="del">
          <ac:chgData name="Kevin Comba" userId="2b567b3b-fb93-46f1-8cbc-0c356b39981a" providerId="ADAL" clId="{30AAD9E0-DE73-4EC5-A8CB-A73520ED6294}" dt="2024-04-02T18:44:58.639" v="354" actId="478"/>
          <ac:picMkLst>
            <pc:docMk/>
            <pc:sldMk cId="2085066961" sldId="307"/>
            <ac:picMk id="21" creationId="{66210EDF-9561-2747-AE73-27E7A78E7C49}"/>
          </ac:picMkLst>
        </pc:picChg>
        <pc:picChg chg="add mod modCrop">
          <ac:chgData name="Kevin Comba" userId="2b567b3b-fb93-46f1-8cbc-0c356b39981a" providerId="ADAL" clId="{30AAD9E0-DE73-4EC5-A8CB-A73520ED6294}" dt="2024-04-02T18:46:25.543" v="366" actId="1076"/>
          <ac:picMkLst>
            <pc:docMk/>
            <pc:sldMk cId="2085066961" sldId="307"/>
            <ac:picMk id="25" creationId="{B39647D0-0DF4-7BB5-6D3F-40BF9DDC12FD}"/>
          </ac:picMkLst>
        </pc:picChg>
        <pc:picChg chg="del">
          <ac:chgData name="Kevin Comba" userId="2b567b3b-fb93-46f1-8cbc-0c356b39981a" providerId="ADAL" clId="{30AAD9E0-DE73-4EC5-A8CB-A73520ED6294}" dt="2024-04-02T18:46:02.448" v="361" actId="478"/>
          <ac:picMkLst>
            <pc:docMk/>
            <pc:sldMk cId="2085066961" sldId="307"/>
            <ac:picMk id="26" creationId="{912F9967-50EE-E080-154B-E0EEEB2304D4}"/>
          </ac:picMkLst>
        </pc:picChg>
      </pc:sldChg>
      <pc:sldChg chg="modSp add mod ord">
        <pc:chgData name="Kevin Comba" userId="2b567b3b-fb93-46f1-8cbc-0c356b39981a" providerId="ADAL" clId="{30AAD9E0-DE73-4EC5-A8CB-A73520ED6294}" dt="2024-04-02T18:48:30.214" v="373" actId="1076"/>
        <pc:sldMkLst>
          <pc:docMk/>
          <pc:sldMk cId="68697937" sldId="308"/>
        </pc:sldMkLst>
        <pc:spChg chg="mod">
          <ac:chgData name="Kevin Comba" userId="2b567b3b-fb93-46f1-8cbc-0c356b39981a" providerId="ADAL" clId="{30AAD9E0-DE73-4EC5-A8CB-A73520ED6294}" dt="2024-04-02T18:48:30.214" v="373" actId="1076"/>
          <ac:spMkLst>
            <pc:docMk/>
            <pc:sldMk cId="68697937" sldId="308"/>
            <ac:spMk id="2" creationId="{D56B0075-49E8-9D04-BAD2-3C4D4C94C945}"/>
          </ac:spMkLst>
        </pc:spChg>
      </pc:sldChg>
      <pc:sldChg chg="add del ord">
        <pc:chgData name="Kevin Comba" userId="2b567b3b-fb93-46f1-8cbc-0c356b39981a" providerId="ADAL" clId="{30AAD9E0-DE73-4EC5-A8CB-A73520ED6294}" dt="2024-04-02T18:57:35.753" v="480" actId="47"/>
        <pc:sldMkLst>
          <pc:docMk/>
          <pc:sldMk cId="2059504107" sldId="309"/>
        </pc:sldMkLst>
      </pc:sldChg>
      <pc:sldChg chg="addSp delSp modSp add mod ord">
        <pc:chgData name="Kevin Comba" userId="2b567b3b-fb93-46f1-8cbc-0c356b39981a" providerId="ADAL" clId="{30AAD9E0-DE73-4EC5-A8CB-A73520ED6294}" dt="2024-04-02T18:56:43.755" v="479" actId="1076"/>
        <pc:sldMkLst>
          <pc:docMk/>
          <pc:sldMk cId="3015618708" sldId="310"/>
        </pc:sldMkLst>
        <pc:spChg chg="mod">
          <ac:chgData name="Kevin Comba" userId="2b567b3b-fb93-46f1-8cbc-0c356b39981a" providerId="ADAL" clId="{30AAD9E0-DE73-4EC5-A8CB-A73520ED6294}" dt="2024-04-02T18:49:59.490" v="433" actId="20577"/>
          <ac:spMkLst>
            <pc:docMk/>
            <pc:sldMk cId="3015618708" sldId="310"/>
            <ac:spMk id="5" creationId="{19BB6290-0A45-6485-4ED6-C5C81834249A}"/>
          </ac:spMkLst>
        </pc:spChg>
        <pc:spChg chg="mod">
          <ac:chgData name="Kevin Comba" userId="2b567b3b-fb93-46f1-8cbc-0c356b39981a" providerId="ADAL" clId="{30AAD9E0-DE73-4EC5-A8CB-A73520ED6294}" dt="2024-04-02T18:56:37.294" v="478" actId="1076"/>
          <ac:spMkLst>
            <pc:docMk/>
            <pc:sldMk cId="3015618708" sldId="310"/>
            <ac:spMk id="9" creationId="{CCFB77D4-C62B-325D-90AF-E16E31F049E7}"/>
          </ac:spMkLst>
        </pc:spChg>
        <pc:spChg chg="mod">
          <ac:chgData name="Kevin Comba" userId="2b567b3b-fb93-46f1-8cbc-0c356b39981a" providerId="ADAL" clId="{30AAD9E0-DE73-4EC5-A8CB-A73520ED6294}" dt="2024-04-02T18:55:34.038" v="471" actId="27636"/>
          <ac:spMkLst>
            <pc:docMk/>
            <pc:sldMk cId="3015618708" sldId="310"/>
            <ac:spMk id="10" creationId="{24E10090-012C-6F7D-E81E-F6CE5DD50566}"/>
          </ac:spMkLst>
        </pc:spChg>
        <pc:spChg chg="mod">
          <ac:chgData name="Kevin Comba" userId="2b567b3b-fb93-46f1-8cbc-0c356b39981a" providerId="ADAL" clId="{30AAD9E0-DE73-4EC5-A8CB-A73520ED6294}" dt="2024-04-02T18:56:34.703" v="477" actId="1076"/>
          <ac:spMkLst>
            <pc:docMk/>
            <pc:sldMk cId="3015618708" sldId="310"/>
            <ac:spMk id="11" creationId="{E1BE6E13-C47F-B62E-F86E-7EE7853B856B}"/>
          </ac:spMkLst>
        </pc:spChg>
        <pc:spChg chg="mod">
          <ac:chgData name="Kevin Comba" userId="2b567b3b-fb93-46f1-8cbc-0c356b39981a" providerId="ADAL" clId="{30AAD9E0-DE73-4EC5-A8CB-A73520ED6294}" dt="2024-04-02T18:55:44.010" v="472" actId="1076"/>
          <ac:spMkLst>
            <pc:docMk/>
            <pc:sldMk cId="3015618708" sldId="310"/>
            <ac:spMk id="12" creationId="{930FE197-1FD4-FA53-F766-5918D5FE421D}"/>
          </ac:spMkLst>
        </pc:spChg>
        <pc:spChg chg="mod">
          <ac:chgData name="Kevin Comba" userId="2b567b3b-fb93-46f1-8cbc-0c356b39981a" providerId="ADAL" clId="{30AAD9E0-DE73-4EC5-A8CB-A73520ED6294}" dt="2024-04-02T18:55:44.010" v="472" actId="1076"/>
          <ac:spMkLst>
            <pc:docMk/>
            <pc:sldMk cId="3015618708" sldId="310"/>
            <ac:spMk id="15" creationId="{2171D348-7552-21F2-DDD8-EDF64C6BBA38}"/>
          </ac:spMkLst>
        </pc:spChg>
        <pc:spChg chg="add mod">
          <ac:chgData name="Kevin Comba" userId="2b567b3b-fb93-46f1-8cbc-0c356b39981a" providerId="ADAL" clId="{30AAD9E0-DE73-4EC5-A8CB-A73520ED6294}" dt="2024-04-02T18:53:20.493" v="453" actId="14100"/>
          <ac:spMkLst>
            <pc:docMk/>
            <pc:sldMk cId="3015618708" sldId="310"/>
            <ac:spMk id="19" creationId="{8B88EFEF-E8C9-1FE2-1D82-C0DD7FEBCF4A}"/>
          </ac:spMkLst>
        </pc:spChg>
        <pc:spChg chg="del">
          <ac:chgData name="Kevin Comba" userId="2b567b3b-fb93-46f1-8cbc-0c356b39981a" providerId="ADAL" clId="{30AAD9E0-DE73-4EC5-A8CB-A73520ED6294}" dt="2024-04-02T18:51:01.594" v="441" actId="478"/>
          <ac:spMkLst>
            <pc:docMk/>
            <pc:sldMk cId="3015618708" sldId="310"/>
            <ac:spMk id="23" creationId="{1394036E-4AB9-8674-0724-A121C0C9CA8A}"/>
          </ac:spMkLst>
        </pc:spChg>
        <pc:spChg chg="del">
          <ac:chgData name="Kevin Comba" userId="2b567b3b-fb93-46f1-8cbc-0c356b39981a" providerId="ADAL" clId="{30AAD9E0-DE73-4EC5-A8CB-A73520ED6294}" dt="2024-04-02T18:51:01.594" v="441" actId="478"/>
          <ac:spMkLst>
            <pc:docMk/>
            <pc:sldMk cId="3015618708" sldId="310"/>
            <ac:spMk id="24" creationId="{29E0D7A9-D758-519E-DF0E-C4D136593E76}"/>
          </ac:spMkLst>
        </pc:spChg>
        <pc:picChg chg="add mod">
          <ac:chgData name="Kevin Comba" userId="2b567b3b-fb93-46f1-8cbc-0c356b39981a" providerId="ADAL" clId="{30AAD9E0-DE73-4EC5-A8CB-A73520ED6294}" dt="2024-04-02T18:56:25.339" v="475" actId="1076"/>
          <ac:picMkLst>
            <pc:docMk/>
            <pc:sldMk cId="3015618708" sldId="310"/>
            <ac:picMk id="3" creationId="{F5C68CC0-C509-7C00-1C04-042DC6A1ED18}"/>
          </ac:picMkLst>
        </pc:picChg>
        <pc:picChg chg="del">
          <ac:chgData name="Kevin Comba" userId="2b567b3b-fb93-46f1-8cbc-0c356b39981a" providerId="ADAL" clId="{30AAD9E0-DE73-4EC5-A8CB-A73520ED6294}" dt="2024-04-02T18:50:46.603" v="438" actId="478"/>
          <ac:picMkLst>
            <pc:docMk/>
            <pc:sldMk cId="3015618708" sldId="310"/>
            <ac:picMk id="7" creationId="{AC4BAD16-4CB1-13F0-0D29-522AAFBD8C6C}"/>
          </ac:picMkLst>
        </pc:picChg>
        <pc:picChg chg="add mod">
          <ac:chgData name="Kevin Comba" userId="2b567b3b-fb93-46f1-8cbc-0c356b39981a" providerId="ADAL" clId="{30AAD9E0-DE73-4EC5-A8CB-A73520ED6294}" dt="2024-04-02T18:56:22.475" v="474" actId="1440"/>
          <ac:picMkLst>
            <pc:docMk/>
            <pc:sldMk cId="3015618708" sldId="310"/>
            <ac:picMk id="13" creationId="{D6A023F6-A2BE-FDE6-BB78-D756FF12AB68}"/>
          </ac:picMkLst>
        </pc:picChg>
        <pc:picChg chg="del">
          <ac:chgData name="Kevin Comba" userId="2b567b3b-fb93-46f1-8cbc-0c356b39981a" providerId="ADAL" clId="{30AAD9E0-DE73-4EC5-A8CB-A73520ED6294}" dt="2024-04-02T18:51:41.429" v="444" actId="478"/>
          <ac:picMkLst>
            <pc:docMk/>
            <pc:sldMk cId="3015618708" sldId="310"/>
            <ac:picMk id="21" creationId="{66210EDF-9561-2747-AE73-27E7A78E7C49}"/>
          </ac:picMkLst>
        </pc:picChg>
        <pc:picChg chg="del">
          <ac:chgData name="Kevin Comba" userId="2b567b3b-fb93-46f1-8cbc-0c356b39981a" providerId="ADAL" clId="{30AAD9E0-DE73-4EC5-A8CB-A73520ED6294}" dt="2024-04-02T18:51:01.594" v="441" actId="478"/>
          <ac:picMkLst>
            <pc:docMk/>
            <pc:sldMk cId="3015618708" sldId="310"/>
            <ac:picMk id="26" creationId="{912F9967-50EE-E080-154B-E0EEEB2304D4}"/>
          </ac:picMkLst>
        </pc:picChg>
        <pc:picChg chg="add mod">
          <ac:chgData name="Kevin Comba" userId="2b567b3b-fb93-46f1-8cbc-0c356b39981a" providerId="ADAL" clId="{30AAD9E0-DE73-4EC5-A8CB-A73520ED6294}" dt="2024-04-02T18:56:43.755" v="479" actId="1076"/>
          <ac:picMkLst>
            <pc:docMk/>
            <pc:sldMk cId="3015618708" sldId="310"/>
            <ac:picMk id="27" creationId="{45E1DC68-20E9-17AF-5305-7F491E020381}"/>
          </ac:picMkLst>
        </pc:picChg>
      </pc:sldChg>
      <pc:sldChg chg="addSp delSp modSp new mod ord setBg">
        <pc:chgData name="Kevin Comba" userId="2b567b3b-fb93-46f1-8cbc-0c356b39981a" providerId="ADAL" clId="{30AAD9E0-DE73-4EC5-A8CB-A73520ED6294}" dt="2024-04-05T13:42:51.118" v="497"/>
        <pc:sldMkLst>
          <pc:docMk/>
          <pc:sldMk cId="1656342649" sldId="311"/>
        </pc:sldMkLst>
        <pc:spChg chg="del">
          <ac:chgData name="Kevin Comba" userId="2b567b3b-fb93-46f1-8cbc-0c356b39981a" providerId="ADAL" clId="{30AAD9E0-DE73-4EC5-A8CB-A73520ED6294}" dt="2024-04-05T13:41:52.948" v="487" actId="478"/>
          <ac:spMkLst>
            <pc:docMk/>
            <pc:sldMk cId="1656342649" sldId="311"/>
            <ac:spMk id="2" creationId="{7AEA31CB-BD20-8C9C-F239-04763699488C}"/>
          </ac:spMkLst>
        </pc:spChg>
        <pc:spChg chg="del">
          <ac:chgData name="Kevin Comba" userId="2b567b3b-fb93-46f1-8cbc-0c356b39981a" providerId="ADAL" clId="{30AAD9E0-DE73-4EC5-A8CB-A73520ED6294}" dt="2024-04-05T13:41:52.059" v="486" actId="478"/>
          <ac:spMkLst>
            <pc:docMk/>
            <pc:sldMk cId="1656342649" sldId="311"/>
            <ac:spMk id="3" creationId="{1BE4D7BF-78C9-D974-4F35-F70B9283CDDA}"/>
          </ac:spMkLst>
        </pc:spChg>
        <pc:spChg chg="add del">
          <ac:chgData name="Kevin Comba" userId="2b567b3b-fb93-46f1-8cbc-0c356b39981a" providerId="ADAL" clId="{30AAD9E0-DE73-4EC5-A8CB-A73520ED6294}" dt="2024-04-05T13:42:08.621" v="490" actId="26606"/>
          <ac:spMkLst>
            <pc:docMk/>
            <pc:sldMk cId="1656342649" sldId="311"/>
            <ac:spMk id="10" creationId="{42A4FC2C-047E-45A5-965D-8E1E3BF09BC6}"/>
          </ac:spMkLst>
        </pc:spChg>
        <pc:spChg chg="add">
          <ac:chgData name="Kevin Comba" userId="2b567b3b-fb93-46f1-8cbc-0c356b39981a" providerId="ADAL" clId="{30AAD9E0-DE73-4EC5-A8CB-A73520ED6294}" dt="2024-04-05T13:42:08.642" v="491" actId="26606"/>
          <ac:spMkLst>
            <pc:docMk/>
            <pc:sldMk cId="1656342649" sldId="311"/>
            <ac:spMk id="12" creationId="{83C98ABE-055B-441F-B07E-44F97F083C39}"/>
          </ac:spMkLst>
        </pc:spChg>
        <pc:spChg chg="add">
          <ac:chgData name="Kevin Comba" userId="2b567b3b-fb93-46f1-8cbc-0c356b39981a" providerId="ADAL" clId="{30AAD9E0-DE73-4EC5-A8CB-A73520ED6294}" dt="2024-04-05T13:42:08.642" v="491" actId="26606"/>
          <ac:spMkLst>
            <pc:docMk/>
            <pc:sldMk cId="1656342649" sldId="311"/>
            <ac:spMk id="13" creationId="{F3060C83-F051-4F0E-ABAD-AA0DFC48B218}"/>
          </ac:spMkLst>
        </pc:spChg>
        <pc:spChg chg="add">
          <ac:chgData name="Kevin Comba" userId="2b567b3b-fb93-46f1-8cbc-0c356b39981a" providerId="ADAL" clId="{30AAD9E0-DE73-4EC5-A8CB-A73520ED6294}" dt="2024-04-05T13:42:08.642" v="491" actId="26606"/>
          <ac:spMkLst>
            <pc:docMk/>
            <pc:sldMk cId="1656342649" sldId="311"/>
            <ac:spMk id="14" creationId="{29FDB030-9B49-4CED-8CCD-4D99382388AC}"/>
          </ac:spMkLst>
        </pc:spChg>
        <pc:spChg chg="add">
          <ac:chgData name="Kevin Comba" userId="2b567b3b-fb93-46f1-8cbc-0c356b39981a" providerId="ADAL" clId="{30AAD9E0-DE73-4EC5-A8CB-A73520ED6294}" dt="2024-04-05T13:42:08.642" v="491" actId="26606"/>
          <ac:spMkLst>
            <pc:docMk/>
            <pc:sldMk cId="1656342649" sldId="311"/>
            <ac:spMk id="16" creationId="{3783CA14-24A1-485C-8B30-D6A5D87987AD}"/>
          </ac:spMkLst>
        </pc:spChg>
        <pc:spChg chg="add">
          <ac:chgData name="Kevin Comba" userId="2b567b3b-fb93-46f1-8cbc-0c356b39981a" providerId="ADAL" clId="{30AAD9E0-DE73-4EC5-A8CB-A73520ED6294}" dt="2024-04-05T13:42:08.642" v="491" actId="26606"/>
          <ac:spMkLst>
            <pc:docMk/>
            <pc:sldMk cId="1656342649" sldId="311"/>
            <ac:spMk id="18" creationId="{9A97C86A-04D6-40F7-AE84-31AB43E6A846}"/>
          </ac:spMkLst>
        </pc:spChg>
        <pc:spChg chg="add">
          <ac:chgData name="Kevin Comba" userId="2b567b3b-fb93-46f1-8cbc-0c356b39981a" providerId="ADAL" clId="{30AAD9E0-DE73-4EC5-A8CB-A73520ED6294}" dt="2024-04-05T13:42:08.642" v="491" actId="26606"/>
          <ac:spMkLst>
            <pc:docMk/>
            <pc:sldMk cId="1656342649" sldId="311"/>
            <ac:spMk id="20" creationId="{FF9F2414-84E8-453E-B1F3-389FDE8192D9}"/>
          </ac:spMkLst>
        </pc:spChg>
        <pc:spChg chg="add">
          <ac:chgData name="Kevin Comba" userId="2b567b3b-fb93-46f1-8cbc-0c356b39981a" providerId="ADAL" clId="{30AAD9E0-DE73-4EC5-A8CB-A73520ED6294}" dt="2024-04-05T13:42:08.642" v="491" actId="26606"/>
          <ac:spMkLst>
            <pc:docMk/>
            <pc:sldMk cId="1656342649" sldId="311"/>
            <ac:spMk id="22" creationId="{3ECA69A1-7536-43AC-85EF-C7106179F5ED}"/>
          </ac:spMkLst>
        </pc:spChg>
        <pc:picChg chg="add mod">
          <ac:chgData name="Kevin Comba" userId="2b567b3b-fb93-46f1-8cbc-0c356b39981a" providerId="ADAL" clId="{30AAD9E0-DE73-4EC5-A8CB-A73520ED6294}" dt="2024-04-05T13:42:24.512" v="495" actId="14100"/>
          <ac:picMkLst>
            <pc:docMk/>
            <pc:sldMk cId="1656342649" sldId="311"/>
            <ac:picMk id="5" creationId="{28A00CE4-EFEA-0C59-84FF-FA420AEEA46A}"/>
          </ac:picMkLst>
        </pc:picChg>
      </pc:sldChg>
      <pc:sldChg chg="addSp delSp modSp new mod setBg">
        <pc:chgData name="Kevin Comba" userId="2b567b3b-fb93-46f1-8cbc-0c356b39981a" providerId="ADAL" clId="{30AAD9E0-DE73-4EC5-A8CB-A73520ED6294}" dt="2024-04-05T13:44:14.448" v="505" actId="14100"/>
        <pc:sldMkLst>
          <pc:docMk/>
          <pc:sldMk cId="4283752792" sldId="312"/>
        </pc:sldMkLst>
        <pc:spChg chg="del">
          <ac:chgData name="Kevin Comba" userId="2b567b3b-fb93-46f1-8cbc-0c356b39981a" providerId="ADAL" clId="{30AAD9E0-DE73-4EC5-A8CB-A73520ED6294}" dt="2024-04-05T13:44:00.915" v="500" actId="478"/>
          <ac:spMkLst>
            <pc:docMk/>
            <pc:sldMk cId="4283752792" sldId="312"/>
            <ac:spMk id="2" creationId="{B0EDB526-9F1A-834C-BA71-B3043DAE1FC9}"/>
          </ac:spMkLst>
        </pc:spChg>
        <pc:spChg chg="del">
          <ac:chgData name="Kevin Comba" userId="2b567b3b-fb93-46f1-8cbc-0c356b39981a" providerId="ADAL" clId="{30AAD9E0-DE73-4EC5-A8CB-A73520ED6294}" dt="2024-04-05T13:43:58.705" v="499" actId="478"/>
          <ac:spMkLst>
            <pc:docMk/>
            <pc:sldMk cId="4283752792" sldId="312"/>
            <ac:spMk id="3" creationId="{631E5948-6381-54D4-50A7-979006394E00}"/>
          </ac:spMkLst>
        </pc:spChg>
        <pc:spChg chg="add">
          <ac:chgData name="Kevin Comba" userId="2b567b3b-fb93-46f1-8cbc-0c356b39981a" providerId="ADAL" clId="{30AAD9E0-DE73-4EC5-A8CB-A73520ED6294}" dt="2024-04-05T13:44:06.906" v="502" actId="26606"/>
          <ac:spMkLst>
            <pc:docMk/>
            <pc:sldMk cId="4283752792" sldId="312"/>
            <ac:spMk id="10" creationId="{F3060C83-F051-4F0E-ABAD-AA0DFC48B218}"/>
          </ac:spMkLst>
        </pc:spChg>
        <pc:spChg chg="add">
          <ac:chgData name="Kevin Comba" userId="2b567b3b-fb93-46f1-8cbc-0c356b39981a" providerId="ADAL" clId="{30AAD9E0-DE73-4EC5-A8CB-A73520ED6294}" dt="2024-04-05T13:44:06.906" v="502" actId="26606"/>
          <ac:spMkLst>
            <pc:docMk/>
            <pc:sldMk cId="4283752792" sldId="312"/>
            <ac:spMk id="12" creationId="{83C98ABE-055B-441F-B07E-44F97F083C39}"/>
          </ac:spMkLst>
        </pc:spChg>
        <pc:spChg chg="add">
          <ac:chgData name="Kevin Comba" userId="2b567b3b-fb93-46f1-8cbc-0c356b39981a" providerId="ADAL" clId="{30AAD9E0-DE73-4EC5-A8CB-A73520ED6294}" dt="2024-04-05T13:44:06.906" v="502" actId="26606"/>
          <ac:spMkLst>
            <pc:docMk/>
            <pc:sldMk cId="4283752792" sldId="312"/>
            <ac:spMk id="14" creationId="{29FDB030-9B49-4CED-8CCD-4D99382388AC}"/>
          </ac:spMkLst>
        </pc:spChg>
        <pc:spChg chg="add">
          <ac:chgData name="Kevin Comba" userId="2b567b3b-fb93-46f1-8cbc-0c356b39981a" providerId="ADAL" clId="{30AAD9E0-DE73-4EC5-A8CB-A73520ED6294}" dt="2024-04-05T13:44:06.906" v="502" actId="26606"/>
          <ac:spMkLst>
            <pc:docMk/>
            <pc:sldMk cId="4283752792" sldId="312"/>
            <ac:spMk id="16" creationId="{3783CA14-24A1-485C-8B30-D6A5D87987AD}"/>
          </ac:spMkLst>
        </pc:spChg>
        <pc:spChg chg="add">
          <ac:chgData name="Kevin Comba" userId="2b567b3b-fb93-46f1-8cbc-0c356b39981a" providerId="ADAL" clId="{30AAD9E0-DE73-4EC5-A8CB-A73520ED6294}" dt="2024-04-05T13:44:06.906" v="502" actId="26606"/>
          <ac:spMkLst>
            <pc:docMk/>
            <pc:sldMk cId="4283752792" sldId="312"/>
            <ac:spMk id="18" creationId="{9A97C86A-04D6-40F7-AE84-31AB43E6A846}"/>
          </ac:spMkLst>
        </pc:spChg>
        <pc:spChg chg="add">
          <ac:chgData name="Kevin Comba" userId="2b567b3b-fb93-46f1-8cbc-0c356b39981a" providerId="ADAL" clId="{30AAD9E0-DE73-4EC5-A8CB-A73520ED6294}" dt="2024-04-05T13:44:06.906" v="502" actId="26606"/>
          <ac:spMkLst>
            <pc:docMk/>
            <pc:sldMk cId="4283752792" sldId="312"/>
            <ac:spMk id="20" creationId="{FF9F2414-84E8-453E-B1F3-389FDE8192D9}"/>
          </ac:spMkLst>
        </pc:spChg>
        <pc:spChg chg="add">
          <ac:chgData name="Kevin Comba" userId="2b567b3b-fb93-46f1-8cbc-0c356b39981a" providerId="ADAL" clId="{30AAD9E0-DE73-4EC5-A8CB-A73520ED6294}" dt="2024-04-05T13:44:06.906" v="502" actId="26606"/>
          <ac:spMkLst>
            <pc:docMk/>
            <pc:sldMk cId="4283752792" sldId="312"/>
            <ac:spMk id="22" creationId="{3ECA69A1-7536-43AC-85EF-C7106179F5ED}"/>
          </ac:spMkLst>
        </pc:spChg>
        <pc:picChg chg="add mod">
          <ac:chgData name="Kevin Comba" userId="2b567b3b-fb93-46f1-8cbc-0c356b39981a" providerId="ADAL" clId="{30AAD9E0-DE73-4EC5-A8CB-A73520ED6294}" dt="2024-04-05T13:44:14.448" v="505" actId="14100"/>
          <ac:picMkLst>
            <pc:docMk/>
            <pc:sldMk cId="4283752792" sldId="312"/>
            <ac:picMk id="5" creationId="{A8DDD8D6-9D4C-7EAF-4328-9E62D21C2C74}"/>
          </ac:picMkLst>
        </pc:picChg>
      </pc:sldChg>
      <pc:sldChg chg="addSp delSp modSp new mod setBg">
        <pc:chgData name="Kevin Comba" userId="2b567b3b-fb93-46f1-8cbc-0c356b39981a" providerId="ADAL" clId="{30AAD9E0-DE73-4EC5-A8CB-A73520ED6294}" dt="2024-04-05T13:46:03.696" v="512" actId="14100"/>
        <pc:sldMkLst>
          <pc:docMk/>
          <pc:sldMk cId="1100945795" sldId="313"/>
        </pc:sldMkLst>
        <pc:spChg chg="del">
          <ac:chgData name="Kevin Comba" userId="2b567b3b-fb93-46f1-8cbc-0c356b39981a" providerId="ADAL" clId="{30AAD9E0-DE73-4EC5-A8CB-A73520ED6294}" dt="2024-04-05T13:45:50.526" v="508" actId="478"/>
          <ac:spMkLst>
            <pc:docMk/>
            <pc:sldMk cId="1100945795" sldId="313"/>
            <ac:spMk id="2" creationId="{AC716969-BA4B-9091-B463-B8CECCEA6C94}"/>
          </ac:spMkLst>
        </pc:spChg>
        <pc:spChg chg="del">
          <ac:chgData name="Kevin Comba" userId="2b567b3b-fb93-46f1-8cbc-0c356b39981a" providerId="ADAL" clId="{30AAD9E0-DE73-4EC5-A8CB-A73520ED6294}" dt="2024-04-05T13:45:49.096" v="507" actId="478"/>
          <ac:spMkLst>
            <pc:docMk/>
            <pc:sldMk cId="1100945795" sldId="313"/>
            <ac:spMk id="3" creationId="{BFEA0167-F29B-3AE5-0FB9-91FFF703E1D6}"/>
          </ac:spMkLst>
        </pc:spChg>
        <pc:spChg chg="add">
          <ac:chgData name="Kevin Comba" userId="2b567b3b-fb93-46f1-8cbc-0c356b39981a" providerId="ADAL" clId="{30AAD9E0-DE73-4EC5-A8CB-A73520ED6294}" dt="2024-04-05T13:45:57.131" v="510" actId="26606"/>
          <ac:spMkLst>
            <pc:docMk/>
            <pc:sldMk cId="1100945795" sldId="313"/>
            <ac:spMk id="10" creationId="{F3060C83-F051-4F0E-ABAD-AA0DFC48B218}"/>
          </ac:spMkLst>
        </pc:spChg>
        <pc:spChg chg="add">
          <ac:chgData name="Kevin Comba" userId="2b567b3b-fb93-46f1-8cbc-0c356b39981a" providerId="ADAL" clId="{30AAD9E0-DE73-4EC5-A8CB-A73520ED6294}" dt="2024-04-05T13:45:57.131" v="510" actId="26606"/>
          <ac:spMkLst>
            <pc:docMk/>
            <pc:sldMk cId="1100945795" sldId="313"/>
            <ac:spMk id="12" creationId="{83C98ABE-055B-441F-B07E-44F97F083C39}"/>
          </ac:spMkLst>
        </pc:spChg>
        <pc:spChg chg="add">
          <ac:chgData name="Kevin Comba" userId="2b567b3b-fb93-46f1-8cbc-0c356b39981a" providerId="ADAL" clId="{30AAD9E0-DE73-4EC5-A8CB-A73520ED6294}" dt="2024-04-05T13:45:57.131" v="510" actId="26606"/>
          <ac:spMkLst>
            <pc:docMk/>
            <pc:sldMk cId="1100945795" sldId="313"/>
            <ac:spMk id="14" creationId="{29FDB030-9B49-4CED-8CCD-4D99382388AC}"/>
          </ac:spMkLst>
        </pc:spChg>
        <pc:spChg chg="add">
          <ac:chgData name="Kevin Comba" userId="2b567b3b-fb93-46f1-8cbc-0c356b39981a" providerId="ADAL" clId="{30AAD9E0-DE73-4EC5-A8CB-A73520ED6294}" dt="2024-04-05T13:45:57.131" v="510" actId="26606"/>
          <ac:spMkLst>
            <pc:docMk/>
            <pc:sldMk cId="1100945795" sldId="313"/>
            <ac:spMk id="16" creationId="{3783CA14-24A1-485C-8B30-D6A5D87987AD}"/>
          </ac:spMkLst>
        </pc:spChg>
        <pc:spChg chg="add">
          <ac:chgData name="Kevin Comba" userId="2b567b3b-fb93-46f1-8cbc-0c356b39981a" providerId="ADAL" clId="{30AAD9E0-DE73-4EC5-A8CB-A73520ED6294}" dt="2024-04-05T13:45:57.131" v="510" actId="26606"/>
          <ac:spMkLst>
            <pc:docMk/>
            <pc:sldMk cId="1100945795" sldId="313"/>
            <ac:spMk id="18" creationId="{9A97C86A-04D6-40F7-AE84-31AB43E6A846}"/>
          </ac:spMkLst>
        </pc:spChg>
        <pc:spChg chg="add">
          <ac:chgData name="Kevin Comba" userId="2b567b3b-fb93-46f1-8cbc-0c356b39981a" providerId="ADAL" clId="{30AAD9E0-DE73-4EC5-A8CB-A73520ED6294}" dt="2024-04-05T13:45:57.131" v="510" actId="26606"/>
          <ac:spMkLst>
            <pc:docMk/>
            <pc:sldMk cId="1100945795" sldId="313"/>
            <ac:spMk id="20" creationId="{FF9F2414-84E8-453E-B1F3-389FDE8192D9}"/>
          </ac:spMkLst>
        </pc:spChg>
        <pc:spChg chg="add">
          <ac:chgData name="Kevin Comba" userId="2b567b3b-fb93-46f1-8cbc-0c356b39981a" providerId="ADAL" clId="{30AAD9E0-DE73-4EC5-A8CB-A73520ED6294}" dt="2024-04-05T13:45:57.131" v="510" actId="26606"/>
          <ac:spMkLst>
            <pc:docMk/>
            <pc:sldMk cId="1100945795" sldId="313"/>
            <ac:spMk id="22" creationId="{3ECA69A1-7536-43AC-85EF-C7106179F5ED}"/>
          </ac:spMkLst>
        </pc:spChg>
        <pc:picChg chg="add mod">
          <ac:chgData name="Kevin Comba" userId="2b567b3b-fb93-46f1-8cbc-0c356b39981a" providerId="ADAL" clId="{30AAD9E0-DE73-4EC5-A8CB-A73520ED6294}" dt="2024-04-05T13:46:03.696" v="512" actId="14100"/>
          <ac:picMkLst>
            <pc:docMk/>
            <pc:sldMk cId="1100945795" sldId="313"/>
            <ac:picMk id="5" creationId="{41935D7A-2A2B-7471-FD4D-E69C751780C1}"/>
          </ac:picMkLst>
        </pc:picChg>
      </pc:sldChg>
      <pc:sldChg chg="addSp delSp modSp new mod setBg">
        <pc:chgData name="Kevin Comba" userId="2b567b3b-fb93-46f1-8cbc-0c356b39981a" providerId="ADAL" clId="{30AAD9E0-DE73-4EC5-A8CB-A73520ED6294}" dt="2024-04-05T13:55:01.726" v="519" actId="14100"/>
        <pc:sldMkLst>
          <pc:docMk/>
          <pc:sldMk cId="2925763443" sldId="314"/>
        </pc:sldMkLst>
        <pc:spChg chg="del">
          <ac:chgData name="Kevin Comba" userId="2b567b3b-fb93-46f1-8cbc-0c356b39981a" providerId="ADAL" clId="{30AAD9E0-DE73-4EC5-A8CB-A73520ED6294}" dt="2024-04-05T13:54:45.313" v="514" actId="478"/>
          <ac:spMkLst>
            <pc:docMk/>
            <pc:sldMk cId="2925763443" sldId="314"/>
            <ac:spMk id="2" creationId="{D8F3C5EF-F15C-D3A6-AB42-2B11D35EB910}"/>
          </ac:spMkLst>
        </pc:spChg>
        <pc:spChg chg="del">
          <ac:chgData name="Kevin Comba" userId="2b567b3b-fb93-46f1-8cbc-0c356b39981a" providerId="ADAL" clId="{30AAD9E0-DE73-4EC5-A8CB-A73520ED6294}" dt="2024-04-05T13:54:49.437" v="515" actId="478"/>
          <ac:spMkLst>
            <pc:docMk/>
            <pc:sldMk cId="2925763443" sldId="314"/>
            <ac:spMk id="3" creationId="{B46ACED2-C757-D7C2-B5D1-CBB273D40F4B}"/>
          </ac:spMkLst>
        </pc:spChg>
        <pc:spChg chg="add">
          <ac:chgData name="Kevin Comba" userId="2b567b3b-fb93-46f1-8cbc-0c356b39981a" providerId="ADAL" clId="{30AAD9E0-DE73-4EC5-A8CB-A73520ED6294}" dt="2024-04-05T13:54:55.691" v="517" actId="26606"/>
          <ac:spMkLst>
            <pc:docMk/>
            <pc:sldMk cId="2925763443" sldId="314"/>
            <ac:spMk id="10" creationId="{F3060C83-F051-4F0E-ABAD-AA0DFC48B218}"/>
          </ac:spMkLst>
        </pc:spChg>
        <pc:spChg chg="add">
          <ac:chgData name="Kevin Comba" userId="2b567b3b-fb93-46f1-8cbc-0c356b39981a" providerId="ADAL" clId="{30AAD9E0-DE73-4EC5-A8CB-A73520ED6294}" dt="2024-04-05T13:54:55.691" v="517" actId="26606"/>
          <ac:spMkLst>
            <pc:docMk/>
            <pc:sldMk cId="2925763443" sldId="314"/>
            <ac:spMk id="12" creationId="{83C98ABE-055B-441F-B07E-44F97F083C39}"/>
          </ac:spMkLst>
        </pc:spChg>
        <pc:spChg chg="add">
          <ac:chgData name="Kevin Comba" userId="2b567b3b-fb93-46f1-8cbc-0c356b39981a" providerId="ADAL" clId="{30AAD9E0-DE73-4EC5-A8CB-A73520ED6294}" dt="2024-04-05T13:54:55.691" v="517" actId="26606"/>
          <ac:spMkLst>
            <pc:docMk/>
            <pc:sldMk cId="2925763443" sldId="314"/>
            <ac:spMk id="14" creationId="{29FDB030-9B49-4CED-8CCD-4D99382388AC}"/>
          </ac:spMkLst>
        </pc:spChg>
        <pc:spChg chg="add">
          <ac:chgData name="Kevin Comba" userId="2b567b3b-fb93-46f1-8cbc-0c356b39981a" providerId="ADAL" clId="{30AAD9E0-DE73-4EC5-A8CB-A73520ED6294}" dt="2024-04-05T13:54:55.691" v="517" actId="26606"/>
          <ac:spMkLst>
            <pc:docMk/>
            <pc:sldMk cId="2925763443" sldId="314"/>
            <ac:spMk id="16" creationId="{3783CA14-24A1-485C-8B30-D6A5D87987AD}"/>
          </ac:spMkLst>
        </pc:spChg>
        <pc:spChg chg="add">
          <ac:chgData name="Kevin Comba" userId="2b567b3b-fb93-46f1-8cbc-0c356b39981a" providerId="ADAL" clId="{30AAD9E0-DE73-4EC5-A8CB-A73520ED6294}" dt="2024-04-05T13:54:55.691" v="517" actId="26606"/>
          <ac:spMkLst>
            <pc:docMk/>
            <pc:sldMk cId="2925763443" sldId="314"/>
            <ac:spMk id="18" creationId="{9A97C86A-04D6-40F7-AE84-31AB43E6A846}"/>
          </ac:spMkLst>
        </pc:spChg>
        <pc:spChg chg="add">
          <ac:chgData name="Kevin Comba" userId="2b567b3b-fb93-46f1-8cbc-0c356b39981a" providerId="ADAL" clId="{30AAD9E0-DE73-4EC5-A8CB-A73520ED6294}" dt="2024-04-05T13:54:55.691" v="517" actId="26606"/>
          <ac:spMkLst>
            <pc:docMk/>
            <pc:sldMk cId="2925763443" sldId="314"/>
            <ac:spMk id="20" creationId="{FF9F2414-84E8-453E-B1F3-389FDE8192D9}"/>
          </ac:spMkLst>
        </pc:spChg>
        <pc:spChg chg="add">
          <ac:chgData name="Kevin Comba" userId="2b567b3b-fb93-46f1-8cbc-0c356b39981a" providerId="ADAL" clId="{30AAD9E0-DE73-4EC5-A8CB-A73520ED6294}" dt="2024-04-05T13:54:55.691" v="517" actId="26606"/>
          <ac:spMkLst>
            <pc:docMk/>
            <pc:sldMk cId="2925763443" sldId="314"/>
            <ac:spMk id="22" creationId="{3ECA69A1-7536-43AC-85EF-C7106179F5ED}"/>
          </ac:spMkLst>
        </pc:spChg>
        <pc:picChg chg="add mod">
          <ac:chgData name="Kevin Comba" userId="2b567b3b-fb93-46f1-8cbc-0c356b39981a" providerId="ADAL" clId="{30AAD9E0-DE73-4EC5-A8CB-A73520ED6294}" dt="2024-04-05T13:55:01.726" v="519" actId="14100"/>
          <ac:picMkLst>
            <pc:docMk/>
            <pc:sldMk cId="2925763443" sldId="314"/>
            <ac:picMk id="5" creationId="{0C0BB51D-EED7-685A-98B3-6485B5BCDADD}"/>
          </ac:picMkLst>
        </pc:picChg>
      </pc:sldChg>
      <pc:sldChg chg="modSp add mod ord">
        <pc:chgData name="Kevin Comba" userId="2b567b3b-fb93-46f1-8cbc-0c356b39981a" providerId="ADAL" clId="{30AAD9E0-DE73-4EC5-A8CB-A73520ED6294}" dt="2024-04-05T14:06:14.194" v="546" actId="20577"/>
        <pc:sldMkLst>
          <pc:docMk/>
          <pc:sldMk cId="133310317" sldId="315"/>
        </pc:sldMkLst>
        <pc:spChg chg="mod">
          <ac:chgData name="Kevin Comba" userId="2b567b3b-fb93-46f1-8cbc-0c356b39981a" providerId="ADAL" clId="{30AAD9E0-DE73-4EC5-A8CB-A73520ED6294}" dt="2024-04-05T14:06:14.194" v="546" actId="20577"/>
          <ac:spMkLst>
            <pc:docMk/>
            <pc:sldMk cId="133310317" sldId="315"/>
            <ac:spMk id="2" creationId="{D56B0075-49E8-9D04-BAD2-3C4D4C94C945}"/>
          </ac:spMkLst>
        </pc:spChg>
      </pc:sldChg>
      <pc:sldChg chg="new del">
        <pc:chgData name="Kevin Comba" userId="2b567b3b-fb93-46f1-8cbc-0c356b39981a" providerId="ADAL" clId="{30AAD9E0-DE73-4EC5-A8CB-A73520ED6294}" dt="2024-04-05T14:05:46.064" v="525" actId="2696"/>
        <pc:sldMkLst>
          <pc:docMk/>
          <pc:sldMk cId="3035168960" sldId="315"/>
        </pc:sldMkLst>
      </pc:sldChg>
      <pc:sldChg chg="addSp delSp modSp add mod ord">
        <pc:chgData name="Kevin Comba" userId="2b567b3b-fb93-46f1-8cbc-0c356b39981a" providerId="ADAL" clId="{30AAD9E0-DE73-4EC5-A8CB-A73520ED6294}" dt="2024-04-05T14:17:55.454" v="586" actId="1076"/>
        <pc:sldMkLst>
          <pc:docMk/>
          <pc:sldMk cId="327742093" sldId="316"/>
        </pc:sldMkLst>
        <pc:spChg chg="mod">
          <ac:chgData name="Kevin Comba" userId="2b567b3b-fb93-46f1-8cbc-0c356b39981a" providerId="ADAL" clId="{30AAD9E0-DE73-4EC5-A8CB-A73520ED6294}" dt="2024-04-05T14:07:49.541" v="562" actId="207"/>
          <ac:spMkLst>
            <pc:docMk/>
            <pc:sldMk cId="327742093" sldId="316"/>
            <ac:spMk id="5" creationId="{19BB6290-0A45-6485-4ED6-C5C81834249A}"/>
          </ac:spMkLst>
        </pc:spChg>
        <pc:spChg chg="mod">
          <ac:chgData name="Kevin Comba" userId="2b567b3b-fb93-46f1-8cbc-0c356b39981a" providerId="ADAL" clId="{30AAD9E0-DE73-4EC5-A8CB-A73520ED6294}" dt="2024-04-05T14:09:08.049" v="570" actId="14100"/>
          <ac:spMkLst>
            <pc:docMk/>
            <pc:sldMk cId="327742093" sldId="316"/>
            <ac:spMk id="9" creationId="{CCFB77D4-C62B-325D-90AF-E16E31F049E7}"/>
          </ac:spMkLst>
        </pc:spChg>
        <pc:spChg chg="mod">
          <ac:chgData name="Kevin Comba" userId="2b567b3b-fb93-46f1-8cbc-0c356b39981a" providerId="ADAL" clId="{30AAD9E0-DE73-4EC5-A8CB-A73520ED6294}" dt="2024-04-05T14:07:20.607" v="559" actId="20577"/>
          <ac:spMkLst>
            <pc:docMk/>
            <pc:sldMk cId="327742093" sldId="316"/>
            <ac:spMk id="10" creationId="{24E10090-012C-6F7D-E81E-F6CE5DD50566}"/>
          </ac:spMkLst>
        </pc:spChg>
        <pc:spChg chg="mod">
          <ac:chgData name="Kevin Comba" userId="2b567b3b-fb93-46f1-8cbc-0c356b39981a" providerId="ADAL" clId="{30AAD9E0-DE73-4EC5-A8CB-A73520ED6294}" dt="2024-04-05T14:08:05.436" v="563"/>
          <ac:spMkLst>
            <pc:docMk/>
            <pc:sldMk cId="327742093" sldId="316"/>
            <ac:spMk id="11" creationId="{E1BE6E13-C47F-B62E-F86E-7EE7853B856B}"/>
          </ac:spMkLst>
        </pc:spChg>
        <pc:spChg chg="mod">
          <ac:chgData name="Kevin Comba" userId="2b567b3b-fb93-46f1-8cbc-0c356b39981a" providerId="ADAL" clId="{30AAD9E0-DE73-4EC5-A8CB-A73520ED6294}" dt="2024-04-05T14:09:58.118" v="577" actId="1076"/>
          <ac:spMkLst>
            <pc:docMk/>
            <pc:sldMk cId="327742093" sldId="316"/>
            <ac:spMk id="12" creationId="{930FE197-1FD4-FA53-F766-5918D5FE421D}"/>
          </ac:spMkLst>
        </pc:spChg>
        <pc:spChg chg="mod">
          <ac:chgData name="Kevin Comba" userId="2b567b3b-fb93-46f1-8cbc-0c356b39981a" providerId="ADAL" clId="{30AAD9E0-DE73-4EC5-A8CB-A73520ED6294}" dt="2024-04-05T14:09:58.118" v="577" actId="1076"/>
          <ac:spMkLst>
            <pc:docMk/>
            <pc:sldMk cId="327742093" sldId="316"/>
            <ac:spMk id="15" creationId="{2171D348-7552-21F2-DDD8-EDF64C6BBA38}"/>
          </ac:spMkLst>
        </pc:spChg>
        <pc:spChg chg="del">
          <ac:chgData name="Kevin Comba" userId="2b567b3b-fb93-46f1-8cbc-0c356b39981a" providerId="ADAL" clId="{30AAD9E0-DE73-4EC5-A8CB-A73520ED6294}" dt="2024-04-05T14:17:45.562" v="583" actId="478"/>
          <ac:spMkLst>
            <pc:docMk/>
            <pc:sldMk cId="327742093" sldId="316"/>
            <ac:spMk id="23" creationId="{1394036E-4AB9-8674-0724-A121C0C9CA8A}"/>
          </ac:spMkLst>
        </pc:spChg>
        <pc:spChg chg="del">
          <ac:chgData name="Kevin Comba" userId="2b567b3b-fb93-46f1-8cbc-0c356b39981a" providerId="ADAL" clId="{30AAD9E0-DE73-4EC5-A8CB-A73520ED6294}" dt="2024-04-05T14:17:44.088" v="582" actId="478"/>
          <ac:spMkLst>
            <pc:docMk/>
            <pc:sldMk cId="327742093" sldId="316"/>
            <ac:spMk id="24" creationId="{29E0D7A9-D758-519E-DF0E-C4D136593E76}"/>
          </ac:spMkLst>
        </pc:spChg>
        <pc:picChg chg="add mod">
          <ac:chgData name="Kevin Comba" userId="2b567b3b-fb93-46f1-8cbc-0c356b39981a" providerId="ADAL" clId="{30AAD9E0-DE73-4EC5-A8CB-A73520ED6294}" dt="2024-04-05T14:09:10.862" v="571" actId="1076"/>
          <ac:picMkLst>
            <pc:docMk/>
            <pc:sldMk cId="327742093" sldId="316"/>
            <ac:picMk id="3" creationId="{EC75FB20-1606-678E-306C-DE57E7EC8A28}"/>
          </ac:picMkLst>
        </pc:picChg>
        <pc:picChg chg="del">
          <ac:chgData name="Kevin Comba" userId="2b567b3b-fb93-46f1-8cbc-0c356b39981a" providerId="ADAL" clId="{30AAD9E0-DE73-4EC5-A8CB-A73520ED6294}" dt="2024-04-05T14:08:28.842" v="564" actId="478"/>
          <ac:picMkLst>
            <pc:docMk/>
            <pc:sldMk cId="327742093" sldId="316"/>
            <ac:picMk id="7" creationId="{AC4BAD16-4CB1-13F0-0D29-522AAFBD8C6C}"/>
          </ac:picMkLst>
        </pc:picChg>
        <pc:picChg chg="add mod">
          <ac:chgData name="Kevin Comba" userId="2b567b3b-fb93-46f1-8cbc-0c356b39981a" providerId="ADAL" clId="{30AAD9E0-DE73-4EC5-A8CB-A73520ED6294}" dt="2024-04-05T14:17:55.454" v="586" actId="1076"/>
          <ac:picMkLst>
            <pc:docMk/>
            <pc:sldMk cId="327742093" sldId="316"/>
            <ac:picMk id="13" creationId="{33FA1304-7A92-5D78-9810-2B8CD510B92E}"/>
          </ac:picMkLst>
        </pc:picChg>
        <pc:picChg chg="del mod">
          <ac:chgData name="Kevin Comba" userId="2b567b3b-fb93-46f1-8cbc-0c356b39981a" providerId="ADAL" clId="{30AAD9E0-DE73-4EC5-A8CB-A73520ED6294}" dt="2024-04-05T14:09:47.112" v="575" actId="478"/>
          <ac:picMkLst>
            <pc:docMk/>
            <pc:sldMk cId="327742093" sldId="316"/>
            <ac:picMk id="21" creationId="{66210EDF-9561-2747-AE73-27E7A78E7C49}"/>
          </ac:picMkLst>
        </pc:picChg>
        <pc:picChg chg="del mod">
          <ac:chgData name="Kevin Comba" userId="2b567b3b-fb93-46f1-8cbc-0c356b39981a" providerId="ADAL" clId="{30AAD9E0-DE73-4EC5-A8CB-A73520ED6294}" dt="2024-04-05T14:17:46.831" v="584" actId="478"/>
          <ac:picMkLst>
            <pc:docMk/>
            <pc:sldMk cId="327742093" sldId="316"/>
            <ac:picMk id="26" creationId="{912F9967-50EE-E080-154B-E0EEEB2304D4}"/>
          </ac:picMkLst>
        </pc:picChg>
      </pc:sldChg>
      <pc:sldChg chg="add del">
        <pc:chgData name="Kevin Comba" userId="2b567b3b-fb93-46f1-8cbc-0c356b39981a" providerId="ADAL" clId="{30AAD9E0-DE73-4EC5-A8CB-A73520ED6294}" dt="2024-04-05T14:05:40.347" v="524" actId="2890"/>
        <pc:sldMkLst>
          <pc:docMk/>
          <pc:sldMk cId="3994233794" sldId="316"/>
        </pc:sldMkLst>
      </pc:sldChg>
      <pc:sldChg chg="add del replId">
        <pc:chgData name="Kevin Comba" userId="2b567b3b-fb93-46f1-8cbc-0c356b39981a" providerId="ADAL" clId="{30AAD9E0-DE73-4EC5-A8CB-A73520ED6294}" dt="2024-04-05T14:05:40.347" v="524" actId="2890"/>
        <pc:sldMkLst>
          <pc:docMk/>
          <pc:sldMk cId="1809421991" sldId="317"/>
        </pc:sldMkLst>
      </pc:sldChg>
      <pc:sldChg chg="addSp delSp modSp add mod">
        <pc:chgData name="Kevin Comba" userId="2b567b3b-fb93-46f1-8cbc-0c356b39981a" providerId="ADAL" clId="{30AAD9E0-DE73-4EC5-A8CB-A73520ED6294}" dt="2024-04-05T14:19:29.488" v="596" actId="1076"/>
        <pc:sldMkLst>
          <pc:docMk/>
          <pc:sldMk cId="1931392513" sldId="317"/>
        </pc:sldMkLst>
        <pc:spChg chg="del">
          <ac:chgData name="Kevin Comba" userId="2b567b3b-fb93-46f1-8cbc-0c356b39981a" providerId="ADAL" clId="{30AAD9E0-DE73-4EC5-A8CB-A73520ED6294}" dt="2024-04-05T14:18:34.677" v="589" actId="478"/>
          <ac:spMkLst>
            <pc:docMk/>
            <pc:sldMk cId="1931392513" sldId="317"/>
            <ac:spMk id="5" creationId="{19BB6290-0A45-6485-4ED6-C5C81834249A}"/>
          </ac:spMkLst>
        </pc:spChg>
        <pc:spChg chg="del">
          <ac:chgData name="Kevin Comba" userId="2b567b3b-fb93-46f1-8cbc-0c356b39981a" providerId="ADAL" clId="{30AAD9E0-DE73-4EC5-A8CB-A73520ED6294}" dt="2024-04-05T14:18:49.497" v="593" actId="478"/>
          <ac:spMkLst>
            <pc:docMk/>
            <pc:sldMk cId="1931392513" sldId="317"/>
            <ac:spMk id="9" creationId="{CCFB77D4-C62B-325D-90AF-E16E31F049E7}"/>
          </ac:spMkLst>
        </pc:spChg>
        <pc:spChg chg="del">
          <ac:chgData name="Kevin Comba" userId="2b567b3b-fb93-46f1-8cbc-0c356b39981a" providerId="ADAL" clId="{30AAD9E0-DE73-4EC5-A8CB-A73520ED6294}" dt="2024-04-05T14:18:34.677" v="589" actId="478"/>
          <ac:spMkLst>
            <pc:docMk/>
            <pc:sldMk cId="1931392513" sldId="317"/>
            <ac:spMk id="10" creationId="{24E10090-012C-6F7D-E81E-F6CE5DD50566}"/>
          </ac:spMkLst>
        </pc:spChg>
        <pc:spChg chg="mod">
          <ac:chgData name="Kevin Comba" userId="2b567b3b-fb93-46f1-8cbc-0c356b39981a" providerId="ADAL" clId="{30AAD9E0-DE73-4EC5-A8CB-A73520ED6294}" dt="2024-04-05T14:18:47.148" v="592" actId="27636"/>
          <ac:spMkLst>
            <pc:docMk/>
            <pc:sldMk cId="1931392513" sldId="317"/>
            <ac:spMk id="11" creationId="{E1BE6E13-C47F-B62E-F86E-7EE7853B856B}"/>
          </ac:spMkLst>
        </pc:spChg>
        <pc:spChg chg="del">
          <ac:chgData name="Kevin Comba" userId="2b567b3b-fb93-46f1-8cbc-0c356b39981a" providerId="ADAL" clId="{30AAD9E0-DE73-4EC5-A8CB-A73520ED6294}" dt="2024-04-05T14:18:34.677" v="589" actId="478"/>
          <ac:spMkLst>
            <pc:docMk/>
            <pc:sldMk cId="1931392513" sldId="317"/>
            <ac:spMk id="12" creationId="{930FE197-1FD4-FA53-F766-5918D5FE421D}"/>
          </ac:spMkLst>
        </pc:spChg>
        <pc:spChg chg="del">
          <ac:chgData name="Kevin Comba" userId="2b567b3b-fb93-46f1-8cbc-0c356b39981a" providerId="ADAL" clId="{30AAD9E0-DE73-4EC5-A8CB-A73520ED6294}" dt="2024-04-05T14:18:34.677" v="589" actId="478"/>
          <ac:spMkLst>
            <pc:docMk/>
            <pc:sldMk cId="1931392513" sldId="317"/>
            <ac:spMk id="15" creationId="{2171D348-7552-21F2-DDD8-EDF64C6BBA38}"/>
          </ac:spMkLst>
        </pc:spChg>
        <pc:picChg chg="del">
          <ac:chgData name="Kevin Comba" userId="2b567b3b-fb93-46f1-8cbc-0c356b39981a" providerId="ADAL" clId="{30AAD9E0-DE73-4EC5-A8CB-A73520ED6294}" dt="2024-04-05T14:18:34.677" v="589" actId="478"/>
          <ac:picMkLst>
            <pc:docMk/>
            <pc:sldMk cId="1931392513" sldId="317"/>
            <ac:picMk id="3" creationId="{EC75FB20-1606-678E-306C-DE57E7EC8A28}"/>
          </ac:picMkLst>
        </pc:picChg>
        <pc:picChg chg="add mod">
          <ac:chgData name="Kevin Comba" userId="2b567b3b-fb93-46f1-8cbc-0c356b39981a" providerId="ADAL" clId="{30AAD9E0-DE73-4EC5-A8CB-A73520ED6294}" dt="2024-04-05T14:19:29.488" v="596" actId="1076"/>
          <ac:picMkLst>
            <pc:docMk/>
            <pc:sldMk cId="1931392513" sldId="317"/>
            <ac:picMk id="6" creationId="{CC8D8E3D-3951-C479-5090-F72320AAA8FA}"/>
          </ac:picMkLst>
        </pc:picChg>
        <pc:picChg chg="del">
          <ac:chgData name="Kevin Comba" userId="2b567b3b-fb93-46f1-8cbc-0c356b39981a" providerId="ADAL" clId="{30AAD9E0-DE73-4EC5-A8CB-A73520ED6294}" dt="2024-04-05T14:18:34.677" v="589" actId="478"/>
          <ac:picMkLst>
            <pc:docMk/>
            <pc:sldMk cId="1931392513" sldId="317"/>
            <ac:picMk id="13" creationId="{33FA1304-7A92-5D78-9810-2B8CD510B92E}"/>
          </ac:picMkLst>
        </pc:picChg>
      </pc:sldChg>
      <pc:sldChg chg="add del replId">
        <pc:chgData name="Kevin Comba" userId="2b567b3b-fb93-46f1-8cbc-0c356b39981a" providerId="ADAL" clId="{30AAD9E0-DE73-4EC5-A8CB-A73520ED6294}" dt="2024-04-05T14:05:40.347" v="524" actId="2890"/>
        <pc:sldMkLst>
          <pc:docMk/>
          <pc:sldMk cId="311770134" sldId="318"/>
        </pc:sldMkLst>
      </pc:sldChg>
      <pc:sldChg chg="modSp add mod ord">
        <pc:chgData name="Kevin Comba" userId="2b567b3b-fb93-46f1-8cbc-0c356b39981a" providerId="ADAL" clId="{30AAD9E0-DE73-4EC5-A8CB-A73520ED6294}" dt="2024-04-05T14:20:22.204" v="609" actId="20577"/>
        <pc:sldMkLst>
          <pc:docMk/>
          <pc:sldMk cId="1605848765" sldId="318"/>
        </pc:sldMkLst>
        <pc:spChg chg="mod">
          <ac:chgData name="Kevin Comba" userId="2b567b3b-fb93-46f1-8cbc-0c356b39981a" providerId="ADAL" clId="{30AAD9E0-DE73-4EC5-A8CB-A73520ED6294}" dt="2024-04-05T14:20:22.204" v="609" actId="20577"/>
          <ac:spMkLst>
            <pc:docMk/>
            <pc:sldMk cId="1605848765" sldId="318"/>
            <ac:spMk id="2" creationId="{D56B0075-49E8-9D04-BAD2-3C4D4C94C945}"/>
          </ac:spMkLst>
        </pc:spChg>
      </pc:sldChg>
      <pc:sldChg chg="add del replId">
        <pc:chgData name="Kevin Comba" userId="2b567b3b-fb93-46f1-8cbc-0c356b39981a" providerId="ADAL" clId="{30AAD9E0-DE73-4EC5-A8CB-A73520ED6294}" dt="2024-04-05T14:05:40.347" v="524" actId="2890"/>
        <pc:sldMkLst>
          <pc:docMk/>
          <pc:sldMk cId="1162784111" sldId="319"/>
        </pc:sldMkLst>
      </pc:sldChg>
      <pc:sldChg chg="addSp delSp modSp add mod ord">
        <pc:chgData name="Kevin Comba" userId="2b567b3b-fb93-46f1-8cbc-0c356b39981a" providerId="ADAL" clId="{30AAD9E0-DE73-4EC5-A8CB-A73520ED6294}" dt="2024-04-06T11:11:05.211" v="742" actId="1076"/>
        <pc:sldMkLst>
          <pc:docMk/>
          <pc:sldMk cId="3159373911" sldId="319"/>
        </pc:sldMkLst>
        <pc:spChg chg="mod">
          <ac:chgData name="Kevin Comba" userId="2b567b3b-fb93-46f1-8cbc-0c356b39981a" providerId="ADAL" clId="{30AAD9E0-DE73-4EC5-A8CB-A73520ED6294}" dt="2024-04-06T10:58:02.392" v="636" actId="207"/>
          <ac:spMkLst>
            <pc:docMk/>
            <pc:sldMk cId="3159373911" sldId="319"/>
            <ac:spMk id="5" creationId="{19BB6290-0A45-6485-4ED6-C5C81834249A}"/>
          </ac:spMkLst>
        </pc:spChg>
        <pc:spChg chg="del mod">
          <ac:chgData name="Kevin Comba" userId="2b567b3b-fb93-46f1-8cbc-0c356b39981a" providerId="ADAL" clId="{30AAD9E0-DE73-4EC5-A8CB-A73520ED6294}" dt="2024-04-06T10:57:38.991" v="632" actId="478"/>
          <ac:spMkLst>
            <pc:docMk/>
            <pc:sldMk cId="3159373911" sldId="319"/>
            <ac:spMk id="9" creationId="{CCFB77D4-C62B-325D-90AF-E16E31F049E7}"/>
          </ac:spMkLst>
        </pc:spChg>
        <pc:spChg chg="mod">
          <ac:chgData name="Kevin Comba" userId="2b567b3b-fb93-46f1-8cbc-0c356b39981a" providerId="ADAL" clId="{30AAD9E0-DE73-4EC5-A8CB-A73520ED6294}" dt="2024-04-06T11:11:05.211" v="742" actId="1076"/>
          <ac:spMkLst>
            <pc:docMk/>
            <pc:sldMk cId="3159373911" sldId="319"/>
            <ac:spMk id="10" creationId="{24E10090-012C-6F7D-E81E-F6CE5DD50566}"/>
          </ac:spMkLst>
        </pc:spChg>
        <pc:spChg chg="del">
          <ac:chgData name="Kevin Comba" userId="2b567b3b-fb93-46f1-8cbc-0c356b39981a" providerId="ADAL" clId="{30AAD9E0-DE73-4EC5-A8CB-A73520ED6294}" dt="2024-04-06T10:57:32.045" v="629" actId="478"/>
          <ac:spMkLst>
            <pc:docMk/>
            <pc:sldMk cId="3159373911" sldId="319"/>
            <ac:spMk id="11" creationId="{E1BE6E13-C47F-B62E-F86E-7EE7853B856B}"/>
          </ac:spMkLst>
        </pc:spChg>
        <pc:spChg chg="del">
          <ac:chgData name="Kevin Comba" userId="2b567b3b-fb93-46f1-8cbc-0c356b39981a" providerId="ADAL" clId="{30AAD9E0-DE73-4EC5-A8CB-A73520ED6294}" dt="2024-04-06T10:57:26.423" v="627" actId="478"/>
          <ac:spMkLst>
            <pc:docMk/>
            <pc:sldMk cId="3159373911" sldId="319"/>
            <ac:spMk id="12" creationId="{930FE197-1FD4-FA53-F766-5918D5FE421D}"/>
          </ac:spMkLst>
        </pc:spChg>
        <pc:spChg chg="del">
          <ac:chgData name="Kevin Comba" userId="2b567b3b-fb93-46f1-8cbc-0c356b39981a" providerId="ADAL" clId="{30AAD9E0-DE73-4EC5-A8CB-A73520ED6294}" dt="2024-04-06T10:57:28.286" v="628" actId="478"/>
          <ac:spMkLst>
            <pc:docMk/>
            <pc:sldMk cId="3159373911" sldId="319"/>
            <ac:spMk id="15" creationId="{2171D348-7552-21F2-DDD8-EDF64C6BBA38}"/>
          </ac:spMkLst>
        </pc:spChg>
        <pc:picChg chg="del">
          <ac:chgData name="Kevin Comba" userId="2b567b3b-fb93-46f1-8cbc-0c356b39981a" providerId="ADAL" clId="{30AAD9E0-DE73-4EC5-A8CB-A73520ED6294}" dt="2024-04-06T10:57:33.390" v="630" actId="478"/>
          <ac:picMkLst>
            <pc:docMk/>
            <pc:sldMk cId="3159373911" sldId="319"/>
            <ac:picMk id="3" creationId="{EC75FB20-1606-678E-306C-DE57E7EC8A28}"/>
          </ac:picMkLst>
        </pc:picChg>
        <pc:picChg chg="add mod">
          <ac:chgData name="Kevin Comba" userId="2b567b3b-fb93-46f1-8cbc-0c356b39981a" providerId="ADAL" clId="{30AAD9E0-DE73-4EC5-A8CB-A73520ED6294}" dt="2024-04-06T11:09:19.081" v="733" actId="1440"/>
          <ac:picMkLst>
            <pc:docMk/>
            <pc:sldMk cId="3159373911" sldId="319"/>
            <ac:picMk id="6" creationId="{BEAB3451-3980-7D26-9BE3-410C84CBD6E8}"/>
          </ac:picMkLst>
        </pc:picChg>
        <pc:picChg chg="del">
          <ac:chgData name="Kevin Comba" userId="2b567b3b-fb93-46f1-8cbc-0c356b39981a" providerId="ADAL" clId="{30AAD9E0-DE73-4EC5-A8CB-A73520ED6294}" dt="2024-04-06T10:57:23.819" v="626" actId="478"/>
          <ac:picMkLst>
            <pc:docMk/>
            <pc:sldMk cId="3159373911" sldId="319"/>
            <ac:picMk id="13" creationId="{33FA1304-7A92-5D78-9810-2B8CD510B92E}"/>
          </ac:picMkLst>
        </pc:picChg>
      </pc:sldChg>
      <pc:sldChg chg="add del replId">
        <pc:chgData name="Kevin Comba" userId="2b567b3b-fb93-46f1-8cbc-0c356b39981a" providerId="ADAL" clId="{30AAD9E0-DE73-4EC5-A8CB-A73520ED6294}" dt="2024-04-05T14:05:40.347" v="524" actId="2890"/>
        <pc:sldMkLst>
          <pc:docMk/>
          <pc:sldMk cId="309863474" sldId="320"/>
        </pc:sldMkLst>
      </pc:sldChg>
      <pc:sldChg chg="addSp delSp modSp add mod">
        <pc:chgData name="Kevin Comba" userId="2b567b3b-fb93-46f1-8cbc-0c356b39981a" providerId="ADAL" clId="{30AAD9E0-DE73-4EC5-A8CB-A73520ED6294}" dt="2024-04-06T11:10:57.153" v="741" actId="1076"/>
        <pc:sldMkLst>
          <pc:docMk/>
          <pc:sldMk cId="1213126984" sldId="320"/>
        </pc:sldMkLst>
        <pc:spChg chg="ord">
          <ac:chgData name="Kevin Comba" userId="2b567b3b-fb93-46f1-8cbc-0c356b39981a" providerId="ADAL" clId="{30AAD9E0-DE73-4EC5-A8CB-A73520ED6294}" dt="2024-04-06T11:03:08.287" v="690" actId="26606"/>
          <ac:spMkLst>
            <pc:docMk/>
            <pc:sldMk cId="1213126984" sldId="320"/>
            <ac:spMk id="4" creationId="{8903DB59-0098-DE67-1C60-B3913D9D79EA}"/>
          </ac:spMkLst>
        </pc:spChg>
        <pc:spChg chg="mod ord">
          <ac:chgData name="Kevin Comba" userId="2b567b3b-fb93-46f1-8cbc-0c356b39981a" providerId="ADAL" clId="{30AAD9E0-DE73-4EC5-A8CB-A73520ED6294}" dt="2024-04-06T11:03:08.287" v="690" actId="26606"/>
          <ac:spMkLst>
            <pc:docMk/>
            <pc:sldMk cId="1213126984" sldId="320"/>
            <ac:spMk id="5" creationId="{19BB6290-0A45-6485-4ED6-C5C81834249A}"/>
          </ac:spMkLst>
        </pc:spChg>
        <pc:spChg chg="ord">
          <ac:chgData name="Kevin Comba" userId="2b567b3b-fb93-46f1-8cbc-0c356b39981a" providerId="ADAL" clId="{30AAD9E0-DE73-4EC5-A8CB-A73520ED6294}" dt="2024-04-06T11:03:08.287" v="690" actId="26606"/>
          <ac:spMkLst>
            <pc:docMk/>
            <pc:sldMk cId="1213126984" sldId="320"/>
            <ac:spMk id="8" creationId="{D0775E92-B1BD-78A4-7410-851C3AC103A5}"/>
          </ac:spMkLst>
        </pc:spChg>
        <pc:spChg chg="mod">
          <ac:chgData name="Kevin Comba" userId="2b567b3b-fb93-46f1-8cbc-0c356b39981a" providerId="ADAL" clId="{30AAD9E0-DE73-4EC5-A8CB-A73520ED6294}" dt="2024-04-06T11:10:57.153" v="741" actId="1076"/>
          <ac:spMkLst>
            <pc:docMk/>
            <pc:sldMk cId="1213126984" sldId="320"/>
            <ac:spMk id="10" creationId="{24E10090-012C-6F7D-E81E-F6CE5DD50566}"/>
          </ac:spMkLst>
        </pc:spChg>
        <pc:spChg chg="add del">
          <ac:chgData name="Kevin Comba" userId="2b567b3b-fb93-46f1-8cbc-0c356b39981a" providerId="ADAL" clId="{30AAD9E0-DE73-4EC5-A8CB-A73520ED6294}" dt="2024-04-06T11:03:08.287" v="690" actId="26606"/>
          <ac:spMkLst>
            <pc:docMk/>
            <pc:sldMk cId="1213126984" sldId="320"/>
            <ac:spMk id="14" creationId="{86FF76B9-219D-4469-AF87-0236D29032F1}"/>
          </ac:spMkLst>
        </pc:spChg>
        <pc:spChg chg="add del">
          <ac:chgData name="Kevin Comba" userId="2b567b3b-fb93-46f1-8cbc-0c356b39981a" providerId="ADAL" clId="{30AAD9E0-DE73-4EC5-A8CB-A73520ED6294}" dt="2024-04-06T11:03:08.287" v="690" actId="26606"/>
          <ac:spMkLst>
            <pc:docMk/>
            <pc:sldMk cId="1213126984" sldId="320"/>
            <ac:spMk id="20" creationId="{2E80C965-DB6D-4F81-9E9E-B027384D0BD6}"/>
          </ac:spMkLst>
        </pc:spChg>
        <pc:spChg chg="add del">
          <ac:chgData name="Kevin Comba" userId="2b567b3b-fb93-46f1-8cbc-0c356b39981a" providerId="ADAL" clId="{30AAD9E0-DE73-4EC5-A8CB-A73520ED6294}" dt="2024-04-06T11:03:08.287" v="690" actId="26606"/>
          <ac:spMkLst>
            <pc:docMk/>
            <pc:sldMk cId="1213126984" sldId="320"/>
            <ac:spMk id="22" creationId="{633C5E46-DAC5-4661-9C87-22B08E2A512F}"/>
          </ac:spMkLst>
        </pc:spChg>
        <pc:spChg chg="add del">
          <ac:chgData name="Kevin Comba" userId="2b567b3b-fb93-46f1-8cbc-0c356b39981a" providerId="ADAL" clId="{30AAD9E0-DE73-4EC5-A8CB-A73520ED6294}" dt="2024-04-06T11:03:08.287" v="690" actId="26606"/>
          <ac:spMkLst>
            <pc:docMk/>
            <pc:sldMk cId="1213126984" sldId="320"/>
            <ac:spMk id="27" creationId="{2B97F24A-32CE-4C1C-A50D-3016B394DCFB}"/>
          </ac:spMkLst>
        </pc:spChg>
        <pc:spChg chg="add del">
          <ac:chgData name="Kevin Comba" userId="2b567b3b-fb93-46f1-8cbc-0c356b39981a" providerId="ADAL" clId="{30AAD9E0-DE73-4EC5-A8CB-A73520ED6294}" dt="2024-04-06T11:03:08.287" v="690" actId="26606"/>
          <ac:spMkLst>
            <pc:docMk/>
            <pc:sldMk cId="1213126984" sldId="320"/>
            <ac:spMk id="29" creationId="{CD8B4F24-440B-49E9-B85D-733523DC064B}"/>
          </ac:spMkLst>
        </pc:spChg>
        <pc:grpChg chg="add del">
          <ac:chgData name="Kevin Comba" userId="2b567b3b-fb93-46f1-8cbc-0c356b39981a" providerId="ADAL" clId="{30AAD9E0-DE73-4EC5-A8CB-A73520ED6294}" dt="2024-04-06T11:03:08.287" v="690" actId="26606"/>
          <ac:grpSpMkLst>
            <pc:docMk/>
            <pc:sldMk cId="1213126984" sldId="320"/>
            <ac:grpSpMk id="16" creationId="{DB88BD78-87E1-424D-B479-C37D8E41B12E}"/>
          </ac:grpSpMkLst>
        </pc:grpChg>
        <pc:picChg chg="add mod">
          <ac:chgData name="Kevin Comba" userId="2b567b3b-fb93-46f1-8cbc-0c356b39981a" providerId="ADAL" clId="{30AAD9E0-DE73-4EC5-A8CB-A73520ED6294}" dt="2024-04-06T11:09:39.697" v="734" actId="1440"/>
          <ac:picMkLst>
            <pc:docMk/>
            <pc:sldMk cId="1213126984" sldId="320"/>
            <ac:picMk id="3" creationId="{09F5D89A-B99C-98E0-52F2-58841E162418}"/>
          </ac:picMkLst>
        </pc:picChg>
        <pc:picChg chg="del">
          <ac:chgData name="Kevin Comba" userId="2b567b3b-fb93-46f1-8cbc-0c356b39981a" providerId="ADAL" clId="{30AAD9E0-DE73-4EC5-A8CB-A73520ED6294}" dt="2024-04-06T11:02:13.257" v="684" actId="478"/>
          <ac:picMkLst>
            <pc:docMk/>
            <pc:sldMk cId="1213126984" sldId="320"/>
            <ac:picMk id="6" creationId="{BEAB3451-3980-7D26-9BE3-410C84CBD6E8}"/>
          </ac:picMkLst>
        </pc:picChg>
      </pc:sldChg>
      <pc:sldChg chg="addSp delSp modSp add mod">
        <pc:chgData name="Kevin Comba" userId="2b567b3b-fb93-46f1-8cbc-0c356b39981a" providerId="ADAL" clId="{30AAD9E0-DE73-4EC5-A8CB-A73520ED6294}" dt="2024-04-06T11:10:32.886" v="739" actId="1076"/>
        <pc:sldMkLst>
          <pc:docMk/>
          <pc:sldMk cId="2016054088" sldId="321"/>
        </pc:sldMkLst>
        <pc:spChg chg="ord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4" creationId="{8903DB59-0098-DE67-1C60-B3913D9D79EA}"/>
          </ac:spMkLst>
        </pc:spChg>
        <pc:spChg chg="mod ord">
          <ac:chgData name="Kevin Comba" userId="2b567b3b-fb93-46f1-8cbc-0c356b39981a" providerId="ADAL" clId="{30AAD9E0-DE73-4EC5-A8CB-A73520ED6294}" dt="2024-04-06T11:10:28.457" v="738" actId="1076"/>
          <ac:spMkLst>
            <pc:docMk/>
            <pc:sldMk cId="2016054088" sldId="321"/>
            <ac:spMk id="5" creationId="{19BB6290-0A45-6485-4ED6-C5C81834249A}"/>
          </ac:spMkLst>
        </pc:spChg>
        <pc:spChg chg="ord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8" creationId="{D0775E92-B1BD-78A4-7410-851C3AC103A5}"/>
          </ac:spMkLst>
        </pc:spChg>
        <pc:spChg chg="mod">
          <ac:chgData name="Kevin Comba" userId="2b567b3b-fb93-46f1-8cbc-0c356b39981a" providerId="ADAL" clId="{30AAD9E0-DE73-4EC5-A8CB-A73520ED6294}" dt="2024-04-06T11:10:32.886" v="739" actId="1076"/>
          <ac:spMkLst>
            <pc:docMk/>
            <pc:sldMk cId="2016054088" sldId="321"/>
            <ac:spMk id="10" creationId="{24E10090-012C-6F7D-E81E-F6CE5DD50566}"/>
          </ac:spMkLst>
        </pc:spChg>
        <pc:spChg chg="add del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14" creationId="{86FF76B9-219D-4469-AF87-0236D29032F1}"/>
          </ac:spMkLst>
        </pc:spChg>
        <pc:spChg chg="add del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20" creationId="{2E80C965-DB6D-4F81-9E9E-B027384D0BD6}"/>
          </ac:spMkLst>
        </pc:spChg>
        <pc:spChg chg="add del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22" creationId="{633C5E46-DAC5-4661-9C87-22B08E2A512F}"/>
          </ac:spMkLst>
        </pc:spChg>
        <pc:spChg chg="add del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27" creationId="{DBC6133C-0615-4CE4-9132-37E609A9BDFA}"/>
          </ac:spMkLst>
        </pc:spChg>
        <pc:spChg chg="add del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29" creationId="{169CC832-2974-4E8D-90ED-3E2941BA7336}"/>
          </ac:spMkLst>
        </pc:spChg>
        <pc:spChg chg="add del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31" creationId="{55222F96-971A-4F90-B841-6BAB416C7AC1}"/>
          </ac:spMkLst>
        </pc:spChg>
        <pc:spChg chg="add del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33" creationId="{08980754-6F4B-43C9-B9BE-127B6BED6586}"/>
          </ac:spMkLst>
        </pc:spChg>
        <pc:spChg chg="add del">
          <ac:chgData name="Kevin Comba" userId="2b567b3b-fb93-46f1-8cbc-0c356b39981a" providerId="ADAL" clId="{30AAD9E0-DE73-4EC5-A8CB-A73520ED6294}" dt="2024-04-06T11:10:17.331" v="737" actId="26606"/>
          <ac:spMkLst>
            <pc:docMk/>
            <pc:sldMk cId="2016054088" sldId="321"/>
            <ac:spMk id="35" creationId="{2C1BBA94-3F40-40AA-8BB9-E69E25E537C1}"/>
          </ac:spMkLst>
        </pc:spChg>
        <pc:grpChg chg="add del">
          <ac:chgData name="Kevin Comba" userId="2b567b3b-fb93-46f1-8cbc-0c356b39981a" providerId="ADAL" clId="{30AAD9E0-DE73-4EC5-A8CB-A73520ED6294}" dt="2024-04-06T11:10:17.331" v="737" actId="26606"/>
          <ac:grpSpMkLst>
            <pc:docMk/>
            <pc:sldMk cId="2016054088" sldId="321"/>
            <ac:grpSpMk id="16" creationId="{DB88BD78-87E1-424D-B479-C37D8E41B12E}"/>
          </ac:grpSpMkLst>
        </pc:grpChg>
        <pc:picChg chg="del mod">
          <ac:chgData name="Kevin Comba" userId="2b567b3b-fb93-46f1-8cbc-0c356b39981a" providerId="ADAL" clId="{30AAD9E0-DE73-4EC5-A8CB-A73520ED6294}" dt="2024-04-06T11:07:14.808" v="726" actId="478"/>
          <ac:picMkLst>
            <pc:docMk/>
            <pc:sldMk cId="2016054088" sldId="321"/>
            <ac:picMk id="3" creationId="{09F5D89A-B99C-98E0-52F2-58841E162418}"/>
          </ac:picMkLst>
        </pc:picChg>
        <pc:picChg chg="add mod modCrop">
          <ac:chgData name="Kevin Comba" userId="2b567b3b-fb93-46f1-8cbc-0c356b39981a" providerId="ADAL" clId="{30AAD9E0-DE73-4EC5-A8CB-A73520ED6294}" dt="2024-04-06T11:10:17.331" v="737" actId="26606"/>
          <ac:picMkLst>
            <pc:docMk/>
            <pc:sldMk cId="2016054088" sldId="321"/>
            <ac:picMk id="6" creationId="{3AAED707-384C-68F4-3334-CB52D47AD096}"/>
          </ac:picMkLst>
        </pc:picChg>
      </pc:sldChg>
      <pc:sldChg chg="addSp delSp modSp add mod">
        <pc:chgData name="Kevin Comba" userId="2b567b3b-fb93-46f1-8cbc-0c356b39981a" providerId="ADAL" clId="{30AAD9E0-DE73-4EC5-A8CB-A73520ED6294}" dt="2024-04-06T12:47:16.168" v="762" actId="1440"/>
        <pc:sldMkLst>
          <pc:docMk/>
          <pc:sldMk cId="3644115618" sldId="322"/>
        </pc:sldMkLst>
        <pc:spChg chg="del">
          <ac:chgData name="Kevin Comba" userId="2b567b3b-fb93-46f1-8cbc-0c356b39981a" providerId="ADAL" clId="{30AAD9E0-DE73-4EC5-A8CB-A73520ED6294}" dt="2024-04-06T12:45:23.232" v="744" actId="478"/>
          <ac:spMkLst>
            <pc:docMk/>
            <pc:sldMk cId="3644115618" sldId="322"/>
            <ac:spMk id="4" creationId="{8903DB59-0098-DE67-1C60-B3913D9D79EA}"/>
          </ac:spMkLst>
        </pc:spChg>
        <pc:spChg chg="del">
          <ac:chgData name="Kevin Comba" userId="2b567b3b-fb93-46f1-8cbc-0c356b39981a" providerId="ADAL" clId="{30AAD9E0-DE73-4EC5-A8CB-A73520ED6294}" dt="2024-04-06T12:45:23.232" v="744" actId="478"/>
          <ac:spMkLst>
            <pc:docMk/>
            <pc:sldMk cId="3644115618" sldId="322"/>
            <ac:spMk id="5" creationId="{19BB6290-0A45-6485-4ED6-C5C81834249A}"/>
          </ac:spMkLst>
        </pc:spChg>
        <pc:spChg chg="del">
          <ac:chgData name="Kevin Comba" userId="2b567b3b-fb93-46f1-8cbc-0c356b39981a" providerId="ADAL" clId="{30AAD9E0-DE73-4EC5-A8CB-A73520ED6294}" dt="2024-04-06T12:45:23.232" v="744" actId="478"/>
          <ac:spMkLst>
            <pc:docMk/>
            <pc:sldMk cId="3644115618" sldId="322"/>
            <ac:spMk id="8" creationId="{D0775E92-B1BD-78A4-7410-851C3AC103A5}"/>
          </ac:spMkLst>
        </pc:spChg>
        <pc:spChg chg="del">
          <ac:chgData name="Kevin Comba" userId="2b567b3b-fb93-46f1-8cbc-0c356b39981a" providerId="ADAL" clId="{30AAD9E0-DE73-4EC5-A8CB-A73520ED6294}" dt="2024-04-06T12:45:23.232" v="744" actId="478"/>
          <ac:spMkLst>
            <pc:docMk/>
            <pc:sldMk cId="3644115618" sldId="322"/>
            <ac:spMk id="9" creationId="{CCFB77D4-C62B-325D-90AF-E16E31F049E7}"/>
          </ac:spMkLst>
        </pc:spChg>
        <pc:spChg chg="mod">
          <ac:chgData name="Kevin Comba" userId="2b567b3b-fb93-46f1-8cbc-0c356b39981a" providerId="ADAL" clId="{30AAD9E0-DE73-4EC5-A8CB-A73520ED6294}" dt="2024-04-06T12:46:46.849" v="760" actId="1076"/>
          <ac:spMkLst>
            <pc:docMk/>
            <pc:sldMk cId="3644115618" sldId="322"/>
            <ac:spMk id="10" creationId="{24E10090-012C-6F7D-E81E-F6CE5DD50566}"/>
          </ac:spMkLst>
        </pc:spChg>
        <pc:spChg chg="del">
          <ac:chgData name="Kevin Comba" userId="2b567b3b-fb93-46f1-8cbc-0c356b39981a" providerId="ADAL" clId="{30AAD9E0-DE73-4EC5-A8CB-A73520ED6294}" dt="2024-04-06T12:45:23.232" v="744" actId="478"/>
          <ac:spMkLst>
            <pc:docMk/>
            <pc:sldMk cId="3644115618" sldId="322"/>
            <ac:spMk id="11" creationId="{E1BE6E13-C47F-B62E-F86E-7EE7853B856B}"/>
          </ac:spMkLst>
        </pc:spChg>
        <pc:spChg chg="del">
          <ac:chgData name="Kevin Comba" userId="2b567b3b-fb93-46f1-8cbc-0c356b39981a" providerId="ADAL" clId="{30AAD9E0-DE73-4EC5-A8CB-A73520ED6294}" dt="2024-04-06T12:45:23.232" v="744" actId="478"/>
          <ac:spMkLst>
            <pc:docMk/>
            <pc:sldMk cId="3644115618" sldId="322"/>
            <ac:spMk id="12" creationId="{930FE197-1FD4-FA53-F766-5918D5FE421D}"/>
          </ac:spMkLst>
        </pc:spChg>
        <pc:spChg chg="del">
          <ac:chgData name="Kevin Comba" userId="2b567b3b-fb93-46f1-8cbc-0c356b39981a" providerId="ADAL" clId="{30AAD9E0-DE73-4EC5-A8CB-A73520ED6294}" dt="2024-04-06T12:45:23.232" v="744" actId="478"/>
          <ac:spMkLst>
            <pc:docMk/>
            <pc:sldMk cId="3644115618" sldId="322"/>
            <ac:spMk id="15" creationId="{2171D348-7552-21F2-DDD8-EDF64C6BBA38}"/>
          </ac:spMkLst>
        </pc:spChg>
        <pc:spChg chg="del">
          <ac:chgData name="Kevin Comba" userId="2b567b3b-fb93-46f1-8cbc-0c356b39981a" providerId="ADAL" clId="{30AAD9E0-DE73-4EC5-A8CB-A73520ED6294}" dt="2024-04-06T12:45:23.232" v="744" actId="478"/>
          <ac:spMkLst>
            <pc:docMk/>
            <pc:sldMk cId="3644115618" sldId="322"/>
            <ac:spMk id="19" creationId="{8B88EFEF-E8C9-1FE2-1D82-C0DD7FEBCF4A}"/>
          </ac:spMkLst>
        </pc:spChg>
        <pc:grpChg chg="add mod">
          <ac:chgData name="Kevin Comba" userId="2b567b3b-fb93-46f1-8cbc-0c356b39981a" providerId="ADAL" clId="{30AAD9E0-DE73-4EC5-A8CB-A73520ED6294}" dt="2024-04-06T12:46:48.819" v="761" actId="1076"/>
          <ac:grpSpMkLst>
            <pc:docMk/>
            <pc:sldMk cId="3644115618" sldId="322"/>
            <ac:grpSpMk id="23" creationId="{B5850545-1A88-1ADF-F972-1B3F407A79B8}"/>
          </ac:grpSpMkLst>
        </pc:grpChg>
        <pc:picChg chg="del">
          <ac:chgData name="Kevin Comba" userId="2b567b3b-fb93-46f1-8cbc-0c356b39981a" providerId="ADAL" clId="{30AAD9E0-DE73-4EC5-A8CB-A73520ED6294}" dt="2024-04-06T12:45:23.232" v="744" actId="478"/>
          <ac:picMkLst>
            <pc:docMk/>
            <pc:sldMk cId="3644115618" sldId="322"/>
            <ac:picMk id="3" creationId="{F5C68CC0-C509-7C00-1C04-042DC6A1ED18}"/>
          </ac:picMkLst>
        </pc:picChg>
        <pc:picChg chg="add mod modCrop">
          <ac:chgData name="Kevin Comba" userId="2b567b3b-fb93-46f1-8cbc-0c356b39981a" providerId="ADAL" clId="{30AAD9E0-DE73-4EC5-A8CB-A73520ED6294}" dt="2024-04-06T12:47:16.168" v="762" actId="1440"/>
          <ac:picMkLst>
            <pc:docMk/>
            <pc:sldMk cId="3644115618" sldId="322"/>
            <ac:picMk id="6" creationId="{A5B19101-6E04-1274-946D-DA2A0D521C52}"/>
          </ac:picMkLst>
        </pc:picChg>
        <pc:picChg chg="del">
          <ac:chgData name="Kevin Comba" userId="2b567b3b-fb93-46f1-8cbc-0c356b39981a" providerId="ADAL" clId="{30AAD9E0-DE73-4EC5-A8CB-A73520ED6294}" dt="2024-04-06T12:45:23.232" v="744" actId="478"/>
          <ac:picMkLst>
            <pc:docMk/>
            <pc:sldMk cId="3644115618" sldId="322"/>
            <ac:picMk id="13" creationId="{D6A023F6-A2BE-FDE6-BB78-D756FF12AB68}"/>
          </ac:picMkLst>
        </pc:picChg>
        <pc:picChg chg="add mod modCrop">
          <ac:chgData name="Kevin Comba" userId="2b567b3b-fb93-46f1-8cbc-0c356b39981a" providerId="ADAL" clId="{30AAD9E0-DE73-4EC5-A8CB-A73520ED6294}" dt="2024-04-06T12:47:16.168" v="762" actId="1440"/>
          <ac:picMkLst>
            <pc:docMk/>
            <pc:sldMk cId="3644115618" sldId="322"/>
            <ac:picMk id="21" creationId="{5E3A3969-C6D8-70DB-AF8C-893F8586401D}"/>
          </ac:picMkLst>
        </pc:picChg>
        <pc:picChg chg="del">
          <ac:chgData name="Kevin Comba" userId="2b567b3b-fb93-46f1-8cbc-0c356b39981a" providerId="ADAL" clId="{30AAD9E0-DE73-4EC5-A8CB-A73520ED6294}" dt="2024-04-06T12:45:23.232" v="744" actId="478"/>
          <ac:picMkLst>
            <pc:docMk/>
            <pc:sldMk cId="3644115618" sldId="322"/>
            <ac:picMk id="27" creationId="{45E1DC68-20E9-17AF-5305-7F491E020381}"/>
          </ac:picMkLst>
        </pc:picChg>
      </pc:sldChg>
      <pc:sldChg chg="modSp add mod ord">
        <pc:chgData name="Kevin Comba" userId="2b567b3b-fb93-46f1-8cbc-0c356b39981a" providerId="ADAL" clId="{30AAD9E0-DE73-4EC5-A8CB-A73520ED6294}" dt="2024-04-06T13:18:57.805" v="805" actId="20577"/>
        <pc:sldMkLst>
          <pc:docMk/>
          <pc:sldMk cId="2780827168" sldId="323"/>
        </pc:sldMkLst>
        <pc:spChg chg="mod">
          <ac:chgData name="Kevin Comba" userId="2b567b3b-fb93-46f1-8cbc-0c356b39981a" providerId="ADAL" clId="{30AAD9E0-DE73-4EC5-A8CB-A73520ED6294}" dt="2024-04-06T13:18:57.805" v="805" actId="20577"/>
          <ac:spMkLst>
            <pc:docMk/>
            <pc:sldMk cId="2780827168" sldId="323"/>
            <ac:spMk id="2" creationId="{D56B0075-49E8-9D04-BAD2-3C4D4C94C945}"/>
          </ac:spMkLst>
        </pc:spChg>
      </pc:sldChg>
      <pc:sldChg chg="addSp delSp modSp add mod ord replId">
        <pc:chgData name="Kevin Comba" userId="2b567b3b-fb93-46f1-8cbc-0c356b39981a" providerId="ADAL" clId="{30AAD9E0-DE73-4EC5-A8CB-A73520ED6294}" dt="2024-04-06T13:32:37.739" v="837" actId="1076"/>
        <pc:sldMkLst>
          <pc:docMk/>
          <pc:sldMk cId="53669575" sldId="324"/>
        </pc:sldMkLst>
        <pc:spChg chg="ord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4" creationId="{8903DB59-0098-DE67-1C60-B3913D9D79EA}"/>
          </ac:spMkLst>
        </pc:spChg>
        <pc:spChg chg="mod ord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5" creationId="{19BB6290-0A45-6485-4ED6-C5C81834249A}"/>
          </ac:spMkLst>
        </pc:spChg>
        <pc:spChg chg="ord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8" creationId="{D0775E92-B1BD-78A4-7410-851C3AC103A5}"/>
          </ac:spMkLst>
        </pc:spChg>
        <pc:spChg chg="del">
          <ac:chgData name="Kevin Comba" userId="2b567b3b-fb93-46f1-8cbc-0c356b39981a" providerId="ADAL" clId="{30AAD9E0-DE73-4EC5-A8CB-A73520ED6294}" dt="2024-04-06T13:30:17.182" v="815" actId="478"/>
          <ac:spMkLst>
            <pc:docMk/>
            <pc:sldMk cId="53669575" sldId="324"/>
            <ac:spMk id="9" creationId="{CCFB77D4-C62B-325D-90AF-E16E31F049E7}"/>
          </ac:spMkLst>
        </pc:spChg>
        <pc:spChg chg="mod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10" creationId="{24E10090-012C-6F7D-E81E-F6CE5DD50566}"/>
          </ac:spMkLst>
        </pc:spChg>
        <pc:spChg chg="del">
          <ac:chgData name="Kevin Comba" userId="2b567b3b-fb93-46f1-8cbc-0c356b39981a" providerId="ADAL" clId="{30AAD9E0-DE73-4EC5-A8CB-A73520ED6294}" dt="2024-04-06T13:30:14.929" v="814" actId="478"/>
          <ac:spMkLst>
            <pc:docMk/>
            <pc:sldMk cId="53669575" sldId="324"/>
            <ac:spMk id="11" creationId="{E1BE6E13-C47F-B62E-F86E-7EE7853B856B}"/>
          </ac:spMkLst>
        </pc:spChg>
        <pc:spChg chg="del">
          <ac:chgData name="Kevin Comba" userId="2b567b3b-fb93-46f1-8cbc-0c356b39981a" providerId="ADAL" clId="{30AAD9E0-DE73-4EC5-A8CB-A73520ED6294}" dt="2024-04-06T13:30:21.125" v="819" actId="478"/>
          <ac:spMkLst>
            <pc:docMk/>
            <pc:sldMk cId="53669575" sldId="324"/>
            <ac:spMk id="12" creationId="{930FE197-1FD4-FA53-F766-5918D5FE421D}"/>
          </ac:spMkLst>
        </pc:spChg>
        <pc:spChg chg="del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14" creationId="{86FF76B9-219D-4469-AF87-0236D29032F1}"/>
          </ac:spMkLst>
        </pc:spChg>
        <pc:spChg chg="del">
          <ac:chgData name="Kevin Comba" userId="2b567b3b-fb93-46f1-8cbc-0c356b39981a" providerId="ADAL" clId="{30AAD9E0-DE73-4EC5-A8CB-A73520ED6294}" dt="2024-04-06T13:30:22.992" v="820" actId="478"/>
          <ac:spMkLst>
            <pc:docMk/>
            <pc:sldMk cId="53669575" sldId="324"/>
            <ac:spMk id="15" creationId="{2171D348-7552-21F2-DDD8-EDF64C6BBA38}"/>
          </ac:spMkLst>
        </pc:spChg>
        <pc:spChg chg="del">
          <ac:chgData name="Kevin Comba" userId="2b567b3b-fb93-46f1-8cbc-0c356b39981a" providerId="ADAL" clId="{30AAD9E0-DE73-4EC5-A8CB-A73520ED6294}" dt="2024-04-06T13:30:26.083" v="821" actId="478"/>
          <ac:spMkLst>
            <pc:docMk/>
            <pc:sldMk cId="53669575" sldId="324"/>
            <ac:spMk id="19" creationId="{8B88EFEF-E8C9-1FE2-1D82-C0DD7FEBCF4A}"/>
          </ac:spMkLst>
        </pc:spChg>
        <pc:spChg chg="del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20" creationId="{2E80C965-DB6D-4F81-9E9E-B027384D0BD6}"/>
          </ac:spMkLst>
        </pc:spChg>
        <pc:spChg chg="del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22" creationId="{633C5E46-DAC5-4661-9C87-22B08E2A512F}"/>
          </ac:spMkLst>
        </pc:spChg>
        <pc:spChg chg="add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24" creationId="{2B97F24A-32CE-4C1C-A50D-3016B394DCFB}"/>
          </ac:spMkLst>
        </pc:spChg>
        <pc:spChg chg="add">
          <ac:chgData name="Kevin Comba" userId="2b567b3b-fb93-46f1-8cbc-0c356b39981a" providerId="ADAL" clId="{30AAD9E0-DE73-4EC5-A8CB-A73520ED6294}" dt="2024-04-06T13:32:21.158" v="834" actId="26606"/>
          <ac:spMkLst>
            <pc:docMk/>
            <pc:sldMk cId="53669575" sldId="324"/>
            <ac:spMk id="29" creationId="{6357EC4F-235E-4222-A36F-C7878ACE37F2}"/>
          </ac:spMkLst>
        </pc:spChg>
        <pc:grpChg chg="del">
          <ac:chgData name="Kevin Comba" userId="2b567b3b-fb93-46f1-8cbc-0c356b39981a" providerId="ADAL" clId="{30AAD9E0-DE73-4EC5-A8CB-A73520ED6294}" dt="2024-04-06T13:32:21.158" v="834" actId="26606"/>
          <ac:grpSpMkLst>
            <pc:docMk/>
            <pc:sldMk cId="53669575" sldId="324"/>
            <ac:grpSpMk id="16" creationId="{DB88BD78-87E1-424D-B479-C37D8E41B12E}"/>
          </ac:grpSpMkLst>
        </pc:grpChg>
        <pc:picChg chg="del">
          <ac:chgData name="Kevin Comba" userId="2b567b3b-fb93-46f1-8cbc-0c356b39981a" providerId="ADAL" clId="{30AAD9E0-DE73-4EC5-A8CB-A73520ED6294}" dt="2024-04-06T13:30:17.998" v="816" actId="478"/>
          <ac:picMkLst>
            <pc:docMk/>
            <pc:sldMk cId="53669575" sldId="324"/>
            <ac:picMk id="3" creationId="{F5C68CC0-C509-7C00-1C04-042DC6A1ED18}"/>
          </ac:picMkLst>
        </pc:picChg>
        <pc:picChg chg="add mod modCrop">
          <ac:chgData name="Kevin Comba" userId="2b567b3b-fb93-46f1-8cbc-0c356b39981a" providerId="ADAL" clId="{30AAD9E0-DE73-4EC5-A8CB-A73520ED6294}" dt="2024-04-06T13:32:37.739" v="837" actId="1076"/>
          <ac:picMkLst>
            <pc:docMk/>
            <pc:sldMk cId="53669575" sldId="324"/>
            <ac:picMk id="6" creationId="{12F86DAE-41C0-3076-E4C4-DF9C2EE3381B}"/>
          </ac:picMkLst>
        </pc:picChg>
        <pc:picChg chg="del">
          <ac:chgData name="Kevin Comba" userId="2b567b3b-fb93-46f1-8cbc-0c356b39981a" providerId="ADAL" clId="{30AAD9E0-DE73-4EC5-A8CB-A73520ED6294}" dt="2024-04-06T13:30:18.669" v="817" actId="478"/>
          <ac:picMkLst>
            <pc:docMk/>
            <pc:sldMk cId="53669575" sldId="324"/>
            <ac:picMk id="13" creationId="{D6A023F6-A2BE-FDE6-BB78-D756FF12AB68}"/>
          </ac:picMkLst>
        </pc:picChg>
        <pc:picChg chg="del">
          <ac:chgData name="Kevin Comba" userId="2b567b3b-fb93-46f1-8cbc-0c356b39981a" providerId="ADAL" clId="{30AAD9E0-DE73-4EC5-A8CB-A73520ED6294}" dt="2024-04-06T13:30:19.477" v="818" actId="478"/>
          <ac:picMkLst>
            <pc:docMk/>
            <pc:sldMk cId="53669575" sldId="324"/>
            <ac:picMk id="27" creationId="{45E1DC68-20E9-17AF-5305-7F491E020381}"/>
          </ac:picMkLst>
        </pc:picChg>
      </pc:sldChg>
      <pc:sldChg chg="addSp delSp modSp add mod ord replId">
        <pc:chgData name="Kevin Comba" userId="2b567b3b-fb93-46f1-8cbc-0c356b39981a" providerId="ADAL" clId="{30AAD9E0-DE73-4EC5-A8CB-A73520ED6294}" dt="2024-04-06T13:30:59.608" v="829" actId="14100"/>
        <pc:sldMkLst>
          <pc:docMk/>
          <pc:sldMk cId="2665909812" sldId="325"/>
        </pc:sldMkLst>
        <pc:spChg chg="del">
          <ac:chgData name="Kevin Comba" userId="2b567b3b-fb93-46f1-8cbc-0c356b39981a" providerId="ADAL" clId="{30AAD9E0-DE73-4EC5-A8CB-A73520ED6294}" dt="2024-04-06T13:30:41.979" v="825" actId="478"/>
          <ac:spMkLst>
            <pc:docMk/>
            <pc:sldMk cId="2665909812" sldId="325"/>
            <ac:spMk id="10" creationId="{24E10090-012C-6F7D-E81E-F6CE5DD50566}"/>
          </ac:spMkLst>
        </pc:spChg>
        <pc:spChg chg="del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14" creationId="{86FF76B9-219D-4469-AF87-0236D29032F1}"/>
          </ac:spMkLst>
        </pc:spChg>
        <pc:spChg chg="del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20" creationId="{2E80C965-DB6D-4F81-9E9E-B027384D0BD6}"/>
          </ac:spMkLst>
        </pc:spChg>
        <pc:spChg chg="del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22" creationId="{633C5E46-DAC5-4661-9C87-22B08E2A512F}"/>
          </ac:spMkLst>
        </pc:spChg>
        <pc:spChg chg="add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27" creationId="{F3060C83-F051-4F0E-ABAD-AA0DFC48B218}"/>
          </ac:spMkLst>
        </pc:spChg>
        <pc:spChg chg="add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29" creationId="{83C98ABE-055B-441F-B07E-44F97F083C39}"/>
          </ac:spMkLst>
        </pc:spChg>
        <pc:spChg chg="add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31" creationId="{29FDB030-9B49-4CED-8CCD-4D99382388AC}"/>
          </ac:spMkLst>
        </pc:spChg>
        <pc:spChg chg="add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33" creationId="{3783CA14-24A1-485C-8B30-D6A5D87987AD}"/>
          </ac:spMkLst>
        </pc:spChg>
        <pc:spChg chg="add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35" creationId="{9A97C86A-04D6-40F7-AE84-31AB43E6A846}"/>
          </ac:spMkLst>
        </pc:spChg>
        <pc:spChg chg="add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37" creationId="{FF9F2414-84E8-453E-B1F3-389FDE8192D9}"/>
          </ac:spMkLst>
        </pc:spChg>
        <pc:spChg chg="add">
          <ac:chgData name="Kevin Comba" userId="2b567b3b-fb93-46f1-8cbc-0c356b39981a" providerId="ADAL" clId="{30AAD9E0-DE73-4EC5-A8CB-A73520ED6294}" dt="2024-04-06T13:30:54.084" v="827" actId="26606"/>
          <ac:spMkLst>
            <pc:docMk/>
            <pc:sldMk cId="2665909812" sldId="325"/>
            <ac:spMk id="39" creationId="{3ECA69A1-7536-43AC-85EF-C7106179F5ED}"/>
          </ac:spMkLst>
        </pc:spChg>
        <pc:grpChg chg="del">
          <ac:chgData name="Kevin Comba" userId="2b567b3b-fb93-46f1-8cbc-0c356b39981a" providerId="ADAL" clId="{30AAD9E0-DE73-4EC5-A8CB-A73520ED6294}" dt="2024-04-06T13:30:54.084" v="827" actId="26606"/>
          <ac:grpSpMkLst>
            <pc:docMk/>
            <pc:sldMk cId="2665909812" sldId="325"/>
            <ac:grpSpMk id="16" creationId="{DB88BD78-87E1-424D-B479-C37D8E41B12E}"/>
          </ac:grpSpMkLst>
        </pc:grpChg>
        <pc:grpChg chg="del">
          <ac:chgData name="Kevin Comba" userId="2b567b3b-fb93-46f1-8cbc-0c356b39981a" providerId="ADAL" clId="{30AAD9E0-DE73-4EC5-A8CB-A73520ED6294}" dt="2024-04-06T13:30:40.156" v="824" actId="478"/>
          <ac:grpSpMkLst>
            <pc:docMk/>
            <pc:sldMk cId="2665909812" sldId="325"/>
            <ac:grpSpMk id="23" creationId="{B5850545-1A88-1ADF-F972-1B3F407A79B8}"/>
          </ac:grpSpMkLst>
        </pc:grpChg>
        <pc:picChg chg="add mod">
          <ac:chgData name="Kevin Comba" userId="2b567b3b-fb93-46f1-8cbc-0c356b39981a" providerId="ADAL" clId="{30AAD9E0-DE73-4EC5-A8CB-A73520ED6294}" dt="2024-04-06T13:30:59.608" v="829" actId="14100"/>
          <ac:picMkLst>
            <pc:docMk/>
            <pc:sldMk cId="2665909812" sldId="325"/>
            <ac:picMk id="3" creationId="{AAE25A2D-A79B-ECC9-E053-349158FCE1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72E3-29A4-E034-F412-7E51F5E97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E7BE6-CCA5-665F-DF04-3618DA65C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082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32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.github.io/language-server-protocol/" TargetMode="External"/><Relationship Id="rId2" Type="http://schemas.openxmlformats.org/officeDocument/2006/relationships/hyperlink" Target="https://www.typescriptlang.org/docs/handbook/2/everyday-types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icrosoft/TypeScript/tree/5c3045bc4f0d7b9a3e0d43cbf091ced99db8953c/src/compiler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4613B4A9-1C7C-4729-A016-AB42D397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12 TypeScript tricks for Clean Code | by Marcos Vinicius Gouvea | Medium">
            <a:extLst>
              <a:ext uri="{FF2B5EF4-FFF2-40B4-BE49-F238E27FC236}">
                <a16:creationId xmlns:a16="http://schemas.microsoft.com/office/drawing/2014/main" id="{7CCE6570-FA41-716C-AEE4-52A8ABD13C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1"/>
          <a:stretch/>
        </p:blipFill>
        <p:spPr bwMode="auto">
          <a:xfrm>
            <a:off x="337942" y="51766"/>
            <a:ext cx="11862684" cy="68579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57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7FDB1-7624-8269-0CDF-038A93A72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Our Goal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1E03C-17DA-010D-CB61-7E80D5C34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By the end, I want you to have a rock-solid mental model, that will allow you to design, discuss and understand types.</a:t>
            </a:r>
          </a:p>
        </p:txBody>
      </p:sp>
      <p:pic>
        <p:nvPicPr>
          <p:cNvPr id="5" name="Picture 4" descr="Football goal in the net">
            <a:extLst>
              <a:ext uri="{FF2B5EF4-FFF2-40B4-BE49-F238E27FC236}">
                <a16:creationId xmlns:a16="http://schemas.microsoft.com/office/drawing/2014/main" id="{DE34263D-3890-C265-2202-B053BFA27F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24" r="40044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6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7FDB1-7624-8269-0CDF-038A93A72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TypeScript?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1E03C-17DA-010D-CB61-7E80D5C34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TypeScript is an open source, typed syntactic superset of JavaScript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Compiles to clean, readable JS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Three parts: </a:t>
            </a:r>
            <a:r>
              <a:rPr lang="en-US" sz="2200" dirty="0">
                <a:hlinkClick r:id="rId2"/>
              </a:rPr>
              <a:t>Language</a:t>
            </a:r>
            <a:r>
              <a:rPr lang="en-US" sz="2200" dirty="0"/>
              <a:t>, </a:t>
            </a:r>
            <a:r>
              <a:rPr lang="en-US" sz="2200" dirty="0">
                <a:hlinkClick r:id="rId3"/>
              </a:rPr>
              <a:t>Language Server</a:t>
            </a:r>
            <a:r>
              <a:rPr lang="en-US" sz="2200" dirty="0"/>
              <a:t> and </a:t>
            </a:r>
            <a:r>
              <a:rPr lang="en-US" sz="2200" dirty="0">
                <a:hlinkClick r:id="rId4"/>
              </a:rPr>
              <a:t>Compiler</a:t>
            </a:r>
            <a:endParaRPr lang="en-US" sz="22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Kind of like a fancy linter — helps purely at build time</a:t>
            </a:r>
          </a:p>
        </p:txBody>
      </p:sp>
    </p:spTree>
    <p:extLst>
      <p:ext uri="{BB962C8B-B14F-4D97-AF65-F5344CB8AC3E}">
        <p14:creationId xmlns:p14="http://schemas.microsoft.com/office/powerpoint/2010/main" val="423705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7FDB1-7624-8269-0CDF-038A93A72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100" b="1" dirty="0">
                <a:latin typeface="Merriweather" panose="00000500000000000000" pitchFamily="2" charset="0"/>
              </a:rPr>
              <a:t>TypeScript is </a:t>
            </a:r>
            <a:r>
              <a:rPr lang="en-US" sz="5100" b="1" i="1" dirty="0">
                <a:latin typeface="Merriweather" panose="00000500000000000000" pitchFamily="2" charset="0"/>
              </a:rPr>
              <a:t>increasingly popular</a:t>
            </a:r>
            <a:endParaRPr lang="en-US" sz="5100" b="1" kern="1200" dirty="0"/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ownloads-graph">
            <a:extLst>
              <a:ext uri="{FF2B5EF4-FFF2-40B4-BE49-F238E27FC236}">
                <a16:creationId xmlns:a16="http://schemas.microsoft.com/office/drawing/2014/main" id="{8FB400E5-A71A-7D0F-3C8A-60362FBE7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70006" y="2269782"/>
            <a:ext cx="9428668" cy="393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37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53B9-9190-AAA5-95BE-2D46391D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11" y="77637"/>
            <a:ext cx="10127412" cy="965171"/>
          </a:xfrm>
        </p:spPr>
        <p:txBody>
          <a:bodyPr/>
          <a:lstStyle/>
          <a:p>
            <a:r>
              <a:rPr lang="en-US" dirty="0"/>
              <a:t>Why types are a big deal😐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F0F56-AE9A-48E8-5093-F80686D76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705" y="1126256"/>
            <a:ext cx="5941194" cy="1332271"/>
          </a:xfrm>
        </p:spPr>
        <p:txBody>
          <a:bodyPr/>
          <a:lstStyle/>
          <a:p>
            <a:pPr algn="l"/>
            <a:r>
              <a:rPr lang="en-US" sz="1800" dirty="0"/>
              <a:t>It allows developers </a:t>
            </a:r>
            <a:r>
              <a:rPr lang="en-US" sz="1800" dirty="0">
                <a:solidFill>
                  <a:srgbClr val="00B0F0"/>
                </a:solidFill>
              </a:rPr>
              <a:t>to leave more of their intent </a:t>
            </a:r>
            <a:r>
              <a:rPr lang="en-US" sz="1800" b="1" dirty="0">
                <a:solidFill>
                  <a:srgbClr val="00B0F0"/>
                </a:solidFill>
              </a:rPr>
              <a:t>“on the page”, </a:t>
            </a:r>
            <a:r>
              <a:rPr lang="en-US" sz="1800" dirty="0"/>
              <a:t>especially when it comes to </a:t>
            </a:r>
            <a:r>
              <a:rPr lang="en-US" sz="1800" dirty="0">
                <a:solidFill>
                  <a:srgbClr val="00B0F0"/>
                </a:solidFill>
              </a:rPr>
              <a:t>articulating constraints</a:t>
            </a:r>
            <a:r>
              <a:rPr lang="en-US" sz="1800" dirty="0"/>
              <a:t>. </a:t>
            </a:r>
          </a:p>
          <a:p>
            <a:pPr algn="l"/>
            <a:r>
              <a:rPr lang="en-US" sz="1800" dirty="0"/>
              <a:t>This kind of intent is often missing from JS code. For example: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834C0-08FF-D6CD-4C55-68B8A0A014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771"/>
          <a:stretch/>
        </p:blipFill>
        <p:spPr>
          <a:xfrm>
            <a:off x="123705" y="2578152"/>
            <a:ext cx="3458333" cy="124273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7A69EAFA-9736-DF2C-7743-7471D7A142BB}"/>
              </a:ext>
            </a:extLst>
          </p:cNvPr>
          <p:cNvSpPr txBox="1">
            <a:spLocks/>
          </p:cNvSpPr>
          <p:nvPr/>
        </p:nvSpPr>
        <p:spPr>
          <a:xfrm>
            <a:off x="69011" y="3834882"/>
            <a:ext cx="5941194" cy="133227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/>
              <a:t>Is this meant to take numbers as </a:t>
            </a:r>
            <a:r>
              <a:rPr lang="en-US" sz="1800" dirty="0" err="1"/>
              <a:t>args</a:t>
            </a:r>
            <a:r>
              <a:rPr lang="en-US" sz="1800" dirty="0"/>
              <a:t>? strings? both?</a:t>
            </a:r>
          </a:p>
          <a:p>
            <a:pPr algn="l"/>
            <a:r>
              <a:rPr lang="en-US" sz="1800" dirty="0"/>
              <a:t>What if someone who interpreted </a:t>
            </a:r>
            <a:r>
              <a:rPr lang="en-US" sz="1800" b="1" dirty="0"/>
              <a:t>a </a:t>
            </a:r>
            <a:r>
              <a:rPr lang="en-US" sz="1800" dirty="0"/>
              <a:t>and </a:t>
            </a:r>
            <a:r>
              <a:rPr lang="en-US" sz="1800" b="1" dirty="0"/>
              <a:t>b</a:t>
            </a:r>
            <a:r>
              <a:rPr lang="en-US" sz="1800" dirty="0"/>
              <a:t> as numbers made this “backwards-compatible change?”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FA1F97-573B-EF99-036E-736ED91FD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05" y="5250601"/>
            <a:ext cx="3458333" cy="106042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D92C812E-692A-A74E-BA16-D461DB6B9BA1}"/>
              </a:ext>
            </a:extLst>
          </p:cNvPr>
          <p:cNvSpPr txBox="1">
            <a:spLocks/>
          </p:cNvSpPr>
          <p:nvPr/>
        </p:nvSpPr>
        <p:spPr>
          <a:xfrm>
            <a:off x="6010205" y="1090462"/>
            <a:ext cx="5941194" cy="133227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46C30F-EDB4-A141-B41D-1E367C5EC979}"/>
              </a:ext>
            </a:extLst>
          </p:cNvPr>
          <p:cNvSpPr txBox="1"/>
          <p:nvPr/>
        </p:nvSpPr>
        <p:spPr>
          <a:xfrm>
            <a:off x="6010205" y="1090682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We’re headed for trouble if we decide to pass strings in for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b="1" dirty="0">
                <a:solidFill>
                  <a:srgbClr val="FFC000"/>
                </a:solidFill>
              </a:rPr>
              <a:t>Types </a:t>
            </a:r>
            <a:r>
              <a:rPr lang="en-US" i="1" dirty="0">
                <a:solidFill>
                  <a:srgbClr val="FFC000"/>
                </a:solidFill>
              </a:rPr>
              <a:t>make the author’s intent more clear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4FB3B9-7FF8-2780-C810-D1DFE05973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72" r="4729"/>
          <a:stretch/>
        </p:blipFill>
        <p:spPr>
          <a:xfrm>
            <a:off x="5883211" y="2326585"/>
            <a:ext cx="6245465" cy="1653683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575028EC-AAF7-F5D2-7B62-3551B8C31637}"/>
              </a:ext>
            </a:extLst>
          </p:cNvPr>
          <p:cNvSpPr txBox="1">
            <a:spLocks/>
          </p:cNvSpPr>
          <p:nvPr/>
        </p:nvSpPr>
        <p:spPr>
          <a:xfrm>
            <a:off x="6010205" y="4285862"/>
            <a:ext cx="5941194" cy="133227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7BD185-2AE9-7DBB-07B3-F40BCF2BF64E}"/>
              </a:ext>
            </a:extLst>
          </p:cNvPr>
          <p:cNvSpPr txBox="1"/>
          <p:nvPr/>
        </p:nvSpPr>
        <p:spPr>
          <a:xfrm>
            <a:off x="6010205" y="424382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code is </a:t>
            </a:r>
            <a:r>
              <a:rPr lang="en-US" dirty="0">
                <a:solidFill>
                  <a:srgbClr val="00B050"/>
                </a:solidFill>
              </a:rPr>
              <a:t>more readable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self-documenting</a:t>
            </a:r>
            <a:r>
              <a:rPr lang="en-US" dirty="0"/>
              <a:t>, in that it’s </a:t>
            </a:r>
            <a:r>
              <a:rPr lang="en-US" i="1" dirty="0">
                <a:solidFill>
                  <a:srgbClr val="FFC000"/>
                </a:solidFill>
              </a:rPr>
              <a:t>clearer how the author of this function intends it to be used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215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53B9-9190-AAA5-95BE-2D46391D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11" y="77637"/>
            <a:ext cx="10127412" cy="965171"/>
          </a:xfrm>
        </p:spPr>
        <p:txBody>
          <a:bodyPr/>
          <a:lstStyle/>
          <a:p>
            <a:r>
              <a:rPr lang="en-US" dirty="0"/>
              <a:t>Why types are a big deal😐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F0F56-AE9A-48E8-5093-F80686D76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705" y="1126257"/>
            <a:ext cx="11987782" cy="711170"/>
          </a:xfrm>
        </p:spPr>
        <p:txBody>
          <a:bodyPr/>
          <a:lstStyle/>
          <a:p>
            <a:pPr algn="l"/>
            <a:r>
              <a:rPr lang="en-US" dirty="0"/>
              <a:t>TypeScript moves some kinds of common programming errors from </a:t>
            </a:r>
            <a:r>
              <a:rPr lang="en-US" dirty="0">
                <a:solidFill>
                  <a:srgbClr val="FF0000"/>
                </a:solidFill>
              </a:rPr>
              <a:t>runtime</a:t>
            </a:r>
            <a:r>
              <a:rPr lang="en-US" dirty="0"/>
              <a:t> to </a:t>
            </a:r>
            <a:r>
              <a:rPr lang="en-US" dirty="0">
                <a:solidFill>
                  <a:srgbClr val="00B050"/>
                </a:solidFill>
              </a:rPr>
              <a:t>compile time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69EAFA-9736-DF2C-7743-7471D7A142BB}"/>
              </a:ext>
            </a:extLst>
          </p:cNvPr>
          <p:cNvSpPr txBox="1">
            <a:spLocks/>
          </p:cNvSpPr>
          <p:nvPr/>
        </p:nvSpPr>
        <p:spPr>
          <a:xfrm>
            <a:off x="69011" y="3834882"/>
            <a:ext cx="5941194" cy="133227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92C812E-692A-A74E-BA16-D461DB6B9BA1}"/>
              </a:ext>
            </a:extLst>
          </p:cNvPr>
          <p:cNvSpPr txBox="1">
            <a:spLocks/>
          </p:cNvSpPr>
          <p:nvPr/>
        </p:nvSpPr>
        <p:spPr>
          <a:xfrm>
            <a:off x="6010205" y="1090462"/>
            <a:ext cx="5941194" cy="133227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75028EC-AAF7-F5D2-7B62-3551B8C31637}"/>
              </a:ext>
            </a:extLst>
          </p:cNvPr>
          <p:cNvSpPr txBox="1">
            <a:spLocks/>
          </p:cNvSpPr>
          <p:nvPr/>
        </p:nvSpPr>
        <p:spPr>
          <a:xfrm>
            <a:off x="6010205" y="4285862"/>
            <a:ext cx="5941194" cy="133227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209AF-8BD0-D642-E5C4-0B7B43BE5007}"/>
              </a:ext>
            </a:extLst>
          </p:cNvPr>
          <p:cNvSpPr txBox="1"/>
          <p:nvPr/>
        </p:nvSpPr>
        <p:spPr>
          <a:xfrm>
            <a:off x="710301" y="2301599"/>
            <a:ext cx="85199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Potentially absent Values (</a:t>
            </a:r>
            <a:r>
              <a:rPr lang="en-US" dirty="0">
                <a:solidFill>
                  <a:srgbClr val="FF0000"/>
                </a:solidFill>
              </a:rPr>
              <a:t>null or undefined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Incomplete refactoring.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Breakage around internal code contracts (e.g., an argument becomes required)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7AF0A31-F885-9083-51F3-91CB75B9EDDF}"/>
              </a:ext>
            </a:extLst>
          </p:cNvPr>
          <p:cNvSpPr txBox="1">
            <a:spLocks/>
          </p:cNvSpPr>
          <p:nvPr/>
        </p:nvSpPr>
        <p:spPr>
          <a:xfrm>
            <a:off x="69011" y="4145432"/>
            <a:ext cx="11987782" cy="71117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EAA6B9-C4EA-EB11-7084-510D66E7ABD9}"/>
              </a:ext>
            </a:extLst>
          </p:cNvPr>
          <p:cNvSpPr txBox="1"/>
          <p:nvPr/>
        </p:nvSpPr>
        <p:spPr>
          <a:xfrm>
            <a:off x="135207" y="4145432"/>
            <a:ext cx="11320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serves as the foundation for a great code authoring experience</a:t>
            </a:r>
          </a:p>
        </p:txBody>
      </p:sp>
    </p:spTree>
    <p:extLst>
      <p:ext uri="{BB962C8B-B14F-4D97-AF65-F5344CB8AC3E}">
        <p14:creationId xmlns:p14="http://schemas.microsoft.com/office/powerpoint/2010/main" val="120366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53B9-9190-AAA5-95BE-2D46391D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276" y="131414"/>
            <a:ext cx="9569964" cy="678082"/>
          </a:xfrm>
        </p:spPr>
        <p:txBody>
          <a:bodyPr/>
          <a:lstStyle/>
          <a:p>
            <a:r>
              <a:rPr lang="en-US" sz="4500" dirty="0"/>
              <a:t>‘Hello World’ with TypeScript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F0F56-AE9A-48E8-5093-F80686D76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86" y="1967708"/>
            <a:ext cx="3928389" cy="580991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B0F0"/>
                </a:solidFill>
                <a:effectLst/>
                <a:latin typeface="JetBrains Mono"/>
              </a:rPr>
              <a:t>pnpm</a:t>
            </a:r>
            <a:r>
              <a:rPr lang="en-US" b="0" i="0" dirty="0">
                <a:solidFill>
                  <a:srgbClr val="00B0F0"/>
                </a:solidFill>
                <a:effectLst/>
                <a:latin typeface="JetBrains Mono"/>
              </a:rPr>
              <a:t> install -g typescript</a:t>
            </a:r>
          </a:p>
          <a:p>
            <a:pPr algn="l"/>
            <a:endParaRPr lang="en-US" dirty="0">
              <a:solidFill>
                <a:srgbClr val="000000"/>
              </a:solidFill>
              <a:latin typeface="JetBrains Mono"/>
            </a:endParaRPr>
          </a:p>
          <a:p>
            <a:pPr algn="l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A69EAFA-9736-DF2C-7743-7471D7A142BB}"/>
              </a:ext>
            </a:extLst>
          </p:cNvPr>
          <p:cNvSpPr txBox="1">
            <a:spLocks/>
          </p:cNvSpPr>
          <p:nvPr/>
        </p:nvSpPr>
        <p:spPr>
          <a:xfrm>
            <a:off x="69011" y="3834882"/>
            <a:ext cx="5941194" cy="133227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1BF9C85-E61B-134A-E58E-F32E7BEB4964}"/>
              </a:ext>
            </a:extLst>
          </p:cNvPr>
          <p:cNvSpPr txBox="1">
            <a:spLocks/>
          </p:cNvSpPr>
          <p:nvPr/>
        </p:nvSpPr>
        <p:spPr>
          <a:xfrm>
            <a:off x="422754" y="1814347"/>
            <a:ext cx="3628786" cy="42649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44E0C49-412F-A398-F513-E5CFD86868FA}"/>
              </a:ext>
            </a:extLst>
          </p:cNvPr>
          <p:cNvSpPr txBox="1">
            <a:spLocks/>
          </p:cNvSpPr>
          <p:nvPr/>
        </p:nvSpPr>
        <p:spPr>
          <a:xfrm>
            <a:off x="422754" y="1356777"/>
            <a:ext cx="4835046" cy="42649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000" dirty="0">
                <a:solidFill>
                  <a:srgbClr val="00B050"/>
                </a:solidFill>
              </a:rPr>
              <a:t>TypeScript Setup using </a:t>
            </a:r>
            <a:r>
              <a:rPr lang="en-US" sz="3000" dirty="0" err="1">
                <a:solidFill>
                  <a:srgbClr val="00B050"/>
                </a:solidFill>
              </a:rPr>
              <a:t>tsc</a:t>
            </a:r>
            <a:endParaRPr lang="en-US" sz="3000" dirty="0">
              <a:solidFill>
                <a:srgbClr val="00B05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2F4CE54-337E-DF51-E4D4-0E06B84AC316}"/>
              </a:ext>
            </a:extLst>
          </p:cNvPr>
          <p:cNvSpPr txBox="1">
            <a:spLocks/>
          </p:cNvSpPr>
          <p:nvPr/>
        </p:nvSpPr>
        <p:spPr>
          <a:xfrm>
            <a:off x="422754" y="2814219"/>
            <a:ext cx="6160949" cy="58099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rgbClr val="000000"/>
                </a:solidFill>
                <a:latin typeface="JetBrains Mono"/>
              </a:rPr>
              <a:t>pnpm install -g typescript</a:t>
            </a:r>
          </a:p>
          <a:p>
            <a:pPr algn="l"/>
            <a:endParaRPr lang="en-US">
              <a:solidFill>
                <a:srgbClr val="000000"/>
              </a:solidFill>
              <a:latin typeface="JetBrains Mono"/>
            </a:endParaRPr>
          </a:p>
          <a:p>
            <a:pPr algn="l"/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498C03-3DE2-07AA-6A09-44B430A80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744"/>
          <a:stretch/>
        </p:blipFill>
        <p:spPr>
          <a:xfrm>
            <a:off x="496181" y="2680517"/>
            <a:ext cx="5369118" cy="230906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74FD86BD-280D-B9AA-65A2-F09752747220}"/>
              </a:ext>
            </a:extLst>
          </p:cNvPr>
          <p:cNvSpPr txBox="1">
            <a:spLocks/>
          </p:cNvSpPr>
          <p:nvPr/>
        </p:nvSpPr>
        <p:spPr>
          <a:xfrm>
            <a:off x="655486" y="5262891"/>
            <a:ext cx="3928389" cy="58099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F0"/>
                </a:solidFill>
                <a:latin typeface="JetBrains Mono"/>
              </a:rPr>
              <a:t>tsc</a:t>
            </a:r>
            <a:r>
              <a:rPr lang="en-US" dirty="0">
                <a:solidFill>
                  <a:srgbClr val="00B0F0"/>
                </a:solidFill>
                <a:latin typeface="JetBrains Mono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JetBrains Mono"/>
              </a:rPr>
              <a:t>index.ts</a:t>
            </a:r>
            <a:endParaRPr lang="en-US" dirty="0">
              <a:solidFill>
                <a:srgbClr val="00B0F0"/>
              </a:solidFill>
              <a:latin typeface="JetBrains Mono"/>
            </a:endParaRPr>
          </a:p>
          <a:p>
            <a:pPr algn="l"/>
            <a:endParaRPr lang="en-US" dirty="0">
              <a:solidFill>
                <a:srgbClr val="000000"/>
              </a:solidFill>
              <a:latin typeface="JetBrains Mono"/>
            </a:endParaRPr>
          </a:p>
          <a:p>
            <a:pPr algn="l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71FECF4-55B6-6DB9-5CF4-6929A3015987}"/>
              </a:ext>
            </a:extLst>
          </p:cNvPr>
          <p:cNvSpPr txBox="1">
            <a:spLocks/>
          </p:cNvSpPr>
          <p:nvPr/>
        </p:nvSpPr>
        <p:spPr>
          <a:xfrm>
            <a:off x="655486" y="5845423"/>
            <a:ext cx="3928389" cy="58099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latin typeface="JetBrains Mono"/>
              </a:rPr>
              <a:t>node index.js</a:t>
            </a:r>
          </a:p>
          <a:p>
            <a:pPr algn="l"/>
            <a:endParaRPr lang="en-US" dirty="0">
              <a:solidFill>
                <a:srgbClr val="00B0F0"/>
              </a:solidFill>
              <a:latin typeface="JetBrains Mono"/>
            </a:endParaRPr>
          </a:p>
          <a:p>
            <a:pPr algn="l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AC808CE-1BD1-B03D-4D5A-16D1CE807E8B}"/>
              </a:ext>
            </a:extLst>
          </p:cNvPr>
          <p:cNvSpPr txBox="1">
            <a:spLocks/>
          </p:cNvSpPr>
          <p:nvPr/>
        </p:nvSpPr>
        <p:spPr>
          <a:xfrm>
            <a:off x="6583703" y="2036557"/>
            <a:ext cx="5468089" cy="246446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JetBrains Mono"/>
              </a:rPr>
              <a:t>Install Ts globally.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JetBrains Mono"/>
              </a:rPr>
              <a:t>TypeScript compiler (</a:t>
            </a:r>
            <a:r>
              <a:rPr lang="en-US" dirty="0" err="1">
                <a:solidFill>
                  <a:srgbClr val="000000"/>
                </a:solidFill>
                <a:latin typeface="JetBrains Mono"/>
              </a:rPr>
              <a:t>tsc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) will </a:t>
            </a:r>
            <a:r>
              <a:rPr lang="en-US" dirty="0" err="1">
                <a:solidFill>
                  <a:srgbClr val="FFC000"/>
                </a:solidFill>
                <a:latin typeface="JetBrains Mono"/>
              </a:rPr>
              <a:t>transpile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 your </a:t>
            </a:r>
            <a:r>
              <a:rPr lang="en-US" dirty="0">
                <a:solidFill>
                  <a:srgbClr val="00B050"/>
                </a:solidFill>
                <a:latin typeface="JetBrains Mono"/>
              </a:rPr>
              <a:t>TypeScript code </a:t>
            </a:r>
            <a:r>
              <a:rPr lang="en-US" dirty="0">
                <a:solidFill>
                  <a:srgbClr val="000000"/>
                </a:solidFill>
                <a:latin typeface="JetBrains Mono"/>
              </a:rPr>
              <a:t>into </a:t>
            </a:r>
            <a:r>
              <a:rPr lang="en-US" dirty="0">
                <a:solidFill>
                  <a:srgbClr val="C00000"/>
                </a:solidFill>
                <a:latin typeface="JetBrains Mono"/>
              </a:rPr>
              <a:t>JavaScript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JetBrains Mono"/>
              </a:rPr>
              <a:t>Then Node index.js will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run your compiled JavaScript file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594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53B9-9190-AAA5-95BE-2D46391D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276" y="131414"/>
            <a:ext cx="9569964" cy="678082"/>
          </a:xfrm>
        </p:spPr>
        <p:txBody>
          <a:bodyPr/>
          <a:lstStyle/>
          <a:p>
            <a:r>
              <a:rPr lang="en-US" sz="4500" dirty="0" err="1"/>
              <a:t>tsc</a:t>
            </a:r>
            <a:r>
              <a:rPr lang="en-US" sz="4500" dirty="0"/>
              <a:t> VS </a:t>
            </a:r>
            <a:r>
              <a:rPr lang="en-US" sz="4500" dirty="0" err="1"/>
              <a:t>ts</a:t>
            </a:r>
            <a:r>
              <a:rPr lang="en-US" sz="4500" dirty="0"/>
              <a:t>-node-dev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F0F56-AE9A-48E8-5093-F80686D76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0" y="1242958"/>
            <a:ext cx="5550628" cy="3373118"/>
          </a:xfrm>
        </p:spPr>
        <p:txBody>
          <a:bodyPr/>
          <a:lstStyle/>
          <a:p>
            <a:pPr marL="285750" indent="-285750" algn="l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400" b="1" dirty="0">
                <a:solidFill>
                  <a:srgbClr val="7030A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Installation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Comes bundled with the TypeScript package. No need to install separately.</a:t>
            </a:r>
          </a:p>
          <a:p>
            <a:pPr marL="285750" indent="-285750" algn="l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400" b="1" dirty="0">
                <a:solidFill>
                  <a:srgbClr val="7030A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Purpose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The TypeScript compiler (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tsc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is responsible for 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transpiling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TypeScript files (.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into JavaScript files (.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js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). It processes all files according to your 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tsconfig.json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configuration.</a:t>
            </a:r>
          </a:p>
          <a:p>
            <a:pPr marL="285750" indent="-285750" algn="l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400" b="1" dirty="0">
                <a:solidFill>
                  <a:srgbClr val="7030A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Compilation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It compiles the entire project based on the specified settings in your 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tsconfig.json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400" b="1" dirty="0">
                <a:solidFill>
                  <a:srgbClr val="7030A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Output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Produces JavaScript files that can be executed directly by Node.js.</a:t>
            </a:r>
          </a:p>
          <a:p>
            <a:pPr marL="285750" indent="-285750" algn="l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400" b="1" dirty="0">
                <a:solidFill>
                  <a:srgbClr val="7030A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Usage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685800" lvl="1" indent="-228600" algn="l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Typically used for </a:t>
            </a:r>
            <a:r>
              <a:rPr lang="en-US" sz="14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production builds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685800" lvl="1" indent="-228600" algn="l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Faster than 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-node.</a:t>
            </a:r>
          </a:p>
          <a:p>
            <a:pPr marL="685800" lvl="1" indent="-228600" algn="l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Generates separate .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js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files for each .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file.</a:t>
            </a:r>
          </a:p>
          <a:p>
            <a:pPr algn="l"/>
            <a:endParaRPr lang="en-US" sz="1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1BF9C85-E61B-134A-E58E-F32E7BEB4964}"/>
              </a:ext>
            </a:extLst>
          </p:cNvPr>
          <p:cNvSpPr txBox="1">
            <a:spLocks/>
          </p:cNvSpPr>
          <p:nvPr/>
        </p:nvSpPr>
        <p:spPr>
          <a:xfrm>
            <a:off x="422754" y="1814347"/>
            <a:ext cx="3628786" cy="42649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44E0C49-412F-A398-F513-E5CFD86868FA}"/>
              </a:ext>
            </a:extLst>
          </p:cNvPr>
          <p:cNvSpPr txBox="1">
            <a:spLocks/>
          </p:cNvSpPr>
          <p:nvPr/>
        </p:nvSpPr>
        <p:spPr>
          <a:xfrm>
            <a:off x="496181" y="813518"/>
            <a:ext cx="4835046" cy="31654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 err="1">
                <a:solidFill>
                  <a:srgbClr val="00B0F0"/>
                </a:solidFill>
              </a:rPr>
              <a:t>Tsc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  <a:effectLst/>
                <a:ea typeface="Cambria" panose="02040503050406030204" pitchFamily="18" charset="0"/>
                <a:cs typeface="Times New Roman" panose="02020603050405020304" pitchFamily="18" charset="0"/>
              </a:rPr>
              <a:t>(TypeScript Compiler)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AC808CE-1BD1-B03D-4D5A-16D1CE807E8B}"/>
              </a:ext>
            </a:extLst>
          </p:cNvPr>
          <p:cNvSpPr txBox="1">
            <a:spLocks/>
          </p:cNvSpPr>
          <p:nvPr/>
        </p:nvSpPr>
        <p:spPr>
          <a:xfrm>
            <a:off x="6583703" y="1249168"/>
            <a:ext cx="5468089" cy="246446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17A7444-5020-1737-9918-12B2515C2E0B}"/>
              </a:ext>
            </a:extLst>
          </p:cNvPr>
          <p:cNvSpPr txBox="1">
            <a:spLocks/>
          </p:cNvSpPr>
          <p:nvPr/>
        </p:nvSpPr>
        <p:spPr>
          <a:xfrm>
            <a:off x="6583703" y="816460"/>
            <a:ext cx="4835046" cy="42649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 err="1">
                <a:solidFill>
                  <a:srgbClr val="00B050"/>
                </a:solidFill>
              </a:rPr>
              <a:t>ts</a:t>
            </a:r>
            <a:r>
              <a:rPr lang="en-US" sz="2000" b="1" dirty="0">
                <a:solidFill>
                  <a:srgbClr val="00B050"/>
                </a:solidFill>
              </a:rPr>
              <a:t>-node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15EB40-522D-EC08-CE57-98A430C94FFD}"/>
              </a:ext>
            </a:extLst>
          </p:cNvPr>
          <p:cNvSpPr txBox="1"/>
          <p:nvPr/>
        </p:nvSpPr>
        <p:spPr>
          <a:xfrm>
            <a:off x="5559827" y="1280336"/>
            <a:ext cx="656316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200" b="1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Installation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pnpm</a:t>
            </a:r>
            <a:r>
              <a:rPr lang="en-US" sz="12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install -g </a:t>
            </a:r>
            <a:r>
              <a:rPr lang="en-US" sz="12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2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-node 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 </a:t>
            </a:r>
            <a:r>
              <a:rPr lang="en-US" sz="12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pnpm</a:t>
            </a:r>
            <a:r>
              <a:rPr lang="en-US" sz="12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install </a:t>
            </a:r>
            <a:r>
              <a:rPr lang="en-US" sz="1200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200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-node --save-dev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200" b="1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Purpose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Ts-node is a wrapper for Node.js’s node executable. It installs a TypeScript-enabled module loader that compiles TypeScript code on-the-fly as needed.</a:t>
            </a:r>
          </a:p>
          <a:p>
            <a:pPr marL="742950" marR="0" lvl="1" indent="-28575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200" b="1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Interpretation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Instead of compiling all files upfront, </a:t>
            </a:r>
            <a:r>
              <a:rPr lang="en-US" sz="1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-node interprets TypeScript code directly using a JavaScript interpreter.</a:t>
            </a:r>
          </a:p>
          <a:p>
            <a:pPr marL="742950" marR="0" lvl="1" indent="-28575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200" b="1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Usage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1143000" marR="0" lvl="2" indent="-22860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Commonly used for </a:t>
            </a:r>
            <a:r>
              <a:rPr lang="en-US" sz="12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development purposes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1143000" marR="0" lvl="2" indent="-22860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Ideal for running in </a:t>
            </a:r>
            <a:r>
              <a:rPr lang="en-US" sz="12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watch mode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during development.</a:t>
            </a:r>
          </a:p>
          <a:p>
            <a:pPr marL="1143000" marR="0" lvl="2" indent="-22860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Convenient for quick iterations and debugging.</a:t>
            </a:r>
          </a:p>
          <a:p>
            <a:pPr marL="1143000" marR="0" lvl="2" indent="-22860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Acts as a REPL environment for TypeScript.</a:t>
            </a:r>
          </a:p>
          <a:p>
            <a:pPr marL="742950" marR="0" lvl="1" indent="-28575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200" b="1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Slower than </a:t>
            </a:r>
            <a:r>
              <a:rPr lang="en-US" sz="1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tsc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because it compiles TypeScript code on-the-fly.</a:t>
            </a:r>
          </a:p>
          <a:p>
            <a:pPr marL="742950" marR="0" lvl="1" indent="-28575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200" b="1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Debugging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Easier to debug because it preserves the original TypeScript code.</a:t>
            </a:r>
          </a:p>
          <a:p>
            <a:pPr marL="742950" marR="0" lvl="1" indent="-28575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–"/>
            </a:pPr>
            <a:r>
              <a:rPr lang="en-US" sz="1200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Sample Usage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1143000" marR="0" lvl="2" indent="-22860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200" b="1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-node-dev --respawn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=&gt;  </a:t>
            </a:r>
            <a:r>
              <a:rPr lang="en-US" sz="1200" b="1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200" b="1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-node-dev --</a:t>
            </a:r>
            <a:r>
              <a:rPr lang="en-US" sz="1200" b="1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transpile</a:t>
            </a:r>
            <a:r>
              <a:rPr lang="en-US" sz="1200" b="1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-only </a:t>
            </a:r>
            <a:r>
              <a:rPr lang="en-US" sz="1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file.ts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=&gt; to skip type-checking and only </a:t>
            </a:r>
            <a:r>
              <a:rPr lang="en-US" sz="1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transpile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code to </a:t>
            </a:r>
            <a:r>
              <a:rPr lang="en-US" sz="1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js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1143000" marR="0" lvl="2" indent="-228600">
              <a:spcBef>
                <a:spcPts val="18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</a:t>
            </a:r>
            <a:r>
              <a:rPr lang="en-US" sz="1200" b="1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-node --files </a:t>
            </a:r>
            <a:r>
              <a:rPr lang="en-US" sz="1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file.ts</a:t>
            </a:r>
            <a:r>
              <a:rPr lang="en-US" sz="1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=&gt;  to enable file watching and recompilation on file changes.</a:t>
            </a:r>
          </a:p>
        </p:txBody>
      </p:sp>
    </p:spTree>
    <p:extLst>
      <p:ext uri="{BB962C8B-B14F-4D97-AF65-F5344CB8AC3E}">
        <p14:creationId xmlns:p14="http://schemas.microsoft.com/office/powerpoint/2010/main" val="743187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7A69EAFA-9736-DF2C-7743-7471D7A142BB}"/>
              </a:ext>
            </a:extLst>
          </p:cNvPr>
          <p:cNvSpPr txBox="1">
            <a:spLocks/>
          </p:cNvSpPr>
          <p:nvPr/>
        </p:nvSpPr>
        <p:spPr>
          <a:xfrm>
            <a:off x="69011" y="3834882"/>
            <a:ext cx="5941194" cy="133227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1BF9C85-E61B-134A-E58E-F32E7BEB4964}"/>
              </a:ext>
            </a:extLst>
          </p:cNvPr>
          <p:cNvSpPr txBox="1">
            <a:spLocks/>
          </p:cNvSpPr>
          <p:nvPr/>
        </p:nvSpPr>
        <p:spPr>
          <a:xfrm>
            <a:off x="422754" y="1814347"/>
            <a:ext cx="3628786" cy="42649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BC72B76-D0C0-C320-895A-FF2D67C8B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7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8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Variables and Values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265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231F-D492-B07B-7DD0-469890A3C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26"/>
            <a:ext cx="6650966" cy="595223"/>
          </a:xfrm>
        </p:spPr>
        <p:txBody>
          <a:bodyPr/>
          <a:lstStyle/>
          <a:p>
            <a:r>
              <a:rPr lang="en-US" sz="3000" b="1" i="0" dirty="0">
                <a:solidFill>
                  <a:srgbClr val="111111"/>
                </a:solidFill>
                <a:effectLst/>
                <a:latin typeface="Merriweather" panose="00000500000000000000" pitchFamily="2" charset="0"/>
              </a:rPr>
              <a:t>Variable Declarations &amp; Inference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E5E54F-5380-6E37-DEA3-ABF38139224C}"/>
              </a:ext>
            </a:extLst>
          </p:cNvPr>
          <p:cNvSpPr txBox="1">
            <a:spLocks/>
          </p:cNvSpPr>
          <p:nvPr/>
        </p:nvSpPr>
        <p:spPr>
          <a:xfrm>
            <a:off x="0" y="980535"/>
            <a:ext cx="2156604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Variables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500331" y="1575758"/>
            <a:ext cx="1094692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variable is a named </a:t>
            </a:r>
            <a:r>
              <a:rPr lang="en-US" sz="2000" dirty="0">
                <a:solidFill>
                  <a:srgbClr val="00B0F0"/>
                </a:solidFill>
              </a:rPr>
              <a:t>memory location </a:t>
            </a:r>
            <a:r>
              <a:rPr lang="en-US" sz="2000" dirty="0"/>
              <a:t>that can hold </a:t>
            </a:r>
            <a:r>
              <a:rPr lang="en-US" sz="2000" dirty="0">
                <a:solidFill>
                  <a:srgbClr val="00B0F0"/>
                </a:solidFill>
              </a:rPr>
              <a:t>a value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Variables can store a wide range of </a:t>
            </a:r>
            <a:r>
              <a:rPr lang="en-US" sz="2000" dirty="0">
                <a:solidFill>
                  <a:srgbClr val="FFC000"/>
                </a:solidFill>
              </a:rPr>
              <a:t>data types</a:t>
            </a:r>
            <a:r>
              <a:rPr lang="en-US" sz="2000" dirty="0"/>
              <a:t>, such as </a:t>
            </a:r>
            <a:r>
              <a:rPr lang="en-US" sz="2000" dirty="0">
                <a:solidFill>
                  <a:srgbClr val="0070C0"/>
                </a:solidFill>
              </a:rPr>
              <a:t>numbers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70C0"/>
                </a:solidFill>
              </a:rPr>
              <a:t>strings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0070C0"/>
                </a:solidFill>
              </a:rPr>
              <a:t>arrays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 A variable is declared by specifying its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name, data type</a:t>
            </a:r>
            <a:r>
              <a:rPr lang="en-US" sz="2000" dirty="0"/>
              <a:t>, and optionally an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initial value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Once a variable is declared, it can be </a:t>
            </a:r>
            <a:r>
              <a:rPr lang="en-US" sz="2000" b="1" i="1" dirty="0"/>
              <a:t>read</a:t>
            </a:r>
            <a:r>
              <a:rPr lang="en-US" sz="2000" dirty="0"/>
              <a:t> and </a:t>
            </a:r>
            <a:r>
              <a:rPr lang="en-US" sz="2000" b="1" i="1" dirty="0"/>
              <a:t>updated</a:t>
            </a:r>
            <a:r>
              <a:rPr lang="en-US" sz="2000" dirty="0"/>
              <a:t> in other parts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368327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Special Types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33914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281A-9496-435D-8033-0D935D134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26"/>
            <a:ext cx="6650966" cy="595223"/>
          </a:xfrm>
        </p:spPr>
        <p:txBody>
          <a:bodyPr/>
          <a:lstStyle/>
          <a:p>
            <a:r>
              <a:rPr lang="en-US" sz="3000" b="1" i="0" dirty="0">
                <a:solidFill>
                  <a:srgbClr val="111111"/>
                </a:solidFill>
                <a:effectLst/>
                <a:latin typeface="Merriweather" panose="00000500000000000000" pitchFamily="2" charset="0"/>
              </a:rPr>
              <a:t>TypeScript Special Types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FF942A-BEAD-75DF-A9F9-1A001BA571EE}"/>
              </a:ext>
            </a:extLst>
          </p:cNvPr>
          <p:cNvSpPr txBox="1">
            <a:spLocks/>
          </p:cNvSpPr>
          <p:nvPr/>
        </p:nvSpPr>
        <p:spPr>
          <a:xfrm>
            <a:off x="925912" y="1226563"/>
            <a:ext cx="2156604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Never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BFA4E-62B3-ECA5-596E-52D878AF7C35}"/>
              </a:ext>
            </a:extLst>
          </p:cNvPr>
          <p:cNvSpPr txBox="1"/>
          <p:nvPr/>
        </p:nvSpPr>
        <p:spPr>
          <a:xfrm>
            <a:off x="500331" y="1873266"/>
            <a:ext cx="109469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never type represents </a:t>
            </a:r>
            <a:r>
              <a:rPr lang="en-US" sz="2000" dirty="0">
                <a:solidFill>
                  <a:srgbClr val="00B0F0"/>
                </a:solidFill>
              </a:rPr>
              <a:t>the value that will never happen</a:t>
            </a:r>
            <a:r>
              <a:rPr lang="en-US" sz="2000" dirty="0"/>
              <a:t>. We use it as the </a:t>
            </a:r>
            <a:r>
              <a:rPr lang="en-US" sz="2000" i="1" dirty="0"/>
              <a:t>return type of a function</a:t>
            </a:r>
            <a:r>
              <a:rPr lang="en-US" sz="2000" dirty="0"/>
              <a:t>, which does not return a value(</a:t>
            </a:r>
            <a:r>
              <a:rPr lang="en-US" sz="2000" dirty="0">
                <a:solidFill>
                  <a:srgbClr val="00B0F0"/>
                </a:solidFill>
              </a:rPr>
              <a:t>infinite loop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00B0F0"/>
                </a:solidFill>
              </a:rPr>
              <a:t>function that always throws an error</a:t>
            </a:r>
            <a:r>
              <a:rPr lang="en-US" sz="2000" dirty="0"/>
              <a:t>). For example, the function that always throws an exception is shown below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139737-9E0C-8864-1A02-33E0656B8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34" y="3289604"/>
            <a:ext cx="4217217" cy="308740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1194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281A-9496-435D-8033-0D935D134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26"/>
            <a:ext cx="6650966" cy="595223"/>
          </a:xfrm>
        </p:spPr>
        <p:txBody>
          <a:bodyPr/>
          <a:lstStyle/>
          <a:p>
            <a:r>
              <a:rPr lang="en-US" sz="3000" b="1" i="0" dirty="0">
                <a:solidFill>
                  <a:srgbClr val="111111"/>
                </a:solidFill>
                <a:effectLst/>
                <a:latin typeface="Merriweather" panose="00000500000000000000" pitchFamily="2" charset="0"/>
              </a:rPr>
              <a:t>TypeScript Special Types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FF942A-BEAD-75DF-A9F9-1A001BA571EE}"/>
              </a:ext>
            </a:extLst>
          </p:cNvPr>
          <p:cNvSpPr txBox="1">
            <a:spLocks/>
          </p:cNvSpPr>
          <p:nvPr/>
        </p:nvSpPr>
        <p:spPr>
          <a:xfrm>
            <a:off x="592368" y="1170455"/>
            <a:ext cx="2156604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Void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BFA4E-62B3-ECA5-596E-52D878AF7C35}"/>
              </a:ext>
            </a:extLst>
          </p:cNvPr>
          <p:cNvSpPr txBox="1"/>
          <p:nvPr/>
        </p:nvSpPr>
        <p:spPr>
          <a:xfrm>
            <a:off x="537663" y="1833888"/>
            <a:ext cx="109469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Void represents the </a:t>
            </a:r>
            <a:r>
              <a:rPr lang="en-US" sz="2000" dirty="0">
                <a:solidFill>
                  <a:srgbClr val="FF0000"/>
                </a:solidFill>
              </a:rPr>
              <a:t>absence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00B0F0"/>
                </a:solidFill>
              </a:rPr>
              <a:t>any return value</a:t>
            </a:r>
            <a:r>
              <a:rPr lang="en-US" sz="2000" dirty="0"/>
              <a:t>. For example, the following function prints “hello” and returns without returning a value. Hence the return type is void.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B486FB-7A92-4029-3024-14C8764A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" y="3012485"/>
            <a:ext cx="3760566" cy="1280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56394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281A-9496-435D-8033-0D935D134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26"/>
            <a:ext cx="6650966" cy="595223"/>
          </a:xfrm>
        </p:spPr>
        <p:txBody>
          <a:bodyPr/>
          <a:lstStyle/>
          <a:p>
            <a:r>
              <a:rPr lang="en-US" sz="3000" b="1" i="0" dirty="0">
                <a:solidFill>
                  <a:srgbClr val="111111"/>
                </a:solidFill>
                <a:effectLst/>
                <a:latin typeface="Merriweather" panose="00000500000000000000" pitchFamily="2" charset="0"/>
              </a:rPr>
              <a:t>TypeScript Special Types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FF942A-BEAD-75DF-A9F9-1A001BA571EE}"/>
              </a:ext>
            </a:extLst>
          </p:cNvPr>
          <p:cNvSpPr txBox="1">
            <a:spLocks/>
          </p:cNvSpPr>
          <p:nvPr/>
        </p:nvSpPr>
        <p:spPr>
          <a:xfrm>
            <a:off x="739303" y="1111733"/>
            <a:ext cx="2156604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Unknown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BFA4E-62B3-ECA5-596E-52D878AF7C35}"/>
              </a:ext>
            </a:extLst>
          </p:cNvPr>
          <p:cNvSpPr txBox="1"/>
          <p:nvPr/>
        </p:nvSpPr>
        <p:spPr>
          <a:xfrm>
            <a:off x="534792" y="1781096"/>
            <a:ext cx="50357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unknown type means that the </a:t>
            </a:r>
            <a:r>
              <a:rPr lang="en-US" sz="2000" dirty="0">
                <a:solidFill>
                  <a:srgbClr val="FFC000"/>
                </a:solidFill>
              </a:rPr>
              <a:t>type of variable is not known</a:t>
            </a:r>
            <a:r>
              <a:rPr lang="en-US" sz="2000" dirty="0"/>
              <a:t>. It is the </a:t>
            </a:r>
            <a:r>
              <a:rPr lang="en-US" sz="2000" dirty="0">
                <a:solidFill>
                  <a:srgbClr val="00B0F0"/>
                </a:solidFill>
              </a:rPr>
              <a:t>type-safe counterpart of any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A184CB-3687-CC90-D58F-00D4FA73E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92" y="3149147"/>
            <a:ext cx="3838508" cy="223486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FB5F40-5BAE-95EB-68CF-6CFD8B0D9990}"/>
              </a:ext>
            </a:extLst>
          </p:cNvPr>
          <p:cNvSpPr txBox="1"/>
          <p:nvPr/>
        </p:nvSpPr>
        <p:spPr>
          <a:xfrm>
            <a:off x="6131440" y="1312592"/>
            <a:ext cx="50357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But cannot assign unknown to any other types.</a:t>
            </a:r>
            <a:endParaRPr lang="en-US" sz="2000" dirty="0">
              <a:solidFill>
                <a:srgbClr val="00B0F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EED06D-0407-7D78-3C18-AD6478AA1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752" y="2402482"/>
            <a:ext cx="3969776" cy="22054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8307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281A-9496-435D-8033-0D935D134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26"/>
            <a:ext cx="6650966" cy="595223"/>
          </a:xfrm>
        </p:spPr>
        <p:txBody>
          <a:bodyPr/>
          <a:lstStyle/>
          <a:p>
            <a:r>
              <a:rPr lang="en-US" sz="3000" b="1" i="0" dirty="0">
                <a:solidFill>
                  <a:srgbClr val="111111"/>
                </a:solidFill>
                <a:effectLst/>
                <a:latin typeface="Merriweather" panose="00000500000000000000" pitchFamily="2" charset="0"/>
              </a:rPr>
              <a:t>TypeScript Special Types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FF942A-BEAD-75DF-A9F9-1A001BA571EE}"/>
              </a:ext>
            </a:extLst>
          </p:cNvPr>
          <p:cNvSpPr txBox="1">
            <a:spLocks/>
          </p:cNvSpPr>
          <p:nvPr/>
        </p:nvSpPr>
        <p:spPr>
          <a:xfrm>
            <a:off x="1525805" y="727572"/>
            <a:ext cx="4260080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Null and Undefined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BFA4E-62B3-ECA5-596E-52D878AF7C35}"/>
              </a:ext>
            </a:extLst>
          </p:cNvPr>
          <p:cNvSpPr txBox="1"/>
          <p:nvPr/>
        </p:nvSpPr>
        <p:spPr>
          <a:xfrm>
            <a:off x="534792" y="1302032"/>
            <a:ext cx="11372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JavaScript has two ways to refer to the </a:t>
            </a:r>
            <a:r>
              <a:rPr lang="en-US" sz="2000" dirty="0">
                <a:solidFill>
                  <a:srgbClr val="FF0000"/>
                </a:solidFill>
              </a:rPr>
              <a:t>null</a:t>
            </a:r>
            <a:r>
              <a:rPr lang="en-US" sz="2000" dirty="0"/>
              <a:t>. They are </a:t>
            </a:r>
            <a:r>
              <a:rPr lang="en-US" sz="2000" dirty="0">
                <a:solidFill>
                  <a:srgbClr val="FFC000"/>
                </a:solidFill>
              </a:rPr>
              <a:t>null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B050"/>
                </a:solidFill>
              </a:rPr>
              <a:t>undefined</a:t>
            </a:r>
            <a:r>
              <a:rPr lang="en-US" sz="2000" dirty="0"/>
              <a:t> and are two separate data types in Typescript as well. </a:t>
            </a:r>
            <a:r>
              <a:rPr lang="en-US" sz="2000" i="1" dirty="0"/>
              <a:t>The null and undefined are subtypes of all other types</a:t>
            </a:r>
            <a:r>
              <a:rPr lang="en-US" sz="2000" dirty="0"/>
              <a:t>. That means you can assign null and undefined to something like a </a:t>
            </a:r>
            <a:r>
              <a:rPr lang="en-US" sz="2000" i="1" dirty="0"/>
              <a:t>number</a:t>
            </a:r>
            <a:r>
              <a:rPr lang="en-US" sz="2000" dirty="0"/>
              <a:t>.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B5F40-5BAE-95EB-68CF-6CFD8B0D9990}"/>
              </a:ext>
            </a:extLst>
          </p:cNvPr>
          <p:cNvSpPr txBox="1"/>
          <p:nvPr/>
        </p:nvSpPr>
        <p:spPr>
          <a:xfrm>
            <a:off x="534792" y="2467004"/>
            <a:ext cx="113722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Undefined </a:t>
            </a:r>
            <a:r>
              <a:rPr lang="en-US" sz="2000" dirty="0"/>
              <a:t>: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Denotes value is given to all uninitialized variables.</a:t>
            </a:r>
          </a:p>
          <a:p>
            <a:r>
              <a:rPr lang="en-US" sz="2000" dirty="0">
                <a:solidFill>
                  <a:srgbClr val="FFC000"/>
                </a:solidFill>
              </a:rPr>
              <a:t>Null</a:t>
            </a:r>
            <a:r>
              <a:rPr lang="en-US" sz="2000" dirty="0"/>
              <a:t> : Represents the intentional absence of object value.</a:t>
            </a:r>
            <a:endParaRPr lang="en-US" sz="2000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398124-8C5B-1DA0-C97C-9B79BA32A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97" y="3671306"/>
            <a:ext cx="3643956" cy="10570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8241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Objects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458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E5E54F-5380-6E37-DEA3-ABF38139224C}"/>
              </a:ext>
            </a:extLst>
          </p:cNvPr>
          <p:cNvSpPr txBox="1">
            <a:spLocks/>
          </p:cNvSpPr>
          <p:nvPr/>
        </p:nvSpPr>
        <p:spPr>
          <a:xfrm>
            <a:off x="0" y="644103"/>
            <a:ext cx="2156604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111111"/>
                </a:solidFill>
                <a:latin typeface="Merriweather" panose="00000500000000000000" pitchFamily="2" charset="0"/>
              </a:rPr>
              <a:t>Variables</a:t>
            </a:r>
            <a:endParaRPr lang="en-US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500332" y="1239326"/>
            <a:ext cx="67976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In general, object types are defined by: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The </a:t>
            </a:r>
            <a:r>
              <a:rPr lang="en-US" sz="2000" b="1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names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 of the properties that are (or may be) present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The </a:t>
            </a:r>
            <a:r>
              <a:rPr lang="en-US" sz="2000" b="1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types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 of those properties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0" y="35944"/>
            <a:ext cx="2156604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Objects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6CDF5F-AB8B-BF95-F419-B30840B6E053}"/>
              </a:ext>
            </a:extLst>
          </p:cNvPr>
          <p:cNvSpPr txBox="1">
            <a:spLocks/>
          </p:cNvSpPr>
          <p:nvPr/>
        </p:nvSpPr>
        <p:spPr>
          <a:xfrm>
            <a:off x="0" y="2833777"/>
            <a:ext cx="3441940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111111"/>
                </a:solidFill>
                <a:latin typeface="Merriweather" panose="00000500000000000000" pitchFamily="2" charset="0"/>
              </a:rPr>
              <a:t>Optional Properties</a:t>
            </a:r>
            <a:endParaRPr 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FA194-F66D-D55F-9F40-638D980B9716}"/>
              </a:ext>
            </a:extLst>
          </p:cNvPr>
          <p:cNvSpPr txBox="1"/>
          <p:nvPr/>
        </p:nvSpPr>
        <p:spPr>
          <a:xfrm>
            <a:off x="500330" y="3484256"/>
            <a:ext cx="28553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</a:rPr>
              <a:t>What if we take our car example a bit further by adding a fourth property that’s only present sometimes?</a:t>
            </a:r>
            <a:endParaRPr lang="en-US" sz="2000" b="0" i="0" dirty="0">
              <a:solidFill>
                <a:srgbClr val="222222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1ACDE9-D82C-92FB-66D5-793DA28998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3" r="12613"/>
          <a:stretch/>
        </p:blipFill>
        <p:spPr>
          <a:xfrm>
            <a:off x="7530862" y="420751"/>
            <a:ext cx="4261450" cy="30635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E23E1E-7117-DA88-BDD9-29CC7B119C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331"/>
          <a:stretch/>
        </p:blipFill>
        <p:spPr>
          <a:xfrm>
            <a:off x="3899140" y="3186644"/>
            <a:ext cx="5513035" cy="36045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04287B-10AE-1A4D-FB8C-0D3E987B9D7F}"/>
              </a:ext>
            </a:extLst>
          </p:cNvPr>
          <p:cNvSpPr txBox="1"/>
          <p:nvPr/>
        </p:nvSpPr>
        <p:spPr>
          <a:xfrm>
            <a:off x="368058" y="5282243"/>
            <a:ext cx="28553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</a:rPr>
              <a:t>Note that the type of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chargeVoltage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 is now </a:t>
            </a:r>
            <a:r>
              <a:rPr lang="en-US" sz="2000" b="0" i="0" dirty="0">
                <a:solidFill>
                  <a:srgbClr val="FFC000"/>
                </a:solidFill>
                <a:effectLst/>
              </a:rPr>
              <a:t>number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 | </a:t>
            </a:r>
            <a:r>
              <a:rPr lang="en-US" sz="2000" b="0" i="0" dirty="0">
                <a:solidFill>
                  <a:srgbClr val="92D050"/>
                </a:solidFill>
                <a:effectLst/>
              </a:rPr>
              <a:t>undefined</a:t>
            </a:r>
            <a:endParaRPr lang="en-US" sz="2000" b="0" i="0" dirty="0">
              <a:solidFill>
                <a:srgbClr val="92D05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041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Arrays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78993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304797" y="788034"/>
            <a:ext cx="118872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Describing types for arrays is often as easy as adding </a:t>
            </a:r>
            <a:r>
              <a:rPr lang="en-US" sz="2000" b="0" i="0" dirty="0">
                <a:solidFill>
                  <a:srgbClr val="FF0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[]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to the end of the array member’s type. For example, the type for an </a:t>
            </a:r>
            <a:r>
              <a:rPr lang="en-US" sz="2000" b="0" i="0" dirty="0">
                <a:solidFill>
                  <a:srgbClr val="92D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array of strings 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would look like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string[]. 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L</a:t>
            </a:r>
            <a:r>
              <a:rPr lang="en-US" sz="2000" dirty="0"/>
              <a:t>ater using various methods such as </a:t>
            </a:r>
            <a:r>
              <a:rPr lang="en-US" sz="2000" dirty="0">
                <a:solidFill>
                  <a:srgbClr val="00B0F0"/>
                </a:solidFill>
              </a:rPr>
              <a:t>push() , splice() , and </a:t>
            </a:r>
            <a:r>
              <a:rPr lang="en-US" sz="2000" dirty="0" err="1">
                <a:solidFill>
                  <a:srgbClr val="00B0F0"/>
                </a:solidFill>
              </a:rPr>
              <a:t>concat</a:t>
            </a:r>
            <a:r>
              <a:rPr lang="en-US" sz="2000" dirty="0">
                <a:solidFill>
                  <a:srgbClr val="00B0F0"/>
                </a:solidFill>
              </a:rPr>
              <a:t>() </a:t>
            </a:r>
            <a:r>
              <a:rPr lang="en-US" sz="2000" dirty="0"/>
              <a:t>. Arrays can be of a fixed length or dynamically resized as needed, and they can be used with various array methods to perform common operations like </a:t>
            </a:r>
            <a:r>
              <a:rPr lang="en-US" sz="2000" dirty="0">
                <a:solidFill>
                  <a:srgbClr val="0070C0"/>
                </a:solidFill>
              </a:rPr>
              <a:t>sorting, filtering, and mapping</a:t>
            </a:r>
            <a:endParaRPr lang="en-US" sz="2000" b="0" i="0" dirty="0">
              <a:solidFill>
                <a:srgbClr val="0070C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0" y="35944"/>
            <a:ext cx="2829464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Array Types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821BDF-2F44-A243-A4FE-3FFF7A41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56" y="2408614"/>
            <a:ext cx="7178662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84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304797" y="986206"/>
            <a:ext cx="7010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The </a:t>
            </a:r>
            <a:r>
              <a:rPr lang="en-US" sz="2000" b="0" i="0" dirty="0" err="1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readonly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keyword can prevent arrays from being changed.</a:t>
            </a:r>
            <a:endParaRPr lang="en-US" sz="2000" b="0" i="0" dirty="0">
              <a:solidFill>
                <a:srgbClr val="0070C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0" y="35944"/>
            <a:ext cx="5106838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>
                <a:solidFill>
                  <a:srgbClr val="111111"/>
                </a:solidFill>
                <a:latin typeface="Merriweather" panose="00000500000000000000" pitchFamily="2" charset="0"/>
              </a:rPr>
              <a:t>Readonly</a:t>
            </a:r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 Array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7C02B-8DAD-DCED-BA0E-B539AC533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7" y="1741355"/>
            <a:ext cx="7201524" cy="7011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7BE7374-BD99-03D8-FF36-BF92FD20B530}"/>
              </a:ext>
            </a:extLst>
          </p:cNvPr>
          <p:cNvSpPr txBox="1">
            <a:spLocks/>
          </p:cNvSpPr>
          <p:nvPr/>
        </p:nvSpPr>
        <p:spPr>
          <a:xfrm>
            <a:off x="388188" y="2726270"/>
            <a:ext cx="4273889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Type Inference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CAEBE-70AB-1DE1-FC50-2ADCA222F423}"/>
              </a:ext>
            </a:extLst>
          </p:cNvPr>
          <p:cNvSpPr txBox="1"/>
          <p:nvPr/>
        </p:nvSpPr>
        <p:spPr>
          <a:xfrm>
            <a:off x="163899" y="3432214"/>
            <a:ext cx="7010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TypeScript can infer the type of an array if it has values.</a:t>
            </a:r>
            <a:endParaRPr lang="en-US" sz="2000" b="0" i="0" dirty="0">
              <a:solidFill>
                <a:srgbClr val="0070C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E59F94-0BCE-5FDE-485F-D46B41D06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7" y="4161369"/>
            <a:ext cx="8154107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78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Tuples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9120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304798" y="788034"/>
            <a:ext cx="47325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 tuple is a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typed array 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with a </a:t>
            </a:r>
            <a:r>
              <a:rPr lang="en-US" sz="2000" b="0" i="0" dirty="0">
                <a:solidFill>
                  <a:srgbClr val="00B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pre-defined length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and </a:t>
            </a:r>
            <a:r>
              <a:rPr lang="en-US" sz="2000" b="0" i="0" dirty="0">
                <a:solidFill>
                  <a:srgbClr val="0070C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types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for each index.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0" y="35944"/>
            <a:ext cx="2829464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Tuples 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6CDF5F-AB8B-BF95-F419-B30840B6E053}"/>
              </a:ext>
            </a:extLst>
          </p:cNvPr>
          <p:cNvSpPr txBox="1">
            <a:spLocks/>
          </p:cNvSpPr>
          <p:nvPr/>
        </p:nvSpPr>
        <p:spPr>
          <a:xfrm>
            <a:off x="287382" y="2398144"/>
            <a:ext cx="4749960" cy="921602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dirty="0">
                <a:solidFill>
                  <a:srgbClr val="111111"/>
                </a:solidFill>
                <a:latin typeface="Merriweather" panose="00000500000000000000" pitchFamily="2" charset="0"/>
              </a:rPr>
              <a:t>Let’s imagine we define a convention where we can represent the same </a:t>
            </a:r>
            <a:r>
              <a:rPr lang="en-US" sz="1500" dirty="0">
                <a:solidFill>
                  <a:srgbClr val="FFC000"/>
                </a:solidFill>
                <a:latin typeface="Merriweather" panose="00000500000000000000" pitchFamily="2" charset="0"/>
              </a:rPr>
              <a:t>“2002 Toyota Corolla” </a:t>
            </a:r>
            <a:r>
              <a:rPr lang="en-US" sz="1500" dirty="0">
                <a:solidFill>
                  <a:srgbClr val="111111"/>
                </a:solidFill>
                <a:latin typeface="Merriweather" panose="00000500000000000000" pitchFamily="2" charset="0"/>
              </a:rPr>
              <a:t>as</a:t>
            </a:r>
            <a:endParaRPr lang="en-US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099765-0EE9-8167-CD65-F45480F7AE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849"/>
          <a:stretch/>
        </p:blipFill>
        <p:spPr>
          <a:xfrm>
            <a:off x="5964213" y="1261011"/>
            <a:ext cx="4749960" cy="17908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3ABB46-9EEE-9C8E-F9B4-1C5BD8582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92" y="3538256"/>
            <a:ext cx="4138019" cy="1074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3D601A-0658-CC79-2DA6-174C1719934B}"/>
              </a:ext>
            </a:extLst>
          </p:cNvPr>
          <p:cNvSpPr txBox="1">
            <a:spLocks/>
          </p:cNvSpPr>
          <p:nvPr/>
        </p:nvSpPr>
        <p:spPr>
          <a:xfrm>
            <a:off x="5546784" y="531848"/>
            <a:ext cx="4749959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>
                <a:solidFill>
                  <a:srgbClr val="111111"/>
                </a:solidFill>
                <a:latin typeface="Merriweather" panose="00000500000000000000" pitchFamily="2" charset="0"/>
              </a:rPr>
              <a:t>TypeScript handles inference in this case</a:t>
            </a:r>
            <a:endParaRPr 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848AA-78BC-40D5-68F0-35AF9F6A5624}"/>
              </a:ext>
            </a:extLst>
          </p:cNvPr>
          <p:cNvSpPr txBox="1"/>
          <p:nvPr/>
        </p:nvSpPr>
        <p:spPr>
          <a:xfrm>
            <a:off x="5676181" y="3224856"/>
            <a:ext cx="636054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|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means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“OR”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,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so we can think of </a:t>
            </a:r>
            <a:r>
              <a:rPr lang="en-US" sz="2000" b="0" i="0" dirty="0">
                <a:solidFill>
                  <a:srgbClr val="00B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string | number 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means either a </a:t>
            </a:r>
            <a:r>
              <a:rPr lang="en-US" sz="2000" b="0" i="0" dirty="0">
                <a:solidFill>
                  <a:srgbClr val="00B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string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or </a:t>
            </a:r>
            <a:r>
              <a:rPr lang="en-US" sz="2000" b="0" i="0" dirty="0">
                <a:solidFill>
                  <a:srgbClr val="00B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 number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.</a:t>
            </a:r>
          </a:p>
          <a:p>
            <a:pPr algn="l"/>
            <a:endParaRPr lang="en-US" sz="2000" b="0" i="0" dirty="0">
              <a:solidFill>
                <a:srgbClr val="222222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TypeScript has chosen the most specific type that describes the entire contents of the array. This is not quite what we wanted, in that:</a:t>
            </a:r>
          </a:p>
          <a:p>
            <a:pPr algn="l"/>
            <a:endParaRPr lang="en-US" sz="2000" b="0" i="0" dirty="0">
              <a:solidFill>
                <a:srgbClr val="222222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it allows us to break our convention where the year always comes first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it doesn’t quite help us with the “finite length” aspect of tuples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32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20828ED-763A-9EB0-2F8D-5AF0372EAF45}"/>
              </a:ext>
            </a:extLst>
          </p:cNvPr>
          <p:cNvSpPr txBox="1">
            <a:spLocks/>
          </p:cNvSpPr>
          <p:nvPr/>
        </p:nvSpPr>
        <p:spPr>
          <a:xfrm>
            <a:off x="448573" y="146168"/>
            <a:ext cx="3539703" cy="43338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>
                <a:solidFill>
                  <a:srgbClr val="111111"/>
                </a:solidFill>
                <a:latin typeface="Merriweather" panose="00000500000000000000" pitchFamily="2" charset="0"/>
              </a:rPr>
              <a:t>Explicitly state the type of a tuple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78A29D-2A6A-70DD-22DD-A74F2B59C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51" y="784523"/>
            <a:ext cx="7140559" cy="49915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61DA9C-5672-127F-622D-04DA1E4F4870}"/>
              </a:ext>
            </a:extLst>
          </p:cNvPr>
          <p:cNvSpPr txBox="1"/>
          <p:nvPr/>
        </p:nvSpPr>
        <p:spPr>
          <a:xfrm>
            <a:off x="675351" y="6073477"/>
            <a:ext cx="92191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Now, we get errors in the places we expect, and all types work out as we hoped</a:t>
            </a:r>
          </a:p>
        </p:txBody>
      </p:sp>
    </p:spTree>
    <p:extLst>
      <p:ext uri="{BB962C8B-B14F-4D97-AF65-F5344CB8AC3E}">
        <p14:creationId xmlns:p14="http://schemas.microsoft.com/office/powerpoint/2010/main" val="2749318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304798" y="788034"/>
            <a:ext cx="4732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Tuples are just regular JS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Arrays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.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0" y="35944"/>
            <a:ext cx="4071668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>
                <a:solidFill>
                  <a:srgbClr val="111111"/>
                </a:solidFill>
                <a:latin typeface="Merriweather" panose="00000500000000000000" pitchFamily="2" charset="0"/>
              </a:rPr>
              <a:t>Readonly</a:t>
            </a:r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 Tuples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848AA-78BC-40D5-68F0-35AF9F6A5624}"/>
              </a:ext>
            </a:extLst>
          </p:cNvPr>
          <p:cNvSpPr txBox="1"/>
          <p:nvPr/>
        </p:nvSpPr>
        <p:spPr>
          <a:xfrm>
            <a:off x="304799" y="2112132"/>
            <a:ext cx="58803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This imposes some degree of limitation on how tuples can be typed. For example, an Array allows new things to be .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push(...)ed 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into them, allow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.splice(...) 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and so on. At runtime these methods will exist on every tuple, and the types reflect that.</a:t>
            </a:r>
          </a:p>
          <a:p>
            <a:pPr algn="l"/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  <a:p>
            <a:pPr algn="l"/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Typescript provides a lot of the support you’d hope for on assignment: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2C2D7-2BA3-C3D5-D8A2-7A8E87F56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368704"/>
            <a:ext cx="3863675" cy="662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FC0DDF-F754-3D7B-22E6-D4A1032A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8" y="4842829"/>
            <a:ext cx="6187976" cy="18899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704BD6-A88B-2C82-F9D4-6A2774C02452}"/>
              </a:ext>
            </a:extLst>
          </p:cNvPr>
          <p:cNvSpPr txBox="1"/>
          <p:nvPr/>
        </p:nvSpPr>
        <p:spPr>
          <a:xfrm>
            <a:off x="6316692" y="26183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we see something interesting happening with .length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5DF346-069B-4939-710C-90A0BDDE9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774" y="766142"/>
            <a:ext cx="5334462" cy="17679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9D3C17-8A7D-1309-56C7-E3DD2F7A82B6}"/>
              </a:ext>
            </a:extLst>
          </p:cNvPr>
          <p:cNvSpPr txBox="1"/>
          <p:nvPr/>
        </p:nvSpPr>
        <p:spPr>
          <a:xfrm>
            <a:off x="6452519" y="234946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but we get no protection around push and pop, which effectively would change the type of the tuple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900E75-1134-FB70-DFBF-977E8D30E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713" y="3068835"/>
            <a:ext cx="3254022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96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0" y="35944"/>
            <a:ext cx="4071668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err="1">
                <a:solidFill>
                  <a:srgbClr val="111111"/>
                </a:solidFill>
                <a:latin typeface="Merriweather" panose="00000500000000000000" pitchFamily="2" charset="0"/>
              </a:rPr>
              <a:t>Readonly</a:t>
            </a:r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 Tuples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848AA-78BC-40D5-68F0-35AF9F6A5624}"/>
              </a:ext>
            </a:extLst>
          </p:cNvPr>
          <p:cNvSpPr txBox="1"/>
          <p:nvPr/>
        </p:nvSpPr>
        <p:spPr>
          <a:xfrm>
            <a:off x="313426" y="697399"/>
            <a:ext cx="58803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If we are ok with treating this tuple as read-only, we can state so, and get a lot more safety around mutation.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8D178-933A-8CC6-9323-46D224E66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6" y="1889724"/>
            <a:ext cx="5928874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71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508513" cy="323056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Union</a:t>
            </a:r>
            <a:br>
              <a:rPr lang="en-US" sz="5400" dirty="0">
                <a:solidFill>
                  <a:schemeClr val="bg1"/>
                </a:solidFill>
              </a:rPr>
            </a:br>
            <a:r>
              <a:rPr lang="en-US" sz="5400" dirty="0">
                <a:solidFill>
                  <a:schemeClr val="bg1"/>
                </a:solidFill>
              </a:rPr>
              <a:t> and </a:t>
            </a:r>
            <a:br>
              <a:rPr lang="en-US" sz="5400" dirty="0">
                <a:solidFill>
                  <a:schemeClr val="bg1"/>
                </a:solidFill>
              </a:rPr>
            </a:br>
            <a:r>
              <a:rPr lang="en-US" sz="5400" dirty="0">
                <a:solidFill>
                  <a:schemeClr val="bg1"/>
                </a:solidFill>
              </a:rPr>
              <a:t>Intersection Types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8070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304797" y="1370520"/>
            <a:ext cx="72432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Union and intersection types can conceptually be thought of as logical </a:t>
            </a:r>
            <a:r>
              <a:rPr lang="en-US" sz="2000" b="0" i="0" dirty="0" err="1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boolean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operators (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AND, OR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) as they pertain to types. Here are a couple of example sets we’ll use for this discussion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-750520" y="454265"/>
            <a:ext cx="8298611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Union and Intersection Types, Conceptually 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27317B-D741-E124-5AF0-AF06ED61E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411" y="1584955"/>
            <a:ext cx="3048264" cy="5867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01999E-E403-1618-5B7F-8BACA1481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01" y="2707215"/>
            <a:ext cx="7186283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61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209906" y="1010478"/>
            <a:ext cx="118411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 union type can be thought of as OR, for types, and TypeScript uses the pipe (|) symbol to represent the Union type operator  </a:t>
            </a:r>
          </a:p>
          <a:p>
            <a:pPr algn="l"/>
            <a:endParaRPr lang="en-US" sz="2000" b="0" i="0" dirty="0">
              <a:solidFill>
                <a:srgbClr val="222222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  <a:p>
            <a:pPr algn="l"/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Using the example above, if we wanted to find </a:t>
            </a:r>
            <a:r>
              <a:rPr lang="en-US" sz="2000" b="0" i="0" dirty="0" err="1">
                <a:solidFill>
                  <a:srgbClr val="00B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OneThroughFive</a:t>
            </a:r>
            <a:r>
              <a:rPr lang="en-US" sz="2000" b="0" i="0" dirty="0">
                <a:solidFill>
                  <a:srgbClr val="00B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| Evens 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we’d </a:t>
            </a:r>
            <a:r>
              <a:rPr lang="en-US" sz="2000" b="0" i="0" dirty="0">
                <a:solidFill>
                  <a:srgbClr val="FF0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combine all the members 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of the </a:t>
            </a:r>
            <a:r>
              <a:rPr lang="en-US" sz="2000" b="0" i="0" dirty="0" err="1">
                <a:solidFill>
                  <a:srgbClr val="00B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OneThroughFive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set and all of the members of the </a:t>
            </a:r>
            <a:r>
              <a:rPr lang="en-US" sz="2000" b="0" i="0" dirty="0">
                <a:solidFill>
                  <a:srgbClr val="00B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Evens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set.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146650" y="134291"/>
            <a:ext cx="3200400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Union  Types </a:t>
            </a:r>
            <a:r>
              <a:rPr lang="en-US" sz="3000" b="1" dirty="0">
                <a:solidFill>
                  <a:srgbClr val="FFC000"/>
                </a:solidFill>
                <a:latin typeface="Merriweather" panose="00000500000000000000" pitchFamily="2" charset="0"/>
              </a:rPr>
              <a:t>|</a:t>
            </a:r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42BE49-1AD3-09FB-A6A0-E5C9DE72E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81" y="2987002"/>
            <a:ext cx="4473328" cy="4419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F443CA-61BB-141F-7F7C-88BCFAD3C7F0}"/>
              </a:ext>
            </a:extLst>
          </p:cNvPr>
          <p:cNvSpPr txBox="1"/>
          <p:nvPr/>
        </p:nvSpPr>
        <p:spPr>
          <a:xfrm>
            <a:off x="209906" y="3654151"/>
            <a:ext cx="118411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If you think about the assumptions we could make about a member of this set at random, we couldn’t be sure whether it’s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between 1 and 5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, and we couldn’t be sure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whether it’s odd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.</a:t>
            </a:r>
            <a:endParaRPr lang="en-US" sz="2000" b="0" i="0" dirty="0"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169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209906" y="1010478"/>
            <a:ext cx="118411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An intersection type can be thought of as AND, for types, and TypeScript uses the ampersand (&amp;) symbol to represent the Intersection type operator</a:t>
            </a:r>
          </a:p>
          <a:p>
            <a:pPr algn="l"/>
            <a:endParaRPr lang="en-US" sz="2000" b="0" i="0" dirty="0">
              <a:solidFill>
                <a:srgbClr val="222222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  <a:p>
            <a:pPr algn="l"/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Using the example again, if we wanted to find </a:t>
            </a:r>
            <a:r>
              <a:rPr lang="en-US" sz="2000" b="0" i="0" dirty="0" err="1">
                <a:solidFill>
                  <a:srgbClr val="00B0F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OneThroughFive</a:t>
            </a:r>
            <a:r>
              <a:rPr lang="en-US" sz="2000" b="0" i="0" dirty="0">
                <a:solidFill>
                  <a:srgbClr val="00B0F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&amp; Evens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we’d find all members that the </a:t>
            </a:r>
            <a:r>
              <a:rPr lang="en-US" sz="2000" b="0" i="0" dirty="0" err="1">
                <a:solidFill>
                  <a:srgbClr val="00B0F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OneThroughFive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and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</a:t>
            </a:r>
            <a:r>
              <a:rPr lang="en-US" sz="2000" b="0" i="0" dirty="0">
                <a:solidFill>
                  <a:srgbClr val="00B0F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Evens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sets have </a:t>
            </a:r>
            <a:r>
              <a:rPr lang="en-US" sz="2000" b="0" i="0" dirty="0">
                <a:solidFill>
                  <a:srgbClr val="FF0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in common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146649" y="134291"/>
            <a:ext cx="5408761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Intersection types </a:t>
            </a:r>
            <a:r>
              <a:rPr lang="en-US" sz="3000" b="1" dirty="0">
                <a:solidFill>
                  <a:srgbClr val="00B0F0"/>
                </a:solidFill>
                <a:latin typeface="Merriweather" panose="00000500000000000000" pitchFamily="2" charset="0"/>
              </a:rPr>
              <a:t>&amp;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443CA-61BB-141F-7F7C-88BCFAD3C7F0}"/>
              </a:ext>
            </a:extLst>
          </p:cNvPr>
          <p:cNvSpPr txBox="1"/>
          <p:nvPr/>
        </p:nvSpPr>
        <p:spPr>
          <a:xfrm>
            <a:off x="209906" y="3654151"/>
            <a:ext cx="118411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If you think about the assumptions we could make about a member of this set at random, we couldn’t be sure whether it’s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between 1 and 5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, and we couldn’t be sure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whether it’s odd</a:t>
            </a:r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.</a:t>
            </a:r>
            <a:endParaRPr lang="en-US" sz="2000" b="0" i="0" dirty="0"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CDBFD-C7DD-4267-CA08-2C6E25F80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86" y="2839076"/>
            <a:ext cx="3177815" cy="4724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C29513-3A87-3320-0E21-2747DA8C2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86" y="4664948"/>
            <a:ext cx="6919560" cy="16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73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209906" y="1010478"/>
            <a:ext cx="59856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If we wanted to create a union type that represented the set { 1, 2, 3, 4, 5 } we could do it using the | operator. We can also use the type keyword to give this type a name.</a:t>
            </a:r>
            <a:endParaRPr lang="en-US" sz="20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146649" y="134291"/>
            <a:ext cx="5408761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Union Types in TypeScript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AF0C6-3614-5494-B0F0-C896538B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6" y="2614881"/>
            <a:ext cx="4915326" cy="2408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FAD7BE-5F5C-3A26-5E66-2A694B304FD2}"/>
              </a:ext>
            </a:extLst>
          </p:cNvPr>
          <p:cNvSpPr txBox="1"/>
          <p:nvPr/>
        </p:nvSpPr>
        <p:spPr>
          <a:xfrm>
            <a:off x="6417020" y="302592"/>
            <a:ext cx="56283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and we could create another type called Evens to represent the set { 2, 4, 6, 8 }</a:t>
            </a:r>
            <a:endParaRPr lang="en-US" sz="20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E84343-D9AD-7B2C-9B6C-5BE76E48D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30" y="1087939"/>
            <a:ext cx="3795089" cy="24919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ADE7D3-4624-E630-D424-F599ED0814D0}"/>
              </a:ext>
            </a:extLst>
          </p:cNvPr>
          <p:cNvSpPr txBox="1"/>
          <p:nvPr/>
        </p:nvSpPr>
        <p:spPr>
          <a:xfrm>
            <a:off x="6417019" y="3913287"/>
            <a:ext cx="5628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Explicitly creating the union type is now simple</a:t>
            </a:r>
            <a:endParaRPr lang="en-US" sz="20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D1A60E-A008-BF54-02CB-53B31B366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595" y="4469952"/>
            <a:ext cx="4572396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94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209906" y="1010478"/>
            <a:ext cx="59856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If we wanted to create a union type that represented the set { 1, 2, 3, 4, 5 } we could do it using the | operator. We can also use the type keyword to give this type a name.</a:t>
            </a:r>
            <a:endParaRPr lang="en-US" sz="20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146649" y="134291"/>
            <a:ext cx="4511615" cy="876187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Intersection Types in TypeScript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AF0C6-3614-5494-B0F0-C896538B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6" y="2614881"/>
            <a:ext cx="4915326" cy="2408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FAD7BE-5F5C-3A26-5E66-2A694B304FD2}"/>
              </a:ext>
            </a:extLst>
          </p:cNvPr>
          <p:cNvSpPr txBox="1"/>
          <p:nvPr/>
        </p:nvSpPr>
        <p:spPr>
          <a:xfrm>
            <a:off x="6417020" y="302592"/>
            <a:ext cx="56283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and we could create another type called Evens to represent the set { 2, 4, 6, 8 }</a:t>
            </a:r>
            <a:endParaRPr lang="en-US" sz="20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E84343-D9AD-7B2C-9B6C-5BE76E48D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30" y="1087939"/>
            <a:ext cx="3795089" cy="24919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ADE7D3-4624-E630-D424-F599ED0814D0}"/>
              </a:ext>
            </a:extLst>
          </p:cNvPr>
          <p:cNvSpPr txBox="1"/>
          <p:nvPr/>
        </p:nvSpPr>
        <p:spPr>
          <a:xfrm>
            <a:off x="6417019" y="3913287"/>
            <a:ext cx="5628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Explicitly creating the union type is now simple</a:t>
            </a:r>
            <a:endParaRPr lang="en-US" sz="20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D1A60E-A008-BF54-02CB-53B31B366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595" y="4469952"/>
            <a:ext cx="4572396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67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8640" y="3063053"/>
            <a:ext cx="4650750" cy="1148966"/>
          </a:xfrm>
        </p:spPr>
        <p:txBody>
          <a:bodyPr>
            <a:normAutofit fontScale="90000"/>
          </a:bodyPr>
          <a:lstStyle/>
          <a:p>
            <a:br>
              <a:rPr lang="en-US" sz="5400" dirty="0">
                <a:solidFill>
                  <a:schemeClr val="bg1"/>
                </a:solidFill>
              </a:rPr>
            </a:br>
            <a:r>
              <a:rPr lang="en-US" sz="5400" dirty="0">
                <a:solidFill>
                  <a:schemeClr val="bg1"/>
                </a:solidFill>
              </a:rPr>
              <a:t>Type Aliases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637986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209906" y="1010478"/>
            <a:ext cx="115133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TypeScript provides two mechanisms for centrally defining types and giving them useful and meaningful names: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146649" y="134291"/>
            <a:ext cx="4511615" cy="876187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rgbClr val="111111"/>
                </a:solidFill>
                <a:latin typeface="Merriweather" panose="00000500000000000000" pitchFamily="2" charset="0"/>
              </a:rPr>
              <a:t>Interfaces and Type Aliases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272416" y="2296939"/>
            <a:ext cx="2341388" cy="595223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solidFill>
                  <a:srgbClr val="111111"/>
                </a:solidFill>
                <a:latin typeface="Merriweather" panose="00000500000000000000" pitchFamily="2" charset="0"/>
              </a:rPr>
              <a:t>Type Aliases</a:t>
            </a: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272416" y="2983099"/>
            <a:ext cx="54037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 Aliases allow defining </a:t>
            </a:r>
            <a:r>
              <a:rPr lang="en-US" sz="2000" b="0" i="0" dirty="0">
                <a:solidFill>
                  <a:srgbClr val="FFC00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types with a custom name 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(an Alias). Type Aliases can be used for primitives like </a:t>
            </a:r>
            <a:r>
              <a:rPr lang="en-US" sz="2000" b="0" i="0" dirty="0">
                <a:solidFill>
                  <a:srgbClr val="92D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string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or more complex types such as </a:t>
            </a:r>
            <a:r>
              <a:rPr lang="en-US" sz="2000" b="0" i="0" dirty="0">
                <a:solidFill>
                  <a:srgbClr val="92D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objects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 and </a:t>
            </a:r>
            <a:r>
              <a:rPr lang="en-US" sz="2000" b="0" i="0" dirty="0">
                <a:solidFill>
                  <a:srgbClr val="92D050"/>
                </a:solidFill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arrays</a:t>
            </a:r>
            <a:r>
              <a:rPr lang="en-US" sz="2000" b="0" i="0" dirty="0">
                <a:effectLst/>
                <a:ea typeface="JetBrainsMono NFM ExtraLight" panose="02000009000000000000" pitchFamily="49" charset="0"/>
                <a:cs typeface="JetBrainsMono NFM ExtraLight" panose="02000009000000000000" pitchFamily="49" charset="0"/>
              </a:rPr>
              <a:t>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464A0B-121A-5912-9D75-68CCA6E6DD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40"/>
          <a:stretch/>
        </p:blipFill>
        <p:spPr>
          <a:xfrm>
            <a:off x="6349041" y="2080727"/>
            <a:ext cx="4822335" cy="44273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479957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DC9707-074C-9486-DDDF-2D12C2151DBE}"/>
              </a:ext>
            </a:extLst>
          </p:cNvPr>
          <p:cNvSpPr txBox="1">
            <a:spLocks/>
          </p:cNvSpPr>
          <p:nvPr/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Type Aliases Benefits</a:t>
            </a:r>
            <a:endParaRPr lang="en-US" sz="37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A47B6-4379-EB71-8C88-5B0F883A893C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Type aliases help to address this, by allowing us to: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effectLst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define </a:t>
            </a:r>
            <a:r>
              <a:rPr lang="en-US" sz="2000" b="1" i="0" dirty="0">
                <a:effectLst/>
              </a:rPr>
              <a:t>a more meaningful name </a:t>
            </a:r>
            <a:r>
              <a:rPr lang="en-US" sz="2000" b="0" i="0" dirty="0">
                <a:effectLst/>
              </a:rPr>
              <a:t>for this type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declare the shape of the type </a:t>
            </a:r>
            <a:r>
              <a:rPr lang="en-US" sz="2000" b="1" i="0" dirty="0">
                <a:effectLst/>
              </a:rPr>
              <a:t>in a single place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import and export </a:t>
            </a:r>
            <a:r>
              <a:rPr lang="en-US" sz="2000" b="0" i="0" dirty="0">
                <a:effectLst/>
              </a:rPr>
              <a:t>this type from modules, the same as if it were an importable/exportable value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02D87E-332D-5945-70E4-9BC5FECE70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1" r="4" b="4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21918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F5583-D802-C83C-01D2-FED4021D5C70}"/>
              </a:ext>
            </a:extLst>
          </p:cNvPr>
          <p:cNvSpPr txBox="1">
            <a:spLocks/>
          </p:cNvSpPr>
          <p:nvPr/>
        </p:nvSpPr>
        <p:spPr>
          <a:xfrm>
            <a:off x="645066" y="714109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few things to point out here:😐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1FE30-6618-8A39-FF9A-D958361BCE1C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9832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This is a rare occasion where we see type information on the right-hand side of the assignment operator (=)</a:t>
            </a:r>
          </a:p>
          <a:p>
            <a:pPr marL="29832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We’re using </a:t>
            </a:r>
            <a:r>
              <a:rPr lang="en-US" sz="1700" dirty="0" err="1"/>
              <a:t>TitleCase</a:t>
            </a:r>
            <a:r>
              <a:rPr lang="en-US" sz="1700" dirty="0"/>
              <a:t> to format the </a:t>
            </a:r>
            <a:r>
              <a:rPr lang="en-US" sz="1700" dirty="0" err="1"/>
              <a:t>alias’</a:t>
            </a:r>
            <a:r>
              <a:rPr lang="en-US" sz="1700" dirty="0"/>
              <a:t> name. This is a common convention</a:t>
            </a:r>
          </a:p>
          <a:p>
            <a:pPr marL="29832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As we can see below, we can only declare an alias of a given name once within a given scope. This is kind of like how a let or const variable declaration works</a:t>
            </a:r>
            <a:endParaRPr lang="en-US" sz="1700" b="0" i="0" dirty="0">
              <a:effectLst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AE8B9893-9728-AAA1-5497-77700765B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314290"/>
            <a:ext cx="5628018" cy="3996549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4147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00CE4-EFEA-0C59-84FF-FA420AEEA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4" y="235864"/>
            <a:ext cx="11803225" cy="631472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42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9179D-79B7-C89A-69D2-DC59F4928056}"/>
              </a:ext>
            </a:extLst>
          </p:cNvPr>
          <p:cNvSpPr txBox="1">
            <a:spLocks/>
          </p:cNvSpPr>
          <p:nvPr/>
        </p:nvSpPr>
        <p:spPr>
          <a:xfrm>
            <a:off x="1099425" y="1238081"/>
            <a:ext cx="4709345" cy="9629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200" b="1"/>
              <a:t>Inheritance in type aliases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7EFE9-5758-38A6-2A32-2909851B8185}"/>
              </a:ext>
            </a:extLst>
          </p:cNvPr>
          <p:cNvSpPr txBox="1"/>
          <p:nvPr/>
        </p:nvSpPr>
        <p:spPr>
          <a:xfrm>
            <a:off x="724536" y="2665622"/>
            <a:ext cx="4804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You can create type aliases that combine existing types with new behavior by using Intersection (</a:t>
            </a:r>
            <a:r>
              <a:rPr lang="en-US">
                <a:solidFill>
                  <a:srgbClr val="00B050"/>
                </a:solidFill>
              </a:rPr>
              <a:t>&amp;</a:t>
            </a:r>
            <a:r>
              <a:rPr lang="en-US"/>
              <a:t>) types.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C0E83-D73E-62A8-B232-6A4E8ACB33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459"/>
          <a:stretch/>
        </p:blipFill>
        <p:spPr>
          <a:xfrm>
            <a:off x="6211556" y="2936665"/>
            <a:ext cx="5255908" cy="24560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547934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DD8D6-9D4C-7EAF-4328-9E62D21C2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89" y="401216"/>
            <a:ext cx="11317978" cy="616829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52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508513" cy="323056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Interfaces </a:t>
            </a:r>
            <a:br>
              <a:rPr lang="en-US" sz="5400" dirty="0">
                <a:solidFill>
                  <a:schemeClr val="bg1"/>
                </a:solidFill>
              </a:rPr>
            </a:b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2760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903088" y="1182221"/>
            <a:ext cx="5259255" cy="688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Interfaces are similar to type aliases; except they </a:t>
            </a:r>
            <a:r>
              <a:rPr lang="en-US" sz="1940" kern="1200" dirty="0">
                <a:solidFill>
                  <a:srgbClr val="B30000"/>
                </a:solidFill>
                <a:latin typeface="+mn-lt"/>
                <a:ea typeface="+mn-ea"/>
                <a:cs typeface="+mn-cs"/>
              </a:rPr>
              <a:t>only apply to object types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EBEA89-FC64-F917-29D0-3D7647A12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320" y="270432"/>
            <a:ext cx="3507156" cy="25102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B77D4-C62B-325D-90AF-E16E31F049E7}"/>
              </a:ext>
            </a:extLst>
          </p:cNvPr>
          <p:cNvSpPr txBox="1"/>
          <p:nvPr/>
        </p:nvSpPr>
        <p:spPr>
          <a:xfrm>
            <a:off x="842093" y="3809362"/>
            <a:ext cx="4788552" cy="12880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Extending an interface means you are creating a new interface with the same properties as the </a:t>
            </a:r>
            <a:r>
              <a:rPr lang="en-US" sz="1940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original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940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plus something new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pic>
        <p:nvPicPr>
          <p:cNvPr id="2" name="Picture 1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7E115DA8-6EC5-78B3-6562-47F5E2058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738" y="3235446"/>
            <a:ext cx="4469363" cy="312329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956077" y="460273"/>
            <a:ext cx="2416851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Interfaces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BE6E13-C47F-B62E-F86E-7EE7853B856B}"/>
              </a:ext>
            </a:extLst>
          </p:cNvPr>
          <p:cNvSpPr txBox="1">
            <a:spLocks/>
          </p:cNvSpPr>
          <p:nvPr/>
        </p:nvSpPr>
        <p:spPr>
          <a:xfrm>
            <a:off x="842093" y="2964482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Extending Interfaces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2B7098-E636-39F7-4E03-D0D721195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32" y="1891072"/>
            <a:ext cx="2667372" cy="1076475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80428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B77D4-C62B-325D-90AF-E16E31F049E7}"/>
              </a:ext>
            </a:extLst>
          </p:cNvPr>
          <p:cNvSpPr txBox="1"/>
          <p:nvPr/>
        </p:nvSpPr>
        <p:spPr>
          <a:xfrm>
            <a:off x="956076" y="1435791"/>
            <a:ext cx="8601991" cy="308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many situations, either a </a:t>
            </a:r>
            <a:r>
              <a:rPr lang="en-US" sz="1940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type alias 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an </a:t>
            </a:r>
            <a:r>
              <a:rPr lang="en-US" sz="1940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interface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would be perfectly fine, however…</a:t>
            </a:r>
          </a:p>
          <a:p>
            <a:pPr defTabSz="886968">
              <a:spcAft>
                <a:spcPts val="600"/>
              </a:spcAft>
            </a:pPr>
            <a:endParaRPr lang="en-US" sz="194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indent="-457200" defTabSz="886968">
              <a:spcAft>
                <a:spcPts val="600"/>
              </a:spcAft>
              <a:buFont typeface="+mj-lt"/>
              <a:buAutoNum type="arabicPeriod"/>
            </a:pPr>
            <a:r>
              <a:rPr lang="en-US" sz="194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you need to define something other than an object type 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(e.g., use of the | union type operator), you must use a type alias</a:t>
            </a:r>
          </a:p>
          <a:p>
            <a:pPr marL="457200" indent="-457200" defTabSz="886968">
              <a:spcAft>
                <a:spcPts val="600"/>
              </a:spcAft>
              <a:buFont typeface="+mj-lt"/>
              <a:buAutoNum type="arabicPeriod"/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you need to define a type </a:t>
            </a:r>
            <a:r>
              <a:rPr lang="en-US" sz="194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use with the implement's heritage term on a class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use an interface</a:t>
            </a:r>
          </a:p>
          <a:p>
            <a:pPr marL="457200" indent="-457200" defTabSz="886968">
              <a:spcAft>
                <a:spcPts val="600"/>
              </a:spcAft>
              <a:buFont typeface="+mj-lt"/>
              <a:buAutoNum type="arabicPeriod"/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you need to </a:t>
            </a:r>
            <a:r>
              <a:rPr lang="en-US" sz="194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 consumers of your types to augment them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you must use an interface.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956077" y="460273"/>
            <a:ext cx="6859455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Choosing whether to use type or interface</a:t>
            </a:r>
          </a:p>
        </p:txBody>
      </p:sp>
    </p:spTree>
    <p:extLst>
      <p:ext uri="{BB962C8B-B14F-4D97-AF65-F5344CB8AC3E}">
        <p14:creationId xmlns:p14="http://schemas.microsoft.com/office/powerpoint/2010/main" val="30578503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508513" cy="323056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9701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200197" y="763678"/>
            <a:ext cx="9973591" cy="39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 has a specific syntax for typing function parameters and return values.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B77D4-C62B-325D-90AF-E16E31F049E7}"/>
              </a:ext>
            </a:extLst>
          </p:cNvPr>
          <p:cNvSpPr txBox="1"/>
          <p:nvPr/>
        </p:nvSpPr>
        <p:spPr>
          <a:xfrm>
            <a:off x="80142" y="2287578"/>
            <a:ext cx="4788552" cy="6894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type of the value returned by the function can be explicitly defined.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2603535" y="10875"/>
            <a:ext cx="3891968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TypeScript Functions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BE6E13-C47F-B62E-F86E-7EE7853B856B}"/>
              </a:ext>
            </a:extLst>
          </p:cNvPr>
          <p:cNvSpPr txBox="1">
            <a:spLocks/>
          </p:cNvSpPr>
          <p:nvPr/>
        </p:nvSpPr>
        <p:spPr>
          <a:xfrm>
            <a:off x="200197" y="1657413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Return 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4BAD16-4CB1-13F0-0D29-522AAFBD8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749" y="1879153"/>
            <a:ext cx="7039957" cy="120031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0FE197-1FD4-FA53-F766-5918D5FE421D}"/>
              </a:ext>
            </a:extLst>
          </p:cNvPr>
          <p:cNvSpPr txBox="1"/>
          <p:nvPr/>
        </p:nvSpPr>
        <p:spPr>
          <a:xfrm>
            <a:off x="80142" y="3786060"/>
            <a:ext cx="4788552" cy="6894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type void can be used to indicate a function doesn't return any value.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71D348-7552-21F2-DDD8-EDF64C6BBA38}"/>
              </a:ext>
            </a:extLst>
          </p:cNvPr>
          <p:cNvSpPr txBox="1">
            <a:spLocks/>
          </p:cNvSpPr>
          <p:nvPr/>
        </p:nvSpPr>
        <p:spPr>
          <a:xfrm>
            <a:off x="200197" y="3155895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Void Return Type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210EDF-9561-2747-AE73-27E7A78E7C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11"/>
          <a:stretch/>
        </p:blipFill>
        <p:spPr>
          <a:xfrm>
            <a:off x="4988749" y="3626381"/>
            <a:ext cx="3448531" cy="87642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394036E-4AB9-8674-0724-A121C0C9CA8A}"/>
              </a:ext>
            </a:extLst>
          </p:cNvPr>
          <p:cNvSpPr txBox="1"/>
          <p:nvPr/>
        </p:nvSpPr>
        <p:spPr>
          <a:xfrm>
            <a:off x="81611" y="5358079"/>
            <a:ext cx="4213846" cy="987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unction parameters are typed with a similar syntax as variable declarations.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9E0D7A9-D758-519E-DF0E-C4D136593E76}"/>
              </a:ext>
            </a:extLst>
          </p:cNvPr>
          <p:cNvSpPr txBox="1">
            <a:spLocks/>
          </p:cNvSpPr>
          <p:nvPr/>
        </p:nvSpPr>
        <p:spPr>
          <a:xfrm>
            <a:off x="201666" y="4727914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Parameters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12F9967-50EE-E080-154B-E0EEEB230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189" y="5261238"/>
            <a:ext cx="4420217" cy="8764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74414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B77D4-C62B-325D-90AF-E16E31F049E7}"/>
              </a:ext>
            </a:extLst>
          </p:cNvPr>
          <p:cNvSpPr txBox="1"/>
          <p:nvPr/>
        </p:nvSpPr>
        <p:spPr>
          <a:xfrm>
            <a:off x="100099" y="1448166"/>
            <a:ext cx="4788552" cy="987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default TypeScript will assume all parameters are required, but they can be explicitly marked as optional.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2603535" y="10875"/>
            <a:ext cx="3891968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TypeScript Functions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BE6E13-C47F-B62E-F86E-7EE7853B856B}"/>
              </a:ext>
            </a:extLst>
          </p:cNvPr>
          <p:cNvSpPr txBox="1">
            <a:spLocks/>
          </p:cNvSpPr>
          <p:nvPr/>
        </p:nvSpPr>
        <p:spPr>
          <a:xfrm>
            <a:off x="201666" y="796652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Optional Parameters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FE197-1FD4-FA53-F766-5918D5FE421D}"/>
              </a:ext>
            </a:extLst>
          </p:cNvPr>
          <p:cNvSpPr txBox="1"/>
          <p:nvPr/>
        </p:nvSpPr>
        <p:spPr>
          <a:xfrm>
            <a:off x="0" y="3347103"/>
            <a:ext cx="4788552" cy="987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parameters with default values, the default value goes after the type annotation: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71D348-7552-21F2-DDD8-EDF64C6BBA38}"/>
              </a:ext>
            </a:extLst>
          </p:cNvPr>
          <p:cNvSpPr txBox="1">
            <a:spLocks/>
          </p:cNvSpPr>
          <p:nvPr/>
        </p:nvSpPr>
        <p:spPr>
          <a:xfrm>
            <a:off x="100099" y="2697406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Default Parameters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94036E-4AB9-8674-0724-A121C0C9CA8A}"/>
              </a:ext>
            </a:extLst>
          </p:cNvPr>
          <p:cNvSpPr txBox="1"/>
          <p:nvPr/>
        </p:nvSpPr>
        <p:spPr>
          <a:xfrm>
            <a:off x="81611" y="5358079"/>
            <a:ext cx="4213846" cy="12865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 parameters can be typed like normal parameters, but the type must be an array as rest parameters are always arrays.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9E0D7A9-D758-519E-DF0E-C4D136593E76}"/>
              </a:ext>
            </a:extLst>
          </p:cNvPr>
          <p:cNvSpPr txBox="1">
            <a:spLocks/>
          </p:cNvSpPr>
          <p:nvPr/>
        </p:nvSpPr>
        <p:spPr>
          <a:xfrm>
            <a:off x="201666" y="4727914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Rest Parameters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911AA9-A887-1D51-5B36-AEFA9B57F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600" y="1213974"/>
            <a:ext cx="5772956" cy="11622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CFD2E0-9B8D-0A83-8079-129568328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863" y="3074589"/>
            <a:ext cx="5506218" cy="90500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9647D0-0DF4-7BB5-6D3F-40BF9DDC12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563"/>
          <a:stretch/>
        </p:blipFill>
        <p:spPr>
          <a:xfrm>
            <a:off x="5014757" y="5336920"/>
            <a:ext cx="5767887" cy="95263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50669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508513" cy="323056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Callbacks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310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200197" y="763678"/>
            <a:ext cx="9973591" cy="68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TypeScript, defining callback functions involves using </a:t>
            </a:r>
            <a:r>
              <a:rPr lang="en-US" sz="1940" b="1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function signatures as types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This powerful feature allows developers to create structured, type-safe callback mechanisms.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B77D4-C62B-325D-90AF-E16E31F049E7}"/>
              </a:ext>
            </a:extLst>
          </p:cNvPr>
          <p:cNvSpPr txBox="1"/>
          <p:nvPr/>
        </p:nvSpPr>
        <p:spPr>
          <a:xfrm>
            <a:off x="80141" y="2287578"/>
            <a:ext cx="5594975" cy="3908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define a callback type, use the following syntax: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2603535" y="10875"/>
            <a:ext cx="3891968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Callbacks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BE6E13-C47F-B62E-F86E-7EE7853B856B}"/>
              </a:ext>
            </a:extLst>
          </p:cNvPr>
          <p:cNvSpPr txBox="1">
            <a:spLocks/>
          </p:cNvSpPr>
          <p:nvPr/>
        </p:nvSpPr>
        <p:spPr>
          <a:xfrm>
            <a:off x="200197" y="1657413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Basic Callback 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FE197-1FD4-FA53-F766-5918D5FE421D}"/>
              </a:ext>
            </a:extLst>
          </p:cNvPr>
          <p:cNvSpPr txBox="1"/>
          <p:nvPr/>
        </p:nvSpPr>
        <p:spPr>
          <a:xfrm>
            <a:off x="80142" y="3560652"/>
            <a:ext cx="6148130" cy="3908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can incorporate this type into your functions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71D348-7552-21F2-DDD8-EDF64C6BBA38}"/>
              </a:ext>
            </a:extLst>
          </p:cNvPr>
          <p:cNvSpPr txBox="1">
            <a:spLocks/>
          </p:cNvSpPr>
          <p:nvPr/>
        </p:nvSpPr>
        <p:spPr>
          <a:xfrm>
            <a:off x="200197" y="2930487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Callback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5FB20-1606-678E-306C-DE57E7EC8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764" y="2082499"/>
            <a:ext cx="3482642" cy="4572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FA1304-7A92-5D78-9810-2B8CD510B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72" y="4356422"/>
            <a:ext cx="5410669" cy="206519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7420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BE6E13-C47F-B62E-F86E-7EE7853B856B}"/>
              </a:ext>
            </a:extLst>
          </p:cNvPr>
          <p:cNvSpPr txBox="1">
            <a:spLocks/>
          </p:cNvSpPr>
          <p:nvPr/>
        </p:nvSpPr>
        <p:spPr>
          <a:xfrm>
            <a:off x="80141" y="45306"/>
            <a:ext cx="4517738" cy="480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Parameterized Callbacks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8D8E3D-3951-C479-5090-F72320AA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97" y="526212"/>
            <a:ext cx="11632163" cy="624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925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508513" cy="323056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Promises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058487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200197" y="763678"/>
            <a:ext cx="9973591" cy="144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dirty="0"/>
              <a:t>P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romises are a powerful tool for managing asynchronous operations. The Promise constructor accepts a function with two parameters:</a:t>
            </a: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function to </a:t>
            </a:r>
            <a:r>
              <a:rPr lang="en-US" sz="1940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resolve the promise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function to </a:t>
            </a:r>
            <a:r>
              <a:rPr lang="en-US" sz="194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reject the promise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1008000" y="225139"/>
            <a:ext cx="3891968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Promises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B3451-3980-7D26-9BE3-410C84CB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13" y="2592196"/>
            <a:ext cx="8474174" cy="35969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93739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200197" y="763678"/>
            <a:ext cx="9973591" cy="144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dirty="0"/>
              <a:t>Once a promise is declared, use the .then() and .catch() methods to handle success or failure:</a:t>
            </a: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40" dirty="0"/>
              <a:t>The </a:t>
            </a:r>
            <a:r>
              <a:rPr lang="en-US" sz="1940" dirty="0">
                <a:solidFill>
                  <a:srgbClr val="00B0F0"/>
                </a:solidFill>
              </a:rPr>
              <a:t>.then() </a:t>
            </a:r>
            <a:r>
              <a:rPr lang="en-US" sz="1940" dirty="0"/>
              <a:t>method is called when the </a:t>
            </a:r>
            <a:r>
              <a:rPr lang="en-US" sz="1940" dirty="0">
                <a:solidFill>
                  <a:srgbClr val="00B0F0"/>
                </a:solidFill>
              </a:rPr>
              <a:t>promise is resolved</a:t>
            </a:r>
            <a:r>
              <a:rPr lang="en-US" sz="1940" dirty="0"/>
              <a:t>.</a:t>
            </a: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40" dirty="0"/>
              <a:t>The </a:t>
            </a:r>
            <a:r>
              <a:rPr lang="en-US" sz="1940" dirty="0">
                <a:solidFill>
                  <a:srgbClr val="FF0000"/>
                </a:solidFill>
              </a:rPr>
              <a:t>.catch() </a:t>
            </a:r>
            <a:r>
              <a:rPr lang="en-US" sz="1940" dirty="0"/>
              <a:t>method is called when the </a:t>
            </a:r>
            <a:r>
              <a:rPr lang="en-US" sz="1940" dirty="0">
                <a:solidFill>
                  <a:srgbClr val="FF0000"/>
                </a:solidFill>
              </a:rPr>
              <a:t>promise is rejected</a:t>
            </a:r>
            <a:endParaRPr lang="en-US" sz="20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631817" y="191839"/>
            <a:ext cx="7360919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b="1" dirty="0"/>
              <a:t>Handle</a:t>
            </a:r>
            <a:r>
              <a:rPr lang="en-US" sz="3700" b="1" dirty="0"/>
              <a:t> Promises: .then() and .catch()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5D89A-B99C-98E0-52F2-58841E16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233" y="2382969"/>
            <a:ext cx="6896698" cy="4000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3126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137076" y="869430"/>
            <a:ext cx="5424226" cy="348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dirty="0"/>
              <a:t>TypeScript also supports the async/await syntax, which provides a more readable way to handle promises</a:t>
            </a: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40" dirty="0"/>
              <a:t>The </a:t>
            </a:r>
            <a:r>
              <a:rPr lang="en-US" sz="1940" dirty="0">
                <a:solidFill>
                  <a:srgbClr val="FFC000"/>
                </a:solidFill>
              </a:rPr>
              <a:t>async</a:t>
            </a:r>
            <a:r>
              <a:rPr lang="en-US" sz="1940" dirty="0"/>
              <a:t> keyword indicates that the </a:t>
            </a:r>
            <a:r>
              <a:rPr lang="en-US" sz="1940" dirty="0">
                <a:solidFill>
                  <a:srgbClr val="FFC000"/>
                </a:solidFill>
              </a:rPr>
              <a:t>function returns a promise</a:t>
            </a:r>
            <a:r>
              <a:rPr lang="en-US" sz="1940" dirty="0"/>
              <a:t>.</a:t>
            </a: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40" dirty="0"/>
              <a:t>The </a:t>
            </a:r>
            <a:r>
              <a:rPr lang="en-US" sz="1940" dirty="0">
                <a:solidFill>
                  <a:srgbClr val="00B050"/>
                </a:solidFill>
              </a:rPr>
              <a:t>await</a:t>
            </a:r>
            <a:r>
              <a:rPr lang="en-US" sz="1940" dirty="0"/>
              <a:t> keyword waits for the </a:t>
            </a:r>
            <a:r>
              <a:rPr lang="en-US" sz="1940" dirty="0">
                <a:solidFill>
                  <a:srgbClr val="00B050"/>
                </a:solidFill>
              </a:rPr>
              <a:t>promise to be resolved</a:t>
            </a:r>
            <a:r>
              <a:rPr lang="en-US" sz="1940" dirty="0"/>
              <a:t>.</a:t>
            </a: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40" dirty="0"/>
              <a:t>The </a:t>
            </a:r>
            <a:r>
              <a:rPr lang="en-US" sz="1940" dirty="0">
                <a:solidFill>
                  <a:srgbClr val="00B0F0"/>
                </a:solidFill>
              </a:rPr>
              <a:t>try </a:t>
            </a:r>
            <a:r>
              <a:rPr lang="en-US" sz="1940" dirty="0"/>
              <a:t>block handles </a:t>
            </a:r>
            <a:r>
              <a:rPr lang="en-US" sz="1940" dirty="0">
                <a:solidFill>
                  <a:srgbClr val="00B0F0"/>
                </a:solidFill>
              </a:rPr>
              <a:t>promise to be resolved</a:t>
            </a:r>
            <a:r>
              <a:rPr lang="en-US" sz="1940" dirty="0"/>
              <a:t>.</a:t>
            </a: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catch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block handles </a:t>
            </a:r>
            <a:r>
              <a:rPr lang="en-US" sz="2000" dirty="0">
                <a:solidFill>
                  <a:srgbClr val="FF0000"/>
                </a:solidFill>
              </a:rPr>
              <a:t>rejected promises</a:t>
            </a:r>
            <a:r>
              <a:rPr lang="en-US" sz="2000" dirty="0"/>
              <a:t>.</a:t>
            </a:r>
            <a:endParaRPr lang="en-US" sz="24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  <a:p>
            <a:pPr marL="342900" indent="-342900" defTabSz="886968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FF0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518806" y="180474"/>
            <a:ext cx="7360919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Handle Promises: Async/Await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AED707-384C-68F4-3334-CB52D47AD0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15"/>
          <a:stretch/>
        </p:blipFill>
        <p:spPr>
          <a:xfrm>
            <a:off x="5805694" y="1051892"/>
            <a:ext cx="6245073" cy="45495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60540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4708" y="980838"/>
            <a:ext cx="5508513" cy="323056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TypeScript Casting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86979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200197" y="579312"/>
            <a:ext cx="9973591" cy="106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times when working with types when it's necessary to override the variable type, such as when a library provides incorrect types.</a:t>
            </a:r>
          </a:p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Casting is the process of overriding a type</a:t>
            </a:r>
            <a:endParaRPr lang="en-US" sz="2000" b="0" i="0" dirty="0">
              <a:solidFill>
                <a:srgbClr val="FFC000"/>
              </a:solidFill>
              <a:effectLst/>
              <a:ea typeface="JetBrainsMono NFM ExtraLight" panose="02000009000000000000" pitchFamily="49" charset="0"/>
              <a:cs typeface="JetBrainsMono NFM ExtraLight" panose="02000009000000000000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B77D4-C62B-325D-90AF-E16E31F049E7}"/>
              </a:ext>
            </a:extLst>
          </p:cNvPr>
          <p:cNvSpPr txBox="1"/>
          <p:nvPr/>
        </p:nvSpPr>
        <p:spPr>
          <a:xfrm>
            <a:off x="80142" y="2157500"/>
            <a:ext cx="7735390" cy="6894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straightforward way to cast a variable is using the as keyword, which will directly change the type of the given variable.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2603535" y="10875"/>
            <a:ext cx="3891968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TypeScript Casting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BE6E13-C47F-B62E-F86E-7EE7853B856B}"/>
              </a:ext>
            </a:extLst>
          </p:cNvPr>
          <p:cNvSpPr txBox="1">
            <a:spLocks/>
          </p:cNvSpPr>
          <p:nvPr/>
        </p:nvSpPr>
        <p:spPr>
          <a:xfrm>
            <a:off x="205626" y="1581233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Casting with </a:t>
            </a:r>
            <a:r>
              <a:rPr lang="en-US" sz="3000" dirty="0">
                <a:solidFill>
                  <a:srgbClr val="FFC000"/>
                </a:solidFill>
              </a:rPr>
              <a:t>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FE197-1FD4-FA53-F766-5918D5FE421D}"/>
              </a:ext>
            </a:extLst>
          </p:cNvPr>
          <p:cNvSpPr txBox="1"/>
          <p:nvPr/>
        </p:nvSpPr>
        <p:spPr>
          <a:xfrm>
            <a:off x="80140" y="5272813"/>
            <a:ext cx="7191927" cy="6894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&lt;&gt; works the same as casting with as. </a:t>
            </a:r>
            <a:r>
              <a:rPr lang="en-US" sz="1940" kern="1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This type of casting will not work with TSX, such as when working on React files</a:t>
            </a: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71D348-7552-21F2-DDD8-EDF64C6BBA38}"/>
              </a:ext>
            </a:extLst>
          </p:cNvPr>
          <p:cNvSpPr txBox="1">
            <a:spLocks/>
          </p:cNvSpPr>
          <p:nvPr/>
        </p:nvSpPr>
        <p:spPr>
          <a:xfrm>
            <a:off x="200197" y="4592546"/>
            <a:ext cx="4560584" cy="68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000" dirty="0"/>
              <a:t>Casting with </a:t>
            </a:r>
            <a:r>
              <a:rPr lang="en-US" sz="3000" dirty="0">
                <a:solidFill>
                  <a:srgbClr val="00B0F0"/>
                </a:solidFill>
              </a:rPr>
              <a:t>&lt;&gt;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C68CC0-C509-7C00-1C04-042DC6A1E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729" y="2162645"/>
            <a:ext cx="3686689" cy="6192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A023F6-A2BE-FDE6-BB78-D756FF12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97" y="3071126"/>
            <a:ext cx="8907118" cy="58110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88EFEF-E8C9-1FE2-1D82-C0DD7FEBCF4A}"/>
              </a:ext>
            </a:extLst>
          </p:cNvPr>
          <p:cNvSpPr txBox="1"/>
          <p:nvPr/>
        </p:nvSpPr>
        <p:spPr>
          <a:xfrm>
            <a:off x="80141" y="3723519"/>
            <a:ext cx="11911662" cy="6894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US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Casting doesn't actually change the type of the data within the variable, for example the following code will not work as expected since the variable x is still holds a number.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5E1DC68-20E9-17AF-5305-7F491E020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003" y="5362074"/>
            <a:ext cx="3543795" cy="6001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156187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975903" y="45305"/>
            <a:ext cx="3891968" cy="5516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700" b="1" dirty="0"/>
              <a:t>TypeScript Casting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850545-1A88-1ADF-F972-1B3F407A79B8}"/>
              </a:ext>
            </a:extLst>
          </p:cNvPr>
          <p:cNvGrpSpPr/>
          <p:nvPr/>
        </p:nvGrpSpPr>
        <p:grpSpPr>
          <a:xfrm>
            <a:off x="417151" y="622380"/>
            <a:ext cx="9342879" cy="6153912"/>
            <a:chOff x="836362" y="128016"/>
            <a:chExt cx="7637158" cy="48511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B19101-6E04-1274-946D-DA2A0D521C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0235"/>
            <a:stretch/>
          </p:blipFill>
          <p:spPr>
            <a:xfrm>
              <a:off x="836362" y="128016"/>
              <a:ext cx="7637158" cy="341285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E3A3969-C6D8-70DB-AF8C-893F858640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9028"/>
            <a:stretch/>
          </p:blipFill>
          <p:spPr>
            <a:xfrm>
              <a:off x="836362" y="3540868"/>
              <a:ext cx="7637158" cy="143825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6441156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B0075-49E8-9D04-BAD2-3C4D4C94C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4708" y="980838"/>
            <a:ext cx="5508513" cy="323056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Omit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80827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E10090-012C-6F7D-E81E-F6CE5DD50566}"/>
              </a:ext>
            </a:extLst>
          </p:cNvPr>
          <p:cNvSpPr txBox="1">
            <a:spLocks/>
          </p:cNvSpPr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Omit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B6290-0A45-6485-4ED6-C5C81834249A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Omit utility type allows you to create a new type by picking all properties from an existing type and then removing specified keys. It’s particularly useful when you want to create a type based on another but excluding certain properties.</a:t>
            </a:r>
            <a:endParaRPr lang="en-US" sz="2200" i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F86DAE-41C0-3076-E4C4-DF9C2EE338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085" r="29425"/>
          <a:stretch/>
        </p:blipFill>
        <p:spPr>
          <a:xfrm>
            <a:off x="5857499" y="1365988"/>
            <a:ext cx="4872259" cy="42630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903DB59-0098-DE67-1C60-B3913D9D79EA}"/>
              </a:ext>
            </a:extLst>
          </p:cNvPr>
          <p:cNvSpPr txBox="1">
            <a:spLocks/>
          </p:cNvSpPr>
          <p:nvPr/>
        </p:nvSpPr>
        <p:spPr>
          <a:xfrm>
            <a:off x="1920493" y="375554"/>
            <a:ext cx="2278773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75E92-B1BD-78A4-7410-851C3AC103A5}"/>
              </a:ext>
            </a:extLst>
          </p:cNvPr>
          <p:cNvSpPr txBox="1">
            <a:spLocks/>
          </p:cNvSpPr>
          <p:nvPr/>
        </p:nvSpPr>
        <p:spPr>
          <a:xfrm>
            <a:off x="1129895" y="2918207"/>
            <a:ext cx="3859968" cy="57930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86968">
              <a:spcAft>
                <a:spcPts val="600"/>
              </a:spcAft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536695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E25A2D-A79B-ECC9-E053-349158FCE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45" y="328259"/>
            <a:ext cx="11245173" cy="6241072"/>
          </a:xfrm>
          <a:prstGeom prst="rect">
            <a:avLst/>
          </a:prstGeom>
          <a:ln>
            <a:noFill/>
          </a:ln>
        </p:spPr>
      </p:pic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09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22583</TotalTime>
  <Words>2569</Words>
  <Application>Microsoft Office PowerPoint</Application>
  <PresentationFormat>Widescreen</PresentationFormat>
  <Paragraphs>225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-apple-system</vt:lpstr>
      <vt:lpstr>Arial</vt:lpstr>
      <vt:lpstr>Cambria</vt:lpstr>
      <vt:lpstr>JetBrains Mono</vt:lpstr>
      <vt:lpstr>JetBrainsMono NFM ExtraLight</vt:lpstr>
      <vt:lpstr>Merriweather</vt:lpstr>
      <vt:lpstr>Office Theme</vt:lpstr>
      <vt:lpstr>PowerPoint Presentation</vt:lpstr>
      <vt:lpstr>Our Goal </vt:lpstr>
      <vt:lpstr>What is TypeScript?</vt:lpstr>
      <vt:lpstr>TypeScript is increasingly popular</vt:lpstr>
      <vt:lpstr>Why types are a big deal😐</vt:lpstr>
      <vt:lpstr>Why types are a big deal😐</vt:lpstr>
      <vt:lpstr>‘Hello World’ with TypeScript</vt:lpstr>
      <vt:lpstr>tsc VS ts-node-dev</vt:lpstr>
      <vt:lpstr>PowerPoint Presentation</vt:lpstr>
      <vt:lpstr>Variables and Values</vt:lpstr>
      <vt:lpstr>Variable Declarations &amp; Inference</vt:lpstr>
      <vt:lpstr>Special Types</vt:lpstr>
      <vt:lpstr>TypeScript Special Types</vt:lpstr>
      <vt:lpstr>TypeScript Special Types</vt:lpstr>
      <vt:lpstr>TypeScript Special Types</vt:lpstr>
      <vt:lpstr>TypeScript Special Types</vt:lpstr>
      <vt:lpstr>Objects</vt:lpstr>
      <vt:lpstr>PowerPoint Presentation</vt:lpstr>
      <vt:lpstr>Arrays</vt:lpstr>
      <vt:lpstr>PowerPoint Presentation</vt:lpstr>
      <vt:lpstr>PowerPoint Presentation</vt:lpstr>
      <vt:lpstr>Tuples</vt:lpstr>
      <vt:lpstr>PowerPoint Presentation</vt:lpstr>
      <vt:lpstr>PowerPoint Presentation</vt:lpstr>
      <vt:lpstr>PowerPoint Presentation</vt:lpstr>
      <vt:lpstr>PowerPoint Presentation</vt:lpstr>
      <vt:lpstr>Union  and  Intersection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Type Aliases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Interfaces  </vt:lpstr>
      <vt:lpstr>PowerPoint Presentation</vt:lpstr>
      <vt:lpstr>PowerPoint Presentation</vt:lpstr>
      <vt:lpstr>Functions</vt:lpstr>
      <vt:lpstr>PowerPoint Presentation</vt:lpstr>
      <vt:lpstr>PowerPoint Presentation</vt:lpstr>
      <vt:lpstr>Callbacks</vt:lpstr>
      <vt:lpstr>PowerPoint Presentation</vt:lpstr>
      <vt:lpstr>PowerPoint Presentation</vt:lpstr>
      <vt:lpstr>Promises</vt:lpstr>
      <vt:lpstr>PowerPoint Presentation</vt:lpstr>
      <vt:lpstr>PowerPoint Presentation</vt:lpstr>
      <vt:lpstr>PowerPoint Presentation</vt:lpstr>
      <vt:lpstr>TypeScript Casting</vt:lpstr>
      <vt:lpstr>PowerPoint Presentation</vt:lpstr>
      <vt:lpstr>PowerPoint Presentation</vt:lpstr>
      <vt:lpstr>Omit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Comba</dc:creator>
  <cp:lastModifiedBy>Brian Kemboi</cp:lastModifiedBy>
  <cp:revision>20</cp:revision>
  <dcterms:created xsi:type="dcterms:W3CDTF">2024-03-01T13:21:49Z</dcterms:created>
  <dcterms:modified xsi:type="dcterms:W3CDTF">2025-09-21T19:48:53Z</dcterms:modified>
</cp:coreProperties>
</file>