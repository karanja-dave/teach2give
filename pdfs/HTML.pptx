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29"/>
  </p:notesMasterIdLst>
  <p:handoutMasterIdLst>
    <p:handoutMasterId r:id="rId30"/>
  </p:handoutMasterIdLst>
  <p:sldIdLst>
    <p:sldId id="1670" r:id="rId6"/>
    <p:sldId id="1893" r:id="rId7"/>
    <p:sldId id="1870" r:id="rId8"/>
    <p:sldId id="1873" r:id="rId9"/>
    <p:sldId id="1874" r:id="rId10"/>
    <p:sldId id="1875" r:id="rId11"/>
    <p:sldId id="1872" r:id="rId12"/>
    <p:sldId id="1879" r:id="rId13"/>
    <p:sldId id="1878" r:id="rId14"/>
    <p:sldId id="1877" r:id="rId15"/>
    <p:sldId id="1880" r:id="rId16"/>
    <p:sldId id="1881" r:id="rId17"/>
    <p:sldId id="1882" r:id="rId18"/>
    <p:sldId id="1883" r:id="rId19"/>
    <p:sldId id="1884" r:id="rId20"/>
    <p:sldId id="1885" r:id="rId21"/>
    <p:sldId id="1886" r:id="rId22"/>
    <p:sldId id="1887" r:id="rId23"/>
    <p:sldId id="1888" r:id="rId24"/>
    <p:sldId id="1890" r:id="rId25"/>
    <p:sldId id="1889" r:id="rId26"/>
    <p:sldId id="1891" r:id="rId27"/>
    <p:sldId id="1892" r:id="rId2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Basics" id="{A073DAE3-B461-442F-A3D3-6642BD875E45}">
          <p14:sldIdLst>
            <p14:sldId id="1670"/>
            <p14:sldId id="1893"/>
            <p14:sldId id="1870"/>
            <p14:sldId id="1873"/>
            <p14:sldId id="1874"/>
            <p14:sldId id="1875"/>
            <p14:sldId id="1872"/>
            <p14:sldId id="1879"/>
            <p14:sldId id="1878"/>
            <p14:sldId id="1877"/>
            <p14:sldId id="1880"/>
            <p14:sldId id="1881"/>
            <p14:sldId id="1882"/>
            <p14:sldId id="1883"/>
            <p14:sldId id="1884"/>
            <p14:sldId id="1885"/>
          </p14:sldIdLst>
        </p14:section>
        <p14:section name="Forms" id="{969D41A3-29AF-4228-844A-C37417059781}">
          <p14:sldIdLst>
            <p14:sldId id="1886"/>
            <p14:sldId id="1887"/>
            <p14:sldId id="1888"/>
            <p14:sldId id="1890"/>
            <p14:sldId id="1889"/>
            <p14:sldId id="1891"/>
            <p14:sldId id="189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5C2D91"/>
    <a:srgbClr val="E6E6E6"/>
    <a:srgbClr val="2F2F2F"/>
    <a:srgbClr val="F2F2F2"/>
    <a:srgbClr val="D2D2D2"/>
    <a:srgbClr val="00BCF2"/>
    <a:srgbClr val="037BDA"/>
    <a:srgbClr val="1A1A1A"/>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DB4491-DBFD-41A1-805C-A57F4D4A643E}" v="1" dt="2024-05-07T18:31:51.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58" autoAdjust="0"/>
    <p:restoredTop sz="92133" autoAdjust="0"/>
  </p:normalViewPr>
  <p:slideViewPr>
    <p:cSldViewPr snapToGrid="0">
      <p:cViewPr varScale="1">
        <p:scale>
          <a:sx n="111" d="100"/>
          <a:sy n="111" d="100"/>
        </p:scale>
        <p:origin x="282" y="108"/>
      </p:cViewPr>
      <p:guideLst/>
    </p:cSldViewPr>
  </p:slideViewPr>
  <p:outlineViewPr>
    <p:cViewPr>
      <p:scale>
        <a:sx n="33" d="100"/>
        <a:sy n="33" d="100"/>
      </p:scale>
      <p:origin x="0" y="-6516"/>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51" d="100"/>
          <a:sy n="51" d="100"/>
        </p:scale>
        <p:origin x="269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omba" userId="2b567b3b-fb93-46f1-8cbc-0c356b39981a" providerId="ADAL" clId="{57DB4491-DBFD-41A1-805C-A57F4D4A643E}"/>
    <pc:docChg chg="custSel modSld">
      <pc:chgData name="Kevin Comba" userId="2b567b3b-fb93-46f1-8cbc-0c356b39981a" providerId="ADAL" clId="{57DB4491-DBFD-41A1-805C-A57F4D4A643E}" dt="2024-05-07T18:33:39.883" v="28" actId="478"/>
      <pc:docMkLst>
        <pc:docMk/>
      </pc:docMkLst>
      <pc:sldChg chg="addSp delSp modSp mod">
        <pc:chgData name="Kevin Comba" userId="2b567b3b-fb93-46f1-8cbc-0c356b39981a" providerId="ADAL" clId="{57DB4491-DBFD-41A1-805C-A57F4D4A643E}" dt="2024-05-07T18:32:05.770" v="6" actId="1076"/>
        <pc:sldMkLst>
          <pc:docMk/>
          <pc:sldMk cId="1793706927" sldId="1670"/>
        </pc:sldMkLst>
        <pc:spChg chg="mod">
          <ac:chgData name="Kevin Comba" userId="2b567b3b-fb93-46f1-8cbc-0c356b39981a" providerId="ADAL" clId="{57DB4491-DBFD-41A1-805C-A57F4D4A643E}" dt="2024-05-07T18:32:05.770" v="6" actId="1076"/>
          <ac:spMkLst>
            <pc:docMk/>
            <pc:sldMk cId="1793706927" sldId="1670"/>
            <ac:spMk id="7" creationId="{D5C8DBCD-E250-744A-5B5D-DCBF5B833176}"/>
          </ac:spMkLst>
        </pc:spChg>
        <pc:spChg chg="mod">
          <ac:chgData name="Kevin Comba" userId="2b567b3b-fb93-46f1-8cbc-0c356b39981a" providerId="ADAL" clId="{57DB4491-DBFD-41A1-805C-A57F4D4A643E}" dt="2024-05-07T18:32:00.006" v="4" actId="1076"/>
          <ac:spMkLst>
            <pc:docMk/>
            <pc:sldMk cId="1793706927" sldId="1670"/>
            <ac:spMk id="10" creationId="{80ACF031-A7CB-6C0D-8E39-72FC6D2BDD5B}"/>
          </ac:spMkLst>
        </pc:spChg>
        <pc:picChg chg="add mod">
          <ac:chgData name="Kevin Comba" userId="2b567b3b-fb93-46f1-8cbc-0c356b39981a" providerId="ADAL" clId="{57DB4491-DBFD-41A1-805C-A57F4D4A643E}" dt="2024-05-07T18:31:51.503" v="1"/>
          <ac:picMkLst>
            <pc:docMk/>
            <pc:sldMk cId="1793706927" sldId="1670"/>
            <ac:picMk id="2" creationId="{A0E2CF7A-524E-40C0-8EC8-1174FD917E03}"/>
          </ac:picMkLst>
        </pc:picChg>
        <pc:picChg chg="del">
          <ac:chgData name="Kevin Comba" userId="2b567b3b-fb93-46f1-8cbc-0c356b39981a" providerId="ADAL" clId="{57DB4491-DBFD-41A1-805C-A57F4D4A643E}" dt="2024-05-07T18:31:18.248" v="0" actId="478"/>
          <ac:picMkLst>
            <pc:docMk/>
            <pc:sldMk cId="1793706927" sldId="1670"/>
            <ac:picMk id="3" creationId="{6213792C-451B-3FBB-3838-8D7148C79AB0}"/>
          </ac:picMkLst>
        </pc:picChg>
        <pc:picChg chg="mod">
          <ac:chgData name="Kevin Comba" userId="2b567b3b-fb93-46f1-8cbc-0c356b39981a" providerId="ADAL" clId="{57DB4491-DBFD-41A1-805C-A57F4D4A643E}" dt="2024-05-07T18:32:02.809" v="5" actId="1076"/>
          <ac:picMkLst>
            <pc:docMk/>
            <pc:sldMk cId="1793706927" sldId="1670"/>
            <ac:picMk id="8" creationId="{5515346F-6FD7-66A6-6FBC-6DD9A8632D23}"/>
          </ac:picMkLst>
        </pc:picChg>
        <pc:picChg chg="del">
          <ac:chgData name="Kevin Comba" userId="2b567b3b-fb93-46f1-8cbc-0c356b39981a" providerId="ADAL" clId="{57DB4491-DBFD-41A1-805C-A57F4D4A643E}" dt="2024-05-07T18:31:53.582" v="2" actId="478"/>
          <ac:picMkLst>
            <pc:docMk/>
            <pc:sldMk cId="1793706927" sldId="1670"/>
            <ac:picMk id="11" creationId="{4AF6B9FC-40CA-5307-1344-F8C5628EA753}"/>
          </ac:picMkLst>
        </pc:picChg>
      </pc:sldChg>
      <pc:sldChg chg="delSp mod">
        <pc:chgData name="Kevin Comba" userId="2b567b3b-fb93-46f1-8cbc-0c356b39981a" providerId="ADAL" clId="{57DB4491-DBFD-41A1-805C-A57F4D4A643E}" dt="2024-05-07T18:32:13.490" v="8" actId="478"/>
        <pc:sldMkLst>
          <pc:docMk/>
          <pc:sldMk cId="358196941" sldId="1870"/>
        </pc:sldMkLst>
        <pc:picChg chg="del">
          <ac:chgData name="Kevin Comba" userId="2b567b3b-fb93-46f1-8cbc-0c356b39981a" providerId="ADAL" clId="{57DB4491-DBFD-41A1-805C-A57F4D4A643E}" dt="2024-05-07T18:32:13.490" v="8" actId="478"/>
          <ac:picMkLst>
            <pc:docMk/>
            <pc:sldMk cId="358196941" sldId="1870"/>
            <ac:picMk id="3" creationId="{6213792C-451B-3FBB-3838-8D7148C79AB0}"/>
          </ac:picMkLst>
        </pc:picChg>
      </pc:sldChg>
      <pc:sldChg chg="delSp mod">
        <pc:chgData name="Kevin Comba" userId="2b567b3b-fb93-46f1-8cbc-0c356b39981a" providerId="ADAL" clId="{57DB4491-DBFD-41A1-805C-A57F4D4A643E}" dt="2024-05-07T18:32:25.804" v="12" actId="478"/>
        <pc:sldMkLst>
          <pc:docMk/>
          <pc:sldMk cId="2559683950" sldId="1872"/>
        </pc:sldMkLst>
        <pc:picChg chg="del">
          <ac:chgData name="Kevin Comba" userId="2b567b3b-fb93-46f1-8cbc-0c356b39981a" providerId="ADAL" clId="{57DB4491-DBFD-41A1-805C-A57F4D4A643E}" dt="2024-05-07T18:32:25.804" v="12" actId="478"/>
          <ac:picMkLst>
            <pc:docMk/>
            <pc:sldMk cId="2559683950" sldId="1872"/>
            <ac:picMk id="3" creationId="{6213792C-451B-3FBB-3838-8D7148C79AB0}"/>
          </ac:picMkLst>
        </pc:picChg>
      </pc:sldChg>
      <pc:sldChg chg="delSp mod">
        <pc:chgData name="Kevin Comba" userId="2b567b3b-fb93-46f1-8cbc-0c356b39981a" providerId="ADAL" clId="{57DB4491-DBFD-41A1-805C-A57F4D4A643E}" dt="2024-05-07T18:32:15.681" v="9" actId="478"/>
        <pc:sldMkLst>
          <pc:docMk/>
          <pc:sldMk cId="1332364183" sldId="1873"/>
        </pc:sldMkLst>
        <pc:picChg chg="del">
          <ac:chgData name="Kevin Comba" userId="2b567b3b-fb93-46f1-8cbc-0c356b39981a" providerId="ADAL" clId="{57DB4491-DBFD-41A1-805C-A57F4D4A643E}" dt="2024-05-07T18:32:15.681" v="9" actId="478"/>
          <ac:picMkLst>
            <pc:docMk/>
            <pc:sldMk cId="1332364183" sldId="1873"/>
            <ac:picMk id="3" creationId="{6213792C-451B-3FBB-3838-8D7148C79AB0}"/>
          </ac:picMkLst>
        </pc:picChg>
      </pc:sldChg>
      <pc:sldChg chg="delSp mod">
        <pc:chgData name="Kevin Comba" userId="2b567b3b-fb93-46f1-8cbc-0c356b39981a" providerId="ADAL" clId="{57DB4491-DBFD-41A1-805C-A57F4D4A643E}" dt="2024-05-07T18:32:18.466" v="10" actId="478"/>
        <pc:sldMkLst>
          <pc:docMk/>
          <pc:sldMk cId="1046989471" sldId="1874"/>
        </pc:sldMkLst>
        <pc:picChg chg="del">
          <ac:chgData name="Kevin Comba" userId="2b567b3b-fb93-46f1-8cbc-0c356b39981a" providerId="ADAL" clId="{57DB4491-DBFD-41A1-805C-A57F4D4A643E}" dt="2024-05-07T18:32:18.466" v="10" actId="478"/>
          <ac:picMkLst>
            <pc:docMk/>
            <pc:sldMk cId="1046989471" sldId="1874"/>
            <ac:picMk id="3" creationId="{6213792C-451B-3FBB-3838-8D7148C79AB0}"/>
          </ac:picMkLst>
        </pc:picChg>
      </pc:sldChg>
      <pc:sldChg chg="delSp mod">
        <pc:chgData name="Kevin Comba" userId="2b567b3b-fb93-46f1-8cbc-0c356b39981a" providerId="ADAL" clId="{57DB4491-DBFD-41A1-805C-A57F4D4A643E}" dt="2024-05-07T18:32:22.818" v="11" actId="478"/>
        <pc:sldMkLst>
          <pc:docMk/>
          <pc:sldMk cId="1261681337" sldId="1875"/>
        </pc:sldMkLst>
        <pc:picChg chg="del">
          <ac:chgData name="Kevin Comba" userId="2b567b3b-fb93-46f1-8cbc-0c356b39981a" providerId="ADAL" clId="{57DB4491-DBFD-41A1-805C-A57F4D4A643E}" dt="2024-05-07T18:32:22.818" v="11" actId="478"/>
          <ac:picMkLst>
            <pc:docMk/>
            <pc:sldMk cId="1261681337" sldId="1875"/>
            <ac:picMk id="3" creationId="{6213792C-451B-3FBB-3838-8D7148C79AB0}"/>
          </ac:picMkLst>
        </pc:picChg>
      </pc:sldChg>
      <pc:sldChg chg="delSp mod">
        <pc:chgData name="Kevin Comba" userId="2b567b3b-fb93-46f1-8cbc-0c356b39981a" providerId="ADAL" clId="{57DB4491-DBFD-41A1-805C-A57F4D4A643E}" dt="2024-05-07T18:32:38.393" v="15" actId="478"/>
        <pc:sldMkLst>
          <pc:docMk/>
          <pc:sldMk cId="3779154148" sldId="1877"/>
        </pc:sldMkLst>
        <pc:picChg chg="del">
          <ac:chgData name="Kevin Comba" userId="2b567b3b-fb93-46f1-8cbc-0c356b39981a" providerId="ADAL" clId="{57DB4491-DBFD-41A1-805C-A57F4D4A643E}" dt="2024-05-07T18:32:38.393" v="15" actId="478"/>
          <ac:picMkLst>
            <pc:docMk/>
            <pc:sldMk cId="3779154148" sldId="1877"/>
            <ac:picMk id="3" creationId="{6213792C-451B-3FBB-3838-8D7148C79AB0}"/>
          </ac:picMkLst>
        </pc:picChg>
      </pc:sldChg>
      <pc:sldChg chg="delSp mod">
        <pc:chgData name="Kevin Comba" userId="2b567b3b-fb93-46f1-8cbc-0c356b39981a" providerId="ADAL" clId="{57DB4491-DBFD-41A1-805C-A57F4D4A643E}" dt="2024-05-07T18:32:34.601" v="14" actId="478"/>
        <pc:sldMkLst>
          <pc:docMk/>
          <pc:sldMk cId="2120686865" sldId="1878"/>
        </pc:sldMkLst>
        <pc:picChg chg="del">
          <ac:chgData name="Kevin Comba" userId="2b567b3b-fb93-46f1-8cbc-0c356b39981a" providerId="ADAL" clId="{57DB4491-DBFD-41A1-805C-A57F4D4A643E}" dt="2024-05-07T18:32:34.601" v="14" actId="478"/>
          <ac:picMkLst>
            <pc:docMk/>
            <pc:sldMk cId="2120686865" sldId="1878"/>
            <ac:picMk id="3" creationId="{6213792C-451B-3FBB-3838-8D7148C79AB0}"/>
          </ac:picMkLst>
        </pc:picChg>
      </pc:sldChg>
      <pc:sldChg chg="delSp mod">
        <pc:chgData name="Kevin Comba" userId="2b567b3b-fb93-46f1-8cbc-0c356b39981a" providerId="ADAL" clId="{57DB4491-DBFD-41A1-805C-A57F4D4A643E}" dt="2024-05-07T18:32:29.959" v="13" actId="478"/>
        <pc:sldMkLst>
          <pc:docMk/>
          <pc:sldMk cId="1467867745" sldId="1879"/>
        </pc:sldMkLst>
        <pc:picChg chg="del">
          <ac:chgData name="Kevin Comba" userId="2b567b3b-fb93-46f1-8cbc-0c356b39981a" providerId="ADAL" clId="{57DB4491-DBFD-41A1-805C-A57F4D4A643E}" dt="2024-05-07T18:32:29.959" v="13" actId="478"/>
          <ac:picMkLst>
            <pc:docMk/>
            <pc:sldMk cId="1467867745" sldId="1879"/>
            <ac:picMk id="3" creationId="{6213792C-451B-3FBB-3838-8D7148C79AB0}"/>
          </ac:picMkLst>
        </pc:picChg>
      </pc:sldChg>
      <pc:sldChg chg="delSp mod">
        <pc:chgData name="Kevin Comba" userId="2b567b3b-fb93-46f1-8cbc-0c356b39981a" providerId="ADAL" clId="{57DB4491-DBFD-41A1-805C-A57F4D4A643E}" dt="2024-05-07T18:32:41.603" v="16" actId="478"/>
        <pc:sldMkLst>
          <pc:docMk/>
          <pc:sldMk cId="4053339283" sldId="1880"/>
        </pc:sldMkLst>
        <pc:picChg chg="del">
          <ac:chgData name="Kevin Comba" userId="2b567b3b-fb93-46f1-8cbc-0c356b39981a" providerId="ADAL" clId="{57DB4491-DBFD-41A1-805C-A57F4D4A643E}" dt="2024-05-07T18:32:41.603" v="16" actId="478"/>
          <ac:picMkLst>
            <pc:docMk/>
            <pc:sldMk cId="4053339283" sldId="1880"/>
            <ac:picMk id="3" creationId="{6213792C-451B-3FBB-3838-8D7148C79AB0}"/>
          </ac:picMkLst>
        </pc:picChg>
      </pc:sldChg>
      <pc:sldChg chg="delSp mod">
        <pc:chgData name="Kevin Comba" userId="2b567b3b-fb93-46f1-8cbc-0c356b39981a" providerId="ADAL" clId="{57DB4491-DBFD-41A1-805C-A57F4D4A643E}" dt="2024-05-07T18:32:45.469" v="17" actId="478"/>
        <pc:sldMkLst>
          <pc:docMk/>
          <pc:sldMk cId="454524569" sldId="1881"/>
        </pc:sldMkLst>
        <pc:picChg chg="del">
          <ac:chgData name="Kevin Comba" userId="2b567b3b-fb93-46f1-8cbc-0c356b39981a" providerId="ADAL" clId="{57DB4491-DBFD-41A1-805C-A57F4D4A643E}" dt="2024-05-07T18:32:45.469" v="17" actId="478"/>
          <ac:picMkLst>
            <pc:docMk/>
            <pc:sldMk cId="454524569" sldId="1881"/>
            <ac:picMk id="3" creationId="{6213792C-451B-3FBB-3838-8D7148C79AB0}"/>
          </ac:picMkLst>
        </pc:picChg>
      </pc:sldChg>
      <pc:sldChg chg="delSp mod">
        <pc:chgData name="Kevin Comba" userId="2b567b3b-fb93-46f1-8cbc-0c356b39981a" providerId="ADAL" clId="{57DB4491-DBFD-41A1-805C-A57F4D4A643E}" dt="2024-05-07T18:32:48.819" v="18" actId="478"/>
        <pc:sldMkLst>
          <pc:docMk/>
          <pc:sldMk cId="3265010025" sldId="1882"/>
        </pc:sldMkLst>
        <pc:picChg chg="del">
          <ac:chgData name="Kevin Comba" userId="2b567b3b-fb93-46f1-8cbc-0c356b39981a" providerId="ADAL" clId="{57DB4491-DBFD-41A1-805C-A57F4D4A643E}" dt="2024-05-07T18:32:48.819" v="18" actId="478"/>
          <ac:picMkLst>
            <pc:docMk/>
            <pc:sldMk cId="3265010025" sldId="1882"/>
            <ac:picMk id="3" creationId="{6213792C-451B-3FBB-3838-8D7148C79AB0}"/>
          </ac:picMkLst>
        </pc:picChg>
      </pc:sldChg>
      <pc:sldChg chg="delSp mod">
        <pc:chgData name="Kevin Comba" userId="2b567b3b-fb93-46f1-8cbc-0c356b39981a" providerId="ADAL" clId="{57DB4491-DBFD-41A1-805C-A57F4D4A643E}" dt="2024-05-07T18:32:52.247" v="19" actId="478"/>
        <pc:sldMkLst>
          <pc:docMk/>
          <pc:sldMk cId="4159623360" sldId="1883"/>
        </pc:sldMkLst>
        <pc:picChg chg="del">
          <ac:chgData name="Kevin Comba" userId="2b567b3b-fb93-46f1-8cbc-0c356b39981a" providerId="ADAL" clId="{57DB4491-DBFD-41A1-805C-A57F4D4A643E}" dt="2024-05-07T18:32:52.247" v="19" actId="478"/>
          <ac:picMkLst>
            <pc:docMk/>
            <pc:sldMk cId="4159623360" sldId="1883"/>
            <ac:picMk id="3" creationId="{6213792C-451B-3FBB-3838-8D7148C79AB0}"/>
          </ac:picMkLst>
        </pc:picChg>
      </pc:sldChg>
      <pc:sldChg chg="delSp mod">
        <pc:chgData name="Kevin Comba" userId="2b567b3b-fb93-46f1-8cbc-0c356b39981a" providerId="ADAL" clId="{57DB4491-DBFD-41A1-805C-A57F4D4A643E}" dt="2024-05-07T18:32:55.887" v="20" actId="478"/>
        <pc:sldMkLst>
          <pc:docMk/>
          <pc:sldMk cId="2944632756" sldId="1884"/>
        </pc:sldMkLst>
        <pc:picChg chg="del">
          <ac:chgData name="Kevin Comba" userId="2b567b3b-fb93-46f1-8cbc-0c356b39981a" providerId="ADAL" clId="{57DB4491-DBFD-41A1-805C-A57F4D4A643E}" dt="2024-05-07T18:32:55.887" v="20" actId="478"/>
          <ac:picMkLst>
            <pc:docMk/>
            <pc:sldMk cId="2944632756" sldId="1884"/>
            <ac:picMk id="3" creationId="{6213792C-451B-3FBB-3838-8D7148C79AB0}"/>
          </ac:picMkLst>
        </pc:picChg>
      </pc:sldChg>
      <pc:sldChg chg="delSp mod">
        <pc:chgData name="Kevin Comba" userId="2b567b3b-fb93-46f1-8cbc-0c356b39981a" providerId="ADAL" clId="{57DB4491-DBFD-41A1-805C-A57F4D4A643E}" dt="2024-05-07T18:32:58.879" v="21" actId="478"/>
        <pc:sldMkLst>
          <pc:docMk/>
          <pc:sldMk cId="665191970" sldId="1885"/>
        </pc:sldMkLst>
        <pc:picChg chg="del">
          <ac:chgData name="Kevin Comba" userId="2b567b3b-fb93-46f1-8cbc-0c356b39981a" providerId="ADAL" clId="{57DB4491-DBFD-41A1-805C-A57F4D4A643E}" dt="2024-05-07T18:32:58.879" v="21" actId="478"/>
          <ac:picMkLst>
            <pc:docMk/>
            <pc:sldMk cId="665191970" sldId="1885"/>
            <ac:picMk id="3" creationId="{6213792C-451B-3FBB-3838-8D7148C79AB0}"/>
          </ac:picMkLst>
        </pc:picChg>
      </pc:sldChg>
      <pc:sldChg chg="delSp mod">
        <pc:chgData name="Kevin Comba" userId="2b567b3b-fb93-46f1-8cbc-0c356b39981a" providerId="ADAL" clId="{57DB4491-DBFD-41A1-805C-A57F4D4A643E}" dt="2024-05-07T18:33:03.098" v="22" actId="478"/>
        <pc:sldMkLst>
          <pc:docMk/>
          <pc:sldMk cId="3417996634" sldId="1886"/>
        </pc:sldMkLst>
        <pc:picChg chg="del">
          <ac:chgData name="Kevin Comba" userId="2b567b3b-fb93-46f1-8cbc-0c356b39981a" providerId="ADAL" clId="{57DB4491-DBFD-41A1-805C-A57F4D4A643E}" dt="2024-05-07T18:33:03.098" v="22" actId="478"/>
          <ac:picMkLst>
            <pc:docMk/>
            <pc:sldMk cId="3417996634" sldId="1886"/>
            <ac:picMk id="3" creationId="{6213792C-451B-3FBB-3838-8D7148C79AB0}"/>
          </ac:picMkLst>
        </pc:picChg>
      </pc:sldChg>
      <pc:sldChg chg="delSp mod">
        <pc:chgData name="Kevin Comba" userId="2b567b3b-fb93-46f1-8cbc-0c356b39981a" providerId="ADAL" clId="{57DB4491-DBFD-41A1-805C-A57F4D4A643E}" dt="2024-05-07T18:33:07.655" v="23" actId="478"/>
        <pc:sldMkLst>
          <pc:docMk/>
          <pc:sldMk cId="1205024099" sldId="1887"/>
        </pc:sldMkLst>
        <pc:picChg chg="del">
          <ac:chgData name="Kevin Comba" userId="2b567b3b-fb93-46f1-8cbc-0c356b39981a" providerId="ADAL" clId="{57DB4491-DBFD-41A1-805C-A57F4D4A643E}" dt="2024-05-07T18:33:07.655" v="23" actId="478"/>
          <ac:picMkLst>
            <pc:docMk/>
            <pc:sldMk cId="1205024099" sldId="1887"/>
            <ac:picMk id="3" creationId="{6213792C-451B-3FBB-3838-8D7148C79AB0}"/>
          </ac:picMkLst>
        </pc:picChg>
      </pc:sldChg>
      <pc:sldChg chg="delSp mod">
        <pc:chgData name="Kevin Comba" userId="2b567b3b-fb93-46f1-8cbc-0c356b39981a" providerId="ADAL" clId="{57DB4491-DBFD-41A1-805C-A57F4D4A643E}" dt="2024-05-07T18:33:10.706" v="24" actId="478"/>
        <pc:sldMkLst>
          <pc:docMk/>
          <pc:sldMk cId="755260311" sldId="1888"/>
        </pc:sldMkLst>
        <pc:picChg chg="del">
          <ac:chgData name="Kevin Comba" userId="2b567b3b-fb93-46f1-8cbc-0c356b39981a" providerId="ADAL" clId="{57DB4491-DBFD-41A1-805C-A57F4D4A643E}" dt="2024-05-07T18:33:10.706" v="24" actId="478"/>
          <ac:picMkLst>
            <pc:docMk/>
            <pc:sldMk cId="755260311" sldId="1888"/>
            <ac:picMk id="3" creationId="{6213792C-451B-3FBB-3838-8D7148C79AB0}"/>
          </ac:picMkLst>
        </pc:picChg>
      </pc:sldChg>
      <pc:sldChg chg="delSp mod">
        <pc:chgData name="Kevin Comba" userId="2b567b3b-fb93-46f1-8cbc-0c356b39981a" providerId="ADAL" clId="{57DB4491-DBFD-41A1-805C-A57F4D4A643E}" dt="2024-05-07T18:33:19.652" v="26" actId="478"/>
        <pc:sldMkLst>
          <pc:docMk/>
          <pc:sldMk cId="1006310701" sldId="1889"/>
        </pc:sldMkLst>
        <pc:picChg chg="del">
          <ac:chgData name="Kevin Comba" userId="2b567b3b-fb93-46f1-8cbc-0c356b39981a" providerId="ADAL" clId="{57DB4491-DBFD-41A1-805C-A57F4D4A643E}" dt="2024-05-07T18:33:19.652" v="26" actId="478"/>
          <ac:picMkLst>
            <pc:docMk/>
            <pc:sldMk cId="1006310701" sldId="1889"/>
            <ac:picMk id="3" creationId="{6213792C-451B-3FBB-3838-8D7148C79AB0}"/>
          </ac:picMkLst>
        </pc:picChg>
      </pc:sldChg>
      <pc:sldChg chg="delSp mod">
        <pc:chgData name="Kevin Comba" userId="2b567b3b-fb93-46f1-8cbc-0c356b39981a" providerId="ADAL" clId="{57DB4491-DBFD-41A1-805C-A57F4D4A643E}" dt="2024-05-07T18:33:14.002" v="25" actId="478"/>
        <pc:sldMkLst>
          <pc:docMk/>
          <pc:sldMk cId="1140748824" sldId="1890"/>
        </pc:sldMkLst>
        <pc:picChg chg="del">
          <ac:chgData name="Kevin Comba" userId="2b567b3b-fb93-46f1-8cbc-0c356b39981a" providerId="ADAL" clId="{57DB4491-DBFD-41A1-805C-A57F4D4A643E}" dt="2024-05-07T18:33:14.002" v="25" actId="478"/>
          <ac:picMkLst>
            <pc:docMk/>
            <pc:sldMk cId="1140748824" sldId="1890"/>
            <ac:picMk id="3" creationId="{6213792C-451B-3FBB-3838-8D7148C79AB0}"/>
          </ac:picMkLst>
        </pc:picChg>
      </pc:sldChg>
      <pc:sldChg chg="delSp mod">
        <pc:chgData name="Kevin Comba" userId="2b567b3b-fb93-46f1-8cbc-0c356b39981a" providerId="ADAL" clId="{57DB4491-DBFD-41A1-805C-A57F4D4A643E}" dt="2024-05-07T18:33:34.095" v="27" actId="478"/>
        <pc:sldMkLst>
          <pc:docMk/>
          <pc:sldMk cId="3668470256" sldId="1891"/>
        </pc:sldMkLst>
        <pc:picChg chg="del">
          <ac:chgData name="Kevin Comba" userId="2b567b3b-fb93-46f1-8cbc-0c356b39981a" providerId="ADAL" clId="{57DB4491-DBFD-41A1-805C-A57F4D4A643E}" dt="2024-05-07T18:33:34.095" v="27" actId="478"/>
          <ac:picMkLst>
            <pc:docMk/>
            <pc:sldMk cId="3668470256" sldId="1891"/>
            <ac:picMk id="3" creationId="{6213792C-451B-3FBB-3838-8D7148C79AB0}"/>
          </ac:picMkLst>
        </pc:picChg>
      </pc:sldChg>
      <pc:sldChg chg="delSp mod">
        <pc:chgData name="Kevin Comba" userId="2b567b3b-fb93-46f1-8cbc-0c356b39981a" providerId="ADAL" clId="{57DB4491-DBFD-41A1-805C-A57F4D4A643E}" dt="2024-05-07T18:33:39.883" v="28" actId="478"/>
        <pc:sldMkLst>
          <pc:docMk/>
          <pc:sldMk cId="2988897121" sldId="1892"/>
        </pc:sldMkLst>
        <pc:picChg chg="del">
          <ac:chgData name="Kevin Comba" userId="2b567b3b-fb93-46f1-8cbc-0c356b39981a" providerId="ADAL" clId="{57DB4491-DBFD-41A1-805C-A57F4D4A643E}" dt="2024-05-07T18:33:39.883" v="28" actId="478"/>
          <ac:picMkLst>
            <pc:docMk/>
            <pc:sldMk cId="2988897121" sldId="1892"/>
            <ac:picMk id="3" creationId="{6213792C-451B-3FBB-3838-8D7148C79AB0}"/>
          </ac:picMkLst>
        </pc:picChg>
      </pc:sldChg>
      <pc:sldChg chg="delSp mod">
        <pc:chgData name="Kevin Comba" userId="2b567b3b-fb93-46f1-8cbc-0c356b39981a" providerId="ADAL" clId="{57DB4491-DBFD-41A1-805C-A57F4D4A643E}" dt="2024-05-07T18:32:10.022" v="7" actId="478"/>
        <pc:sldMkLst>
          <pc:docMk/>
          <pc:sldMk cId="3866534717" sldId="1893"/>
        </pc:sldMkLst>
        <pc:picChg chg="del">
          <ac:chgData name="Kevin Comba" userId="2b567b3b-fb93-46f1-8cbc-0c356b39981a" providerId="ADAL" clId="{57DB4491-DBFD-41A1-805C-A57F4D4A643E}" dt="2024-05-07T18:32:10.022" v="7" actId="478"/>
          <ac:picMkLst>
            <pc:docMk/>
            <pc:sldMk cId="3866534717" sldId="1893"/>
            <ac:picMk id="3" creationId="{6213792C-451B-3FBB-3838-8D7148C79AB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5/3/2025 3:41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5/3/2025 3:41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958519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429098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7329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4257909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046276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625822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347777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637482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2484359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789000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191987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4027124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51254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672919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519620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175846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938452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000935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1868922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453126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713224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4289420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4149332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l="51535" t="20885" r="1924" b="7746"/>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4" name="Picture 3" descr="A picture containing food, drawing, plate&#10;&#10;Description automatically generated">
            <a:extLst>
              <a:ext uri="{FF2B5EF4-FFF2-40B4-BE49-F238E27FC236}">
                <a16:creationId xmlns:a16="http://schemas.microsoft.com/office/drawing/2014/main" id="{732181C1-02C8-4170-8050-04F95DCD6088}"/>
              </a:ext>
            </a:extLst>
          </p:cNvPr>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206F3868-20C5-4830-B17D-6B8C97A93A75}"/>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meter&#10;&#10;Description automatically generated">
            <a:extLst>
              <a:ext uri="{FF2B5EF4-FFF2-40B4-BE49-F238E27FC236}">
                <a16:creationId xmlns:a16="http://schemas.microsoft.com/office/drawing/2014/main" id="{6BD5228B-DB0F-46DB-85CA-145A3C2DDEDB}"/>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C57AB98C-3D65-4B37-98D9-D5EA9098B772}"/>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91AB4B28-A3CA-482A-991F-44606913488A}"/>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8" name="Picture 7" descr="A close up of a logo&#10;&#10;Description automatically generated">
            <a:extLst>
              <a:ext uri="{FF2B5EF4-FFF2-40B4-BE49-F238E27FC236}">
                <a16:creationId xmlns:a16="http://schemas.microsoft.com/office/drawing/2014/main" id="{57F79CA3-BB63-4315-8892-95BCB51C21DD}"/>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A97FDC0C-A1E0-42E3-A6E6-4DC516B1ECF5}"/>
              </a:ext>
            </a:extLst>
          </p:cNvPr>
          <p:cNvPicPr>
            <a:picLocks noChangeAspect="1"/>
          </p:cNvPicPr>
          <p:nvPr userDrawn="1"/>
        </p:nvPicPr>
        <p:blipFill rotWithShape="1">
          <a:blip r:embed="rId2"/>
          <a:srcRect l="25163" t="-6474" r="8596" b="10240"/>
          <a:stretch/>
        </p:blipFill>
        <p:spPr>
          <a:xfrm>
            <a:off x="533400" y="729314"/>
            <a:ext cx="12192000" cy="6496986"/>
          </a:xfrm>
          <a:prstGeom prst="rect">
            <a:avLst/>
          </a:prstGeom>
        </p:spPr>
      </p:pic>
      <p:pic>
        <p:nvPicPr>
          <p:cNvPr id="5" name="Picture 4" descr="A picture containing food, drawing, plate&#10;&#10;Description automatically generated">
            <a:extLst>
              <a:ext uri="{FF2B5EF4-FFF2-40B4-BE49-F238E27FC236}">
                <a16:creationId xmlns:a16="http://schemas.microsoft.com/office/drawing/2014/main" id="{793ABA5D-327F-422E-A0DB-8C1167D731A0}"/>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0712E43-0ECA-47E9-BF15-501D117A36B8}"/>
              </a:ext>
            </a:extLst>
          </p:cNvPr>
          <p:cNvPicPr>
            <a:picLocks noChangeAspect="1"/>
          </p:cNvPicPr>
          <p:nvPr userDrawn="1"/>
        </p:nvPicPr>
        <p:blipFill rotWithShape="1">
          <a:blip r:embed="rId2"/>
          <a:srcRect l="52143" t="22177" r="2188" b="7791"/>
          <a:stretch/>
        </p:blipFill>
        <p:spPr>
          <a:xfrm>
            <a:off x="0" y="0"/>
            <a:ext cx="12192000"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dirty="0"/>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pic>
        <p:nvPicPr>
          <p:cNvPr id="5" name="Picture 4" descr="A close up of a logo&#10;&#10;Description automatically generated">
            <a:extLst>
              <a:ext uri="{FF2B5EF4-FFF2-40B4-BE49-F238E27FC236}">
                <a16:creationId xmlns:a16="http://schemas.microsoft.com/office/drawing/2014/main" id="{1E6BB193-C413-474A-B507-F1AFD01D9B83}"/>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330E47B-22FD-4E91-BA8B-26D94063CD57}"/>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337691AB-BE94-4B7B-8AA2-FA6630F3886A}"/>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hyperlink" Target="https://www.favicon.cc./"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6">
            <a:extLst>
              <a:ext uri="{FF2B5EF4-FFF2-40B4-BE49-F238E27FC236}">
                <a16:creationId xmlns:a16="http://schemas.microsoft.com/office/drawing/2014/main" id="{D5C8DBCD-E250-744A-5B5D-DCBF5B833176}"/>
              </a:ext>
            </a:extLst>
          </p:cNvPr>
          <p:cNvSpPr txBox="1">
            <a:spLocks/>
          </p:cNvSpPr>
          <p:nvPr/>
        </p:nvSpPr>
        <p:spPr>
          <a:xfrm>
            <a:off x="396618" y="794270"/>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C00000"/>
                </a:solidFill>
                <a:effectLst/>
                <a:latin typeface="Segoe UI" panose="020B0502040204020203" pitchFamily="34" charset="0"/>
              </a:rPr>
              <a:t>Introduction to HTML?</a:t>
            </a:r>
          </a:p>
        </p:txBody>
      </p:sp>
      <p:pic>
        <p:nvPicPr>
          <p:cNvPr id="8" name="Picture 7" descr="Icon&#10;&#10;Description automatically generated">
            <a:extLst>
              <a:ext uri="{FF2B5EF4-FFF2-40B4-BE49-F238E27FC236}">
                <a16:creationId xmlns:a16="http://schemas.microsoft.com/office/drawing/2014/main" id="{5515346F-6FD7-66A6-6FBC-6DD9A8632D23}"/>
              </a:ext>
            </a:extLst>
          </p:cNvPr>
          <p:cNvPicPr>
            <a:picLocks noChangeAspect="1"/>
          </p:cNvPicPr>
          <p:nvPr/>
        </p:nvPicPr>
        <p:blipFill>
          <a:blip r:embed="rId3"/>
          <a:stretch>
            <a:fillRect/>
          </a:stretch>
        </p:blipFill>
        <p:spPr>
          <a:xfrm>
            <a:off x="3405287" y="1944756"/>
            <a:ext cx="2968487" cy="2968487"/>
          </a:xfrm>
          <a:prstGeom prst="rect">
            <a:avLst/>
          </a:prstGeom>
        </p:spPr>
      </p:pic>
      <p:sp>
        <p:nvSpPr>
          <p:cNvPr id="10" name="Title 16">
            <a:extLst>
              <a:ext uri="{FF2B5EF4-FFF2-40B4-BE49-F238E27FC236}">
                <a16:creationId xmlns:a16="http://schemas.microsoft.com/office/drawing/2014/main" id="{80ACF031-A7CB-6C0D-8E39-72FC6D2BDD5B}"/>
              </a:ext>
            </a:extLst>
          </p:cNvPr>
          <p:cNvSpPr>
            <a:spLocks noGrp="1"/>
          </p:cNvSpPr>
          <p:nvPr>
            <p:ph type="title"/>
          </p:nvPr>
        </p:nvSpPr>
        <p:spPr>
          <a:xfrm>
            <a:off x="6096000" y="6063730"/>
            <a:ext cx="3613752" cy="553998"/>
          </a:xfrm>
        </p:spPr>
        <p:txBody>
          <a:bodyPr/>
          <a:lstStyle/>
          <a:p>
            <a:pPr algn="l"/>
            <a:r>
              <a:rPr lang="en-US" b="1" dirty="0">
                <a:solidFill>
                  <a:schemeClr val="accent1">
                    <a:lumMod val="60000"/>
                    <a:lumOff val="40000"/>
                  </a:schemeClr>
                </a:solidFill>
                <a:latin typeface="Segoe UI" panose="020B0502040204020203" pitchFamily="34" charset="0"/>
              </a:rPr>
              <a:t>By: Brian Kemboi</a:t>
            </a:r>
            <a:endParaRPr lang="en-US" b="1" i="0" dirty="0">
              <a:solidFill>
                <a:schemeClr val="accent1">
                  <a:lumMod val="60000"/>
                  <a:lumOff val="40000"/>
                </a:schemeClr>
              </a:solidFill>
              <a:effectLst/>
              <a:latin typeface="Segoe UI" panose="020B0502040204020203" pitchFamily="34" charset="0"/>
            </a:endParaRPr>
          </a:p>
        </p:txBody>
      </p:sp>
      <p:pic>
        <p:nvPicPr>
          <p:cNvPr id="4" name="Picture 3" descr="A person with a beard and mustache&#10;&#10;AI-generated content may be incorrect.">
            <a:extLst>
              <a:ext uri="{FF2B5EF4-FFF2-40B4-BE49-F238E27FC236}">
                <a16:creationId xmlns:a16="http://schemas.microsoft.com/office/drawing/2014/main" id="{DC7C47CE-5964-3E34-9D33-B369F8FAC1AE}"/>
              </a:ext>
            </a:extLst>
          </p:cNvPr>
          <p:cNvPicPr>
            <a:picLocks noChangeAspect="1"/>
          </p:cNvPicPr>
          <p:nvPr/>
        </p:nvPicPr>
        <p:blipFill>
          <a:blip r:embed="rId4"/>
          <a:stretch>
            <a:fillRect/>
          </a:stretch>
        </p:blipFill>
        <p:spPr>
          <a:xfrm>
            <a:off x="10137476" y="4797724"/>
            <a:ext cx="1974012" cy="1974012"/>
          </a:xfrm>
          <a:prstGeom prst="rect">
            <a:avLst/>
          </a:prstGeom>
        </p:spPr>
      </p:pic>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gn="l"/>
            <a:r>
              <a:rPr lang="en-US" b="0" i="0" dirty="0">
                <a:solidFill>
                  <a:srgbClr val="000000"/>
                </a:solidFill>
                <a:effectLst/>
                <a:latin typeface="Segoe UI" panose="020B0502040204020203" pitchFamily="34" charset="0"/>
              </a:rPr>
              <a:t>HTML</a:t>
            </a:r>
          </a:p>
        </p:txBody>
      </p:sp>
      <p:sp>
        <p:nvSpPr>
          <p:cNvPr id="6" name="Text Placeholder 5"/>
          <p:cNvSpPr>
            <a:spLocks noGrp="1"/>
          </p:cNvSpPr>
          <p:nvPr>
            <p:ph type="body" sz="quarter" idx="10"/>
          </p:nvPr>
        </p:nvSpPr>
        <p:spPr>
          <a:xfrm>
            <a:off x="534974" y="3274108"/>
            <a:ext cx="11018520" cy="2412968"/>
          </a:xfrm>
        </p:spPr>
        <p:txBody>
          <a:bodyPr/>
          <a:lstStyle/>
          <a:p>
            <a:pPr algn="l">
              <a:buFont typeface="Arial" panose="020B0604020202020204" pitchFamily="34" charset="0"/>
              <a:buChar char="•"/>
            </a:pPr>
            <a:r>
              <a:rPr lang="en-US" b="0" i="0" dirty="0">
                <a:solidFill>
                  <a:srgbClr val="000000"/>
                </a:solidFill>
                <a:effectLst/>
                <a:latin typeface="Verdana" panose="020B0604030504040204" pitchFamily="34" charset="0"/>
              </a:rPr>
              <a:t>HTML stands for Hyper Text Markup Language</a:t>
            </a:r>
          </a:p>
          <a:p>
            <a:pPr algn="l">
              <a:buFont typeface="Arial" panose="020B0604020202020204" pitchFamily="34" charset="0"/>
              <a:buChar char="•"/>
            </a:pPr>
            <a:r>
              <a:rPr lang="en-US" b="0" i="0" dirty="0">
                <a:solidFill>
                  <a:srgbClr val="000000"/>
                </a:solidFill>
                <a:effectLst/>
                <a:latin typeface="Verdana" panose="020B0604030504040204" pitchFamily="34" charset="0"/>
              </a:rPr>
              <a:t>HTML is the standard markup language for creating Web pages</a:t>
            </a:r>
          </a:p>
          <a:p>
            <a:pPr>
              <a:buFont typeface="Arial" panose="020B0604020202020204" pitchFamily="34" charset="0"/>
              <a:buChar char="•"/>
            </a:pPr>
            <a:r>
              <a:rPr lang="en-US" b="0" i="0" dirty="0">
                <a:solidFill>
                  <a:srgbClr val="000000"/>
                </a:solidFill>
                <a:effectLst/>
                <a:latin typeface="Verdana" panose="020B0604030504040204" pitchFamily="34" charset="0"/>
              </a:rPr>
              <a:t>HTML elements tell the browser how to display the content</a:t>
            </a:r>
          </a:p>
          <a:p>
            <a:pPr marL="0" indent="0" algn="l">
              <a:buNone/>
            </a:pPr>
            <a:endParaRPr lang="en-US" b="0" i="0" dirty="0">
              <a:solidFill>
                <a:srgbClr val="000000"/>
              </a:solidFill>
              <a:effectLst/>
              <a:latin typeface="Verdana" panose="020B0604030504040204" pitchFamily="34" charset="0"/>
            </a:endParaRPr>
          </a:p>
        </p:txBody>
      </p:sp>
      <p:sp>
        <p:nvSpPr>
          <p:cNvPr id="7" name="Title 16">
            <a:extLst>
              <a:ext uri="{FF2B5EF4-FFF2-40B4-BE49-F238E27FC236}">
                <a16:creationId xmlns:a16="http://schemas.microsoft.com/office/drawing/2014/main" id="{D5C8DBCD-E250-744A-5B5D-DCBF5B833176}"/>
              </a:ext>
            </a:extLst>
          </p:cNvPr>
          <p:cNvSpPr txBox="1">
            <a:spLocks/>
          </p:cNvSpPr>
          <p:nvPr/>
        </p:nvSpPr>
        <p:spPr>
          <a:xfrm>
            <a:off x="534974" y="2371183"/>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C00000"/>
                </a:solidFill>
                <a:effectLst/>
                <a:latin typeface="Segoe UI" panose="020B0502040204020203" pitchFamily="34" charset="0"/>
              </a:rPr>
              <a:t>What is HTML?</a:t>
            </a:r>
          </a:p>
        </p:txBody>
      </p:sp>
      <p:pic>
        <p:nvPicPr>
          <p:cNvPr id="8" name="Picture 7" descr="Icon&#10;&#10;Description automatically generated">
            <a:extLst>
              <a:ext uri="{FF2B5EF4-FFF2-40B4-BE49-F238E27FC236}">
                <a16:creationId xmlns:a16="http://schemas.microsoft.com/office/drawing/2014/main" id="{5515346F-6FD7-66A6-6FBC-6DD9A8632D23}"/>
              </a:ext>
            </a:extLst>
          </p:cNvPr>
          <p:cNvPicPr>
            <a:picLocks noChangeAspect="1"/>
          </p:cNvPicPr>
          <p:nvPr/>
        </p:nvPicPr>
        <p:blipFill>
          <a:blip r:embed="rId3"/>
          <a:stretch>
            <a:fillRect/>
          </a:stretch>
        </p:blipFill>
        <p:spPr>
          <a:xfrm>
            <a:off x="9223513" y="-39585"/>
            <a:ext cx="2968487" cy="2968487"/>
          </a:xfrm>
          <a:prstGeom prst="rect">
            <a:avLst/>
          </a:prstGeom>
        </p:spPr>
      </p:pic>
    </p:spTree>
    <p:extLst>
      <p:ext uri="{BB962C8B-B14F-4D97-AF65-F5344CB8AC3E}">
        <p14:creationId xmlns:p14="http://schemas.microsoft.com/office/powerpoint/2010/main" val="3866534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9237" y="33130"/>
            <a:ext cx="1492328" cy="384721"/>
          </a:xfrm>
        </p:spPr>
        <p:txBody>
          <a:bodyPr/>
          <a:lstStyle/>
          <a:p>
            <a:pPr algn="l"/>
            <a:r>
              <a:rPr lang="en-US" sz="2500" b="0" i="0" dirty="0">
                <a:solidFill>
                  <a:srgbClr val="000000"/>
                </a:solidFill>
                <a:effectLst/>
                <a:latin typeface="Segoe UI" panose="020B0502040204020203" pitchFamily="34" charset="0"/>
              </a:rPr>
              <a:t>HTML</a:t>
            </a:r>
          </a:p>
        </p:txBody>
      </p:sp>
      <p:sp>
        <p:nvSpPr>
          <p:cNvPr id="2" name="Title 16">
            <a:extLst>
              <a:ext uri="{FF2B5EF4-FFF2-40B4-BE49-F238E27FC236}">
                <a16:creationId xmlns:a16="http://schemas.microsoft.com/office/drawing/2014/main" id="{844E01E1-3405-9153-563F-23DD2AB8CCFB}"/>
              </a:ext>
            </a:extLst>
          </p:cNvPr>
          <p:cNvSpPr txBox="1">
            <a:spLocks/>
          </p:cNvSpPr>
          <p:nvPr/>
        </p:nvSpPr>
        <p:spPr>
          <a:xfrm>
            <a:off x="648088" y="49324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A Simple HTML Document</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4" y="5279308"/>
            <a:ext cx="10658243" cy="2217540"/>
          </a:xfrm>
        </p:spPr>
        <p:txBody>
          <a:bodyPr/>
          <a:lstStyle/>
          <a:p>
            <a:pPr algn="l">
              <a:buFont typeface="Arial" panose="020B0604020202020204" pitchFamily="34" charset="0"/>
              <a:buChar char="•"/>
            </a:pPr>
            <a:r>
              <a:rPr lang="en-US" sz="2000" b="0" i="0" dirty="0">
                <a:solidFill>
                  <a:srgbClr val="000000"/>
                </a:solidFill>
                <a:effectLst/>
                <a:latin typeface="Verdana" panose="020B0604030504040204" pitchFamily="34" charset="0"/>
              </a:rPr>
              <a:t>The &lt;!DOCTYPE html&gt; defines the document is HTML5 </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&lt;html&gt; element is the root element of an HTML page</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&lt;head&gt; element contains meta information about the HTML page</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&lt;title&gt; element specifies a title for the HTML page</a:t>
            </a:r>
          </a:p>
        </p:txBody>
      </p:sp>
      <p:sp>
        <p:nvSpPr>
          <p:cNvPr id="12" name="Text Placeholder 5">
            <a:extLst>
              <a:ext uri="{FF2B5EF4-FFF2-40B4-BE49-F238E27FC236}">
                <a16:creationId xmlns:a16="http://schemas.microsoft.com/office/drawing/2014/main" id="{6E85A996-C6BB-AE5E-1D2A-D36F0E5E53BB}"/>
              </a:ext>
            </a:extLst>
          </p:cNvPr>
          <p:cNvSpPr txBox="1">
            <a:spLocks/>
          </p:cNvSpPr>
          <p:nvPr/>
        </p:nvSpPr>
        <p:spPr>
          <a:xfrm>
            <a:off x="6599583" y="1136890"/>
            <a:ext cx="5864086" cy="203132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2000" dirty="0">
                <a:solidFill>
                  <a:srgbClr val="000000"/>
                </a:solidFill>
                <a:latin typeface="Verdana" panose="020B0604030504040204" pitchFamily="34" charset="0"/>
              </a:rPr>
              <a:t>&lt;body&gt; element defines the document's body, and is a container for all the visible contents </a:t>
            </a:r>
            <a:r>
              <a:rPr lang="en-US" sz="2000" dirty="0" err="1">
                <a:solidFill>
                  <a:srgbClr val="000000"/>
                </a:solidFill>
                <a:latin typeface="Verdana" panose="020B0604030504040204" pitchFamily="34" charset="0"/>
              </a:rPr>
              <a:t>ie</a:t>
            </a:r>
            <a:r>
              <a:rPr lang="en-US" sz="2000" dirty="0">
                <a:solidFill>
                  <a:srgbClr val="000000"/>
                </a:solidFill>
                <a:latin typeface="Verdana" panose="020B0604030504040204" pitchFamily="34" charset="0"/>
              </a:rPr>
              <a:t> </a:t>
            </a:r>
            <a:r>
              <a:rPr lang="en-US" sz="2000" dirty="0" err="1">
                <a:solidFill>
                  <a:srgbClr val="000000"/>
                </a:solidFill>
                <a:latin typeface="Verdana" panose="020B0604030504040204" pitchFamily="34" charset="0"/>
              </a:rPr>
              <a:t>headings,images,tables</a:t>
            </a:r>
            <a:r>
              <a:rPr lang="en-US" sz="2000" dirty="0">
                <a:solidFill>
                  <a:srgbClr val="000000"/>
                </a:solidFill>
                <a:latin typeface="Verdana" panose="020B0604030504040204" pitchFamily="34" charset="0"/>
              </a:rPr>
              <a:t>.</a:t>
            </a:r>
          </a:p>
          <a:p>
            <a:pPr>
              <a:buFont typeface="Arial" panose="020B0604020202020204" pitchFamily="34" charset="0"/>
              <a:buChar char="•"/>
            </a:pPr>
            <a:r>
              <a:rPr lang="en-US" sz="2000" dirty="0">
                <a:solidFill>
                  <a:srgbClr val="000000"/>
                </a:solidFill>
                <a:latin typeface="Verdana" panose="020B0604030504040204" pitchFamily="34" charset="0"/>
              </a:rPr>
              <a:t>&lt;h1&gt; element defines a large heading</a:t>
            </a:r>
          </a:p>
          <a:p>
            <a:pPr>
              <a:buFont typeface="Arial" panose="020B0604020202020204" pitchFamily="34" charset="0"/>
              <a:buChar char="•"/>
            </a:pPr>
            <a:r>
              <a:rPr lang="en-US" sz="2000" dirty="0">
                <a:solidFill>
                  <a:srgbClr val="000000"/>
                </a:solidFill>
                <a:latin typeface="Verdana" panose="020B0604030504040204" pitchFamily="34" charset="0"/>
              </a:rPr>
              <a:t>&lt;p&gt; element defines a paragraph</a:t>
            </a:r>
          </a:p>
          <a:p>
            <a:pPr>
              <a:buFont typeface="Arial" panose="020B0604020202020204" pitchFamily="34" charset="0"/>
              <a:buChar char="•"/>
            </a:pPr>
            <a:endParaRPr lang="en-US" sz="2000" dirty="0">
              <a:solidFill>
                <a:srgbClr val="000000"/>
              </a:solidFill>
              <a:latin typeface="Verdana" panose="020B0604030504040204" pitchFamily="34" charset="0"/>
            </a:endParaRPr>
          </a:p>
        </p:txBody>
      </p:sp>
      <p:pic>
        <p:nvPicPr>
          <p:cNvPr id="21" name="Picture 20" descr="Text&#10;&#10;Description automatically generated">
            <a:extLst>
              <a:ext uri="{FF2B5EF4-FFF2-40B4-BE49-F238E27FC236}">
                <a16:creationId xmlns:a16="http://schemas.microsoft.com/office/drawing/2014/main" id="{49875B8E-34BA-B22D-DA69-BA79F4E2530C}"/>
              </a:ext>
            </a:extLst>
          </p:cNvPr>
          <p:cNvPicPr>
            <a:picLocks noChangeAspect="1"/>
          </p:cNvPicPr>
          <p:nvPr/>
        </p:nvPicPr>
        <p:blipFill>
          <a:blip r:embed="rId4"/>
          <a:stretch>
            <a:fillRect/>
          </a:stretch>
        </p:blipFill>
        <p:spPr>
          <a:xfrm>
            <a:off x="256745" y="1085402"/>
            <a:ext cx="6432638" cy="3526355"/>
          </a:xfrm>
          <a:prstGeom prst="rect">
            <a:avLst/>
          </a:prstGeom>
        </p:spPr>
      </p:pic>
    </p:spTree>
    <p:extLst>
      <p:ext uri="{BB962C8B-B14F-4D97-AF65-F5344CB8AC3E}">
        <p14:creationId xmlns:p14="http://schemas.microsoft.com/office/powerpoint/2010/main" val="35819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9237" y="33130"/>
            <a:ext cx="1492328" cy="384721"/>
          </a:xfrm>
        </p:spPr>
        <p:txBody>
          <a:bodyPr/>
          <a:lstStyle/>
          <a:p>
            <a:pPr algn="l"/>
            <a:r>
              <a:rPr lang="en-US" sz="2500" b="0" i="0" dirty="0">
                <a:solidFill>
                  <a:srgbClr val="000000"/>
                </a:solidFill>
                <a:effectLst/>
                <a:latin typeface="Segoe UI" panose="020B0502040204020203" pitchFamily="34" charset="0"/>
              </a:rPr>
              <a:t>HTML</a:t>
            </a:r>
          </a:p>
        </p:txBody>
      </p:sp>
      <p:sp>
        <p:nvSpPr>
          <p:cNvPr id="2" name="Title 16">
            <a:extLst>
              <a:ext uri="{FF2B5EF4-FFF2-40B4-BE49-F238E27FC236}">
                <a16:creationId xmlns:a16="http://schemas.microsoft.com/office/drawing/2014/main" id="{844E01E1-3405-9153-563F-23DD2AB8CCFB}"/>
              </a:ext>
            </a:extLst>
          </p:cNvPr>
          <p:cNvSpPr txBox="1">
            <a:spLocks/>
          </p:cNvSpPr>
          <p:nvPr/>
        </p:nvSpPr>
        <p:spPr>
          <a:xfrm>
            <a:off x="648088" y="49324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Page Structure?</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0658243" cy="307777"/>
          </a:xfrm>
        </p:spPr>
        <p:txBody>
          <a:bodyPr/>
          <a:lstStyle/>
          <a:p>
            <a:pPr marL="0" indent="0" algn="l">
              <a:buNone/>
            </a:pPr>
            <a:r>
              <a:rPr lang="en-US" sz="2000" b="0" i="0" dirty="0">
                <a:solidFill>
                  <a:srgbClr val="000000"/>
                </a:solidFill>
                <a:effectLst/>
                <a:latin typeface="Verdana" panose="020B0604030504040204" pitchFamily="34" charset="0"/>
              </a:rPr>
              <a:t>visualization of an HTML page structure:</a:t>
            </a:r>
            <a:endParaRPr lang="en-US" sz="2000" b="0" i="0" dirty="0">
              <a:solidFill>
                <a:srgbClr val="7030A0"/>
              </a:solidFill>
              <a:effectLst/>
              <a:latin typeface="Verdana" panose="020B0604030504040204" pitchFamily="34" charset="0"/>
            </a:endParaRPr>
          </a:p>
        </p:txBody>
      </p:sp>
      <p:pic>
        <p:nvPicPr>
          <p:cNvPr id="9" name="Picture 8" descr="Graphical user interface, text, application, email&#10;&#10;Description automatically generated">
            <a:extLst>
              <a:ext uri="{FF2B5EF4-FFF2-40B4-BE49-F238E27FC236}">
                <a16:creationId xmlns:a16="http://schemas.microsoft.com/office/drawing/2014/main" id="{79A4B74B-A5B5-E274-7134-294B561769B1}"/>
              </a:ext>
            </a:extLst>
          </p:cNvPr>
          <p:cNvPicPr>
            <a:picLocks noChangeAspect="1"/>
          </p:cNvPicPr>
          <p:nvPr/>
        </p:nvPicPr>
        <p:blipFill>
          <a:blip r:embed="rId4"/>
          <a:stretch>
            <a:fillRect/>
          </a:stretch>
        </p:blipFill>
        <p:spPr>
          <a:xfrm>
            <a:off x="256745" y="1638047"/>
            <a:ext cx="9373664" cy="4665955"/>
          </a:xfrm>
          <a:prstGeom prst="rect">
            <a:avLst/>
          </a:prstGeom>
        </p:spPr>
      </p:pic>
    </p:spTree>
    <p:extLst>
      <p:ext uri="{BB962C8B-B14F-4D97-AF65-F5344CB8AC3E}">
        <p14:creationId xmlns:p14="http://schemas.microsoft.com/office/powerpoint/2010/main" val="133236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9237" y="33130"/>
            <a:ext cx="1492328" cy="384721"/>
          </a:xfrm>
        </p:spPr>
        <p:txBody>
          <a:bodyPr/>
          <a:lstStyle/>
          <a:p>
            <a:pPr algn="l"/>
            <a:r>
              <a:rPr lang="en-US" sz="2500" b="0" i="0" dirty="0">
                <a:solidFill>
                  <a:srgbClr val="000000"/>
                </a:solidFill>
                <a:effectLst/>
                <a:latin typeface="Segoe UI" panose="020B0502040204020203" pitchFamily="34" charset="0"/>
              </a:rPr>
              <a:t>HTML</a:t>
            </a:r>
          </a:p>
        </p:txBody>
      </p:sp>
      <p:sp>
        <p:nvSpPr>
          <p:cNvPr id="2" name="Title 16">
            <a:extLst>
              <a:ext uri="{FF2B5EF4-FFF2-40B4-BE49-F238E27FC236}">
                <a16:creationId xmlns:a16="http://schemas.microsoft.com/office/drawing/2014/main" id="{844E01E1-3405-9153-563F-23DD2AB8CCFB}"/>
              </a:ext>
            </a:extLst>
          </p:cNvPr>
          <p:cNvSpPr txBox="1">
            <a:spLocks/>
          </p:cNvSpPr>
          <p:nvPr/>
        </p:nvSpPr>
        <p:spPr>
          <a:xfrm>
            <a:off x="648088" y="49324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History?</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615553"/>
          </a:xfrm>
        </p:spPr>
        <p:txBody>
          <a:bodyPr/>
          <a:lstStyle/>
          <a:p>
            <a:pPr marL="0" indent="0" algn="l">
              <a:buNone/>
            </a:pPr>
            <a:r>
              <a:rPr lang="en-US" sz="2000" b="0" i="0" dirty="0">
                <a:solidFill>
                  <a:srgbClr val="000000"/>
                </a:solidFill>
                <a:effectLst/>
                <a:latin typeface="Verdana" panose="020B0604030504040204" pitchFamily="34" charset="0"/>
              </a:rPr>
              <a:t>Since the early days of the World Wide Web, there have been many versions of HTML:</a:t>
            </a:r>
            <a:endParaRPr lang="en-US" sz="2000" b="0" i="0" dirty="0">
              <a:solidFill>
                <a:srgbClr val="7030A0"/>
              </a:solidFill>
              <a:effectLst/>
              <a:latin typeface="Verdana" panose="020B0604030504040204" pitchFamily="34" charset="0"/>
            </a:endParaRPr>
          </a:p>
        </p:txBody>
      </p:sp>
      <p:pic>
        <p:nvPicPr>
          <p:cNvPr id="6" name="Picture 5" descr="Table&#10;&#10;Description automatically generated with medium confidence">
            <a:extLst>
              <a:ext uri="{FF2B5EF4-FFF2-40B4-BE49-F238E27FC236}">
                <a16:creationId xmlns:a16="http://schemas.microsoft.com/office/drawing/2014/main" id="{E21FEF41-C53E-D7B4-B7C3-70844B97D911}"/>
              </a:ext>
            </a:extLst>
          </p:cNvPr>
          <p:cNvPicPr>
            <a:picLocks noChangeAspect="1"/>
          </p:cNvPicPr>
          <p:nvPr/>
        </p:nvPicPr>
        <p:blipFill>
          <a:blip r:embed="rId4"/>
          <a:stretch>
            <a:fillRect/>
          </a:stretch>
        </p:blipFill>
        <p:spPr>
          <a:xfrm>
            <a:off x="256744" y="1380020"/>
            <a:ext cx="9445575" cy="4923982"/>
          </a:xfrm>
          <a:prstGeom prst="rect">
            <a:avLst/>
          </a:prstGeom>
        </p:spPr>
      </p:pic>
    </p:spTree>
    <p:extLst>
      <p:ext uri="{BB962C8B-B14F-4D97-AF65-F5344CB8AC3E}">
        <p14:creationId xmlns:p14="http://schemas.microsoft.com/office/powerpoint/2010/main" val="104698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9237" y="33130"/>
            <a:ext cx="1492328" cy="384721"/>
          </a:xfrm>
        </p:spPr>
        <p:txBody>
          <a:bodyPr/>
          <a:lstStyle/>
          <a:p>
            <a:pPr algn="l"/>
            <a:r>
              <a:rPr lang="en-US" sz="2500" b="0" i="0" dirty="0">
                <a:solidFill>
                  <a:srgbClr val="000000"/>
                </a:solidFill>
                <a:effectLst/>
                <a:latin typeface="Segoe UI" panose="020B0502040204020203" pitchFamily="34" charset="0"/>
              </a:rPr>
              <a:t>HTML</a:t>
            </a:r>
          </a:p>
        </p:txBody>
      </p:sp>
      <p:sp>
        <p:nvSpPr>
          <p:cNvPr id="2" name="Title 16">
            <a:extLst>
              <a:ext uri="{FF2B5EF4-FFF2-40B4-BE49-F238E27FC236}">
                <a16:creationId xmlns:a16="http://schemas.microsoft.com/office/drawing/2014/main" id="{844E01E1-3405-9153-563F-23DD2AB8CCFB}"/>
              </a:ext>
            </a:extLst>
          </p:cNvPr>
          <p:cNvSpPr txBox="1">
            <a:spLocks/>
          </p:cNvSpPr>
          <p:nvPr/>
        </p:nvSpPr>
        <p:spPr>
          <a:xfrm>
            <a:off x="648088" y="49324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Editors?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4985980"/>
          </a:xfrm>
        </p:spPr>
        <p:txBody>
          <a:bodyPr/>
          <a:lstStyle/>
          <a:p>
            <a:pPr marL="0" indent="0" algn="l">
              <a:buNone/>
            </a:pPr>
            <a:r>
              <a:rPr lang="en-US" sz="2000" b="0" i="0" dirty="0">
                <a:solidFill>
                  <a:srgbClr val="000000"/>
                </a:solidFill>
                <a:effectLst/>
                <a:latin typeface="Verdana" panose="020B0604030504040204" pitchFamily="34" charset="0"/>
              </a:rPr>
              <a:t>A simple text editor is all you need to learn HTML. Web pages can be created and modified by using professional HTML editors.</a:t>
            </a:r>
          </a:p>
          <a:p>
            <a:pPr marL="0" indent="0" algn="l">
              <a:buNone/>
            </a:pPr>
            <a:r>
              <a:rPr lang="en-US" sz="2000" b="0" i="0" dirty="0">
                <a:solidFill>
                  <a:srgbClr val="000000"/>
                </a:solidFill>
                <a:effectLst/>
                <a:latin typeface="Verdana" panose="020B0604030504040204" pitchFamily="34" charset="0"/>
              </a:rPr>
              <a:t>However, for learning HTML we recommend a simple text editor like Notepad (PC) or TextEdit (Mac).Other include</a:t>
            </a:r>
          </a:p>
          <a:p>
            <a:r>
              <a:rPr lang="en-US" sz="2000" b="0" i="0" dirty="0">
                <a:solidFill>
                  <a:srgbClr val="000000"/>
                </a:solidFill>
                <a:effectLst/>
                <a:latin typeface="Verdana" panose="020B0604030504040204" pitchFamily="34" charset="0"/>
              </a:rPr>
              <a:t>Vs Code</a:t>
            </a:r>
          </a:p>
          <a:p>
            <a:r>
              <a:rPr lang="en-US" sz="2000" b="0" i="0" dirty="0">
                <a:solidFill>
                  <a:srgbClr val="000000"/>
                </a:solidFill>
                <a:effectLst/>
                <a:latin typeface="Verdana" panose="020B0604030504040204" pitchFamily="34" charset="0"/>
              </a:rPr>
              <a:t>Sublime Text</a:t>
            </a:r>
          </a:p>
          <a:p>
            <a:r>
              <a:rPr lang="en-US" sz="2000" b="0" i="0" dirty="0">
                <a:solidFill>
                  <a:srgbClr val="000000"/>
                </a:solidFill>
                <a:effectLst/>
                <a:latin typeface="Verdana" panose="020B0604030504040204" pitchFamily="34" charset="0"/>
              </a:rPr>
              <a:t>Espresso</a:t>
            </a:r>
          </a:p>
          <a:p>
            <a:r>
              <a:rPr lang="en-US" sz="2000" b="0" i="0" dirty="0">
                <a:solidFill>
                  <a:srgbClr val="000000"/>
                </a:solidFill>
                <a:effectLst/>
                <a:latin typeface="Verdana" panose="020B0604030504040204" pitchFamily="34" charset="0"/>
              </a:rPr>
              <a:t>Brackets</a:t>
            </a:r>
          </a:p>
          <a:p>
            <a:r>
              <a:rPr lang="en-US" sz="2000" b="0" i="0" dirty="0">
                <a:solidFill>
                  <a:srgbClr val="000000"/>
                </a:solidFill>
                <a:effectLst/>
                <a:latin typeface="Verdana" panose="020B0604030504040204" pitchFamily="34" charset="0"/>
              </a:rPr>
              <a:t>Notepad++</a:t>
            </a:r>
          </a:p>
          <a:p>
            <a:r>
              <a:rPr lang="en-US" sz="2000" b="0" i="0" dirty="0">
                <a:solidFill>
                  <a:srgbClr val="000000"/>
                </a:solidFill>
                <a:effectLst/>
                <a:latin typeface="Verdana" panose="020B0604030504040204" pitchFamily="34" charset="0"/>
              </a:rPr>
              <a:t>Vim</a:t>
            </a:r>
          </a:p>
          <a:p>
            <a:r>
              <a:rPr lang="en-US" sz="2000" b="0" i="0" dirty="0" err="1">
                <a:solidFill>
                  <a:srgbClr val="000000"/>
                </a:solidFill>
                <a:effectLst/>
                <a:latin typeface="Verdana" panose="020B0604030504040204" pitchFamily="34" charset="0"/>
              </a:rPr>
              <a:t>Bbedit</a:t>
            </a:r>
            <a:endParaRPr lang="en-US" sz="2000" b="0" i="0" dirty="0">
              <a:solidFill>
                <a:srgbClr val="000000"/>
              </a:solidFill>
              <a:effectLst/>
              <a:latin typeface="Verdana" panose="020B0604030504040204" pitchFamily="34" charset="0"/>
            </a:endParaRPr>
          </a:p>
          <a:p>
            <a:r>
              <a:rPr lang="en-US" sz="2000" dirty="0" err="1">
                <a:solidFill>
                  <a:srgbClr val="000000"/>
                </a:solidFill>
                <a:latin typeface="Verdana" panose="020B0604030504040204" pitchFamily="34" charset="0"/>
              </a:rPr>
              <a:t>jetBrains</a:t>
            </a:r>
            <a:r>
              <a:rPr lang="en-US" sz="2000" dirty="0">
                <a:solidFill>
                  <a:srgbClr val="000000"/>
                </a:solidFill>
                <a:latin typeface="Verdana" panose="020B0604030504040204" pitchFamily="34" charset="0"/>
              </a:rPr>
              <a:t> Fleet</a:t>
            </a:r>
            <a:endParaRPr lang="en-US" sz="2000" b="0" i="0" dirty="0">
              <a:solidFill>
                <a:srgbClr val="000000"/>
              </a:solidFill>
              <a:effectLst/>
              <a:latin typeface="Verdana" panose="020B0604030504040204" pitchFamily="34" charset="0"/>
            </a:endParaRPr>
          </a:p>
          <a:p>
            <a:r>
              <a:rPr lang="en-US" sz="2000" dirty="0">
                <a:solidFill>
                  <a:srgbClr val="000000"/>
                </a:solidFill>
                <a:latin typeface="Verdana" panose="020B0604030504040204" pitchFamily="34" charset="0"/>
              </a:rPr>
              <a:t>IDES </a:t>
            </a:r>
            <a:r>
              <a:rPr lang="en-US" sz="2000" dirty="0" err="1">
                <a:solidFill>
                  <a:srgbClr val="000000"/>
                </a:solidFill>
                <a:latin typeface="Verdana" panose="020B0604030504040204" pitchFamily="34" charset="0"/>
              </a:rPr>
              <a:t>ie</a:t>
            </a:r>
            <a:r>
              <a:rPr lang="en-US" sz="2000" dirty="0">
                <a:solidFill>
                  <a:srgbClr val="000000"/>
                </a:solidFill>
                <a:latin typeface="Verdana" panose="020B0604030504040204" pitchFamily="34" charset="0"/>
              </a:rPr>
              <a:t> Visual studio code, </a:t>
            </a:r>
            <a:r>
              <a:rPr lang="en-US" sz="2000" dirty="0" err="1">
                <a:solidFill>
                  <a:srgbClr val="000000"/>
                </a:solidFill>
                <a:latin typeface="Verdana" panose="020B0604030504040204" pitchFamily="34" charset="0"/>
              </a:rPr>
              <a:t>Jetbrains</a:t>
            </a:r>
            <a:r>
              <a:rPr lang="en-US" sz="2000" dirty="0">
                <a:solidFill>
                  <a:srgbClr val="000000"/>
                </a:solidFill>
                <a:latin typeface="Verdana" panose="020B0604030504040204" pitchFamily="34" charset="0"/>
              </a:rPr>
              <a:t> IDES</a:t>
            </a:r>
            <a:endParaRPr lang="en-US" sz="2000" b="0" i="0" dirty="0">
              <a:solidFill>
                <a:srgbClr val="000000"/>
              </a:solidFill>
              <a:effectLst/>
              <a:latin typeface="Verdana" panose="020B0604030504040204" pitchFamily="34" charset="0"/>
            </a:endParaRPr>
          </a:p>
          <a:p>
            <a:pPr marL="0" indent="0" algn="l">
              <a:buNone/>
            </a:pPr>
            <a:endParaRPr lang="en-US" sz="2000" b="0" i="0" dirty="0">
              <a:solidFill>
                <a:srgbClr val="000000"/>
              </a:solidFill>
              <a:effectLst/>
              <a:latin typeface="Verdana" panose="020B0604030504040204" pitchFamily="34" charset="0"/>
            </a:endParaRPr>
          </a:p>
        </p:txBody>
      </p:sp>
      <p:pic>
        <p:nvPicPr>
          <p:cNvPr id="7" name="Picture 6" descr="A screenshot of a cell phone&#10;&#10;Description automatically generated with low confidence">
            <a:extLst>
              <a:ext uri="{FF2B5EF4-FFF2-40B4-BE49-F238E27FC236}">
                <a16:creationId xmlns:a16="http://schemas.microsoft.com/office/drawing/2014/main" id="{8963517C-478C-DB5A-5B9E-56C4CBD3BD23}"/>
              </a:ext>
            </a:extLst>
          </p:cNvPr>
          <p:cNvPicPr>
            <a:picLocks noChangeAspect="1"/>
          </p:cNvPicPr>
          <p:nvPr/>
        </p:nvPicPr>
        <p:blipFill>
          <a:blip r:embed="rId4"/>
          <a:stretch>
            <a:fillRect/>
          </a:stretch>
        </p:blipFill>
        <p:spPr>
          <a:xfrm>
            <a:off x="8241978" y="2156789"/>
            <a:ext cx="3424630" cy="3001622"/>
          </a:xfrm>
          <a:prstGeom prst="rect">
            <a:avLst/>
          </a:prstGeom>
        </p:spPr>
      </p:pic>
    </p:spTree>
    <p:extLst>
      <p:ext uri="{BB962C8B-B14F-4D97-AF65-F5344CB8AC3E}">
        <p14:creationId xmlns:p14="http://schemas.microsoft.com/office/powerpoint/2010/main" val="1261681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9237" y="33130"/>
            <a:ext cx="1492328" cy="384721"/>
          </a:xfrm>
        </p:spPr>
        <p:txBody>
          <a:bodyPr/>
          <a:lstStyle/>
          <a:p>
            <a:pPr algn="l"/>
            <a:r>
              <a:rPr lang="en-US" sz="2500" b="0" i="0" dirty="0">
                <a:solidFill>
                  <a:srgbClr val="000000"/>
                </a:solidFill>
                <a:effectLst/>
                <a:latin typeface="Segoe UI" panose="020B0502040204020203" pitchFamily="34" charset="0"/>
              </a:rPr>
              <a:t>HTML</a:t>
            </a:r>
          </a:p>
        </p:txBody>
      </p:sp>
      <p:sp>
        <p:nvSpPr>
          <p:cNvPr id="2" name="Title 16">
            <a:extLst>
              <a:ext uri="{FF2B5EF4-FFF2-40B4-BE49-F238E27FC236}">
                <a16:creationId xmlns:a16="http://schemas.microsoft.com/office/drawing/2014/main" id="{844E01E1-3405-9153-563F-23DD2AB8CCFB}"/>
              </a:ext>
            </a:extLst>
          </p:cNvPr>
          <p:cNvSpPr txBox="1">
            <a:spLocks/>
          </p:cNvSpPr>
          <p:nvPr/>
        </p:nvSpPr>
        <p:spPr>
          <a:xfrm>
            <a:off x="648088" y="49324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What is an HTML Element?</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0658243" cy="677108"/>
          </a:xfrm>
        </p:spPr>
        <p:txBody>
          <a:bodyPr/>
          <a:lstStyle/>
          <a:p>
            <a:pPr marL="0" indent="0" algn="l">
              <a:buNone/>
            </a:pPr>
            <a:r>
              <a:rPr lang="en-US" sz="2000" b="0" i="0" dirty="0">
                <a:solidFill>
                  <a:srgbClr val="000000"/>
                </a:solidFill>
                <a:effectLst/>
                <a:latin typeface="Verdana" panose="020B0604030504040204" pitchFamily="34" charset="0"/>
              </a:rPr>
              <a:t>An HTML element is defined by a start tag, some content, and an end tag:</a:t>
            </a:r>
          </a:p>
          <a:p>
            <a:pPr marL="0" indent="0" algn="l">
              <a:buNone/>
            </a:pPr>
            <a:r>
              <a:rPr lang="en-US" sz="2000" b="0" i="0" dirty="0">
                <a:solidFill>
                  <a:srgbClr val="7030A0"/>
                </a:solidFill>
                <a:effectLst/>
                <a:latin typeface="Verdana" panose="020B0604030504040204" pitchFamily="34" charset="0"/>
              </a:rPr>
              <a:t>&lt;</a:t>
            </a:r>
            <a:r>
              <a:rPr lang="en-US" sz="2000" b="0" i="0" dirty="0" err="1">
                <a:solidFill>
                  <a:srgbClr val="7030A0"/>
                </a:solidFill>
                <a:effectLst/>
                <a:latin typeface="Verdana" panose="020B0604030504040204" pitchFamily="34" charset="0"/>
              </a:rPr>
              <a:t>tagname</a:t>
            </a:r>
            <a:r>
              <a:rPr lang="en-US" sz="2000" b="0" i="0" dirty="0">
                <a:solidFill>
                  <a:srgbClr val="7030A0"/>
                </a:solidFill>
                <a:effectLst/>
                <a:latin typeface="Verdana" panose="020B0604030504040204" pitchFamily="34" charset="0"/>
              </a:rPr>
              <a:t>&gt; </a:t>
            </a:r>
            <a:r>
              <a:rPr lang="en-US" sz="2000" b="0" i="0" dirty="0">
                <a:solidFill>
                  <a:srgbClr val="000000"/>
                </a:solidFill>
                <a:effectLst/>
                <a:latin typeface="Verdana" panose="020B0604030504040204" pitchFamily="34" charset="0"/>
              </a:rPr>
              <a:t>Content goes here... </a:t>
            </a:r>
            <a:r>
              <a:rPr lang="en-US" sz="2000" b="0" i="0" dirty="0">
                <a:solidFill>
                  <a:srgbClr val="7030A0"/>
                </a:solidFill>
                <a:effectLst/>
                <a:latin typeface="Verdana" panose="020B0604030504040204" pitchFamily="34" charset="0"/>
              </a:rPr>
              <a:t>&lt;/</a:t>
            </a:r>
            <a:r>
              <a:rPr lang="en-US" sz="2000" b="0" i="0" dirty="0" err="1">
                <a:solidFill>
                  <a:srgbClr val="7030A0"/>
                </a:solidFill>
                <a:effectLst/>
                <a:latin typeface="Verdana" panose="020B0604030504040204" pitchFamily="34" charset="0"/>
              </a:rPr>
              <a:t>tagname</a:t>
            </a:r>
            <a:r>
              <a:rPr lang="en-US" sz="2000" b="0" i="0" dirty="0">
                <a:solidFill>
                  <a:srgbClr val="7030A0"/>
                </a:solidFill>
                <a:effectLst/>
                <a:latin typeface="Verdana" panose="020B0604030504040204" pitchFamily="34" charset="0"/>
              </a:rPr>
              <a:t>&gt;</a:t>
            </a:r>
          </a:p>
        </p:txBody>
      </p:sp>
      <p:graphicFrame>
        <p:nvGraphicFramePr>
          <p:cNvPr id="6" name="Table 6">
            <a:extLst>
              <a:ext uri="{FF2B5EF4-FFF2-40B4-BE49-F238E27FC236}">
                <a16:creationId xmlns:a16="http://schemas.microsoft.com/office/drawing/2014/main" id="{DB657481-6C84-6AE6-F973-F4571AA9D728}"/>
              </a:ext>
            </a:extLst>
          </p:cNvPr>
          <p:cNvGraphicFramePr>
            <a:graphicFrameLocks noGrp="1"/>
          </p:cNvGraphicFramePr>
          <p:nvPr>
            <p:extLst>
              <p:ext uri="{D42A27DB-BD31-4B8C-83A1-F6EECF244321}">
                <p14:modId xmlns:p14="http://schemas.microsoft.com/office/powerpoint/2010/main" val="2856288577"/>
              </p:ext>
            </p:extLst>
          </p:nvPr>
        </p:nvGraphicFramePr>
        <p:xfrm>
          <a:off x="648088" y="2457664"/>
          <a:ext cx="8127999" cy="1483360"/>
        </p:xfrm>
        <a:graphic>
          <a:graphicData uri="http://schemas.openxmlformats.org/drawingml/2006/table">
            <a:tbl>
              <a:tblPr firstRow="1" bandRow="1">
                <a:tableStyleId>{F5AB1C69-6EDB-4FF4-983F-18BD219EF322}</a:tableStyleId>
              </a:tblPr>
              <a:tblGrid>
                <a:gridCol w="2709333">
                  <a:extLst>
                    <a:ext uri="{9D8B030D-6E8A-4147-A177-3AD203B41FA5}">
                      <a16:colId xmlns:a16="http://schemas.microsoft.com/office/drawing/2014/main" val="3506196825"/>
                    </a:ext>
                  </a:extLst>
                </a:gridCol>
                <a:gridCol w="2709333">
                  <a:extLst>
                    <a:ext uri="{9D8B030D-6E8A-4147-A177-3AD203B41FA5}">
                      <a16:colId xmlns:a16="http://schemas.microsoft.com/office/drawing/2014/main" val="3720585646"/>
                    </a:ext>
                  </a:extLst>
                </a:gridCol>
                <a:gridCol w="2709333">
                  <a:extLst>
                    <a:ext uri="{9D8B030D-6E8A-4147-A177-3AD203B41FA5}">
                      <a16:colId xmlns:a16="http://schemas.microsoft.com/office/drawing/2014/main" val="2514590035"/>
                    </a:ext>
                  </a:extLst>
                </a:gridCol>
              </a:tblGrid>
              <a:tr h="370840">
                <a:tc>
                  <a:txBody>
                    <a:bodyPr/>
                    <a:lstStyle/>
                    <a:p>
                      <a:r>
                        <a:rPr lang="en-US" dirty="0"/>
                        <a:t>Start tag</a:t>
                      </a: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dirty="0"/>
                        <a:t>Element content</a:t>
                      </a: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dirty="0"/>
                        <a:t>End tag</a:t>
                      </a:r>
                    </a:p>
                  </a:txBody>
                  <a:tcPr/>
                </a:tc>
                <a:extLst>
                  <a:ext uri="{0D108BD9-81ED-4DB2-BD59-A6C34878D82A}">
                    <a16:rowId xmlns:a16="http://schemas.microsoft.com/office/drawing/2014/main" val="3968659587"/>
                  </a:ext>
                </a:extLst>
              </a:tr>
              <a:tr h="370840">
                <a:tc>
                  <a:txBody>
                    <a:bodyPr/>
                    <a:lstStyle/>
                    <a:p>
                      <a:r>
                        <a:rPr lang="en-US" dirty="0"/>
                        <a:t>&lt;h1&gt;</a:t>
                      </a:r>
                    </a:p>
                  </a:txBody>
                  <a:tcPr/>
                </a:tc>
                <a:tc>
                  <a:txBody>
                    <a:bodyPr/>
                    <a:lstStyle/>
                    <a:p>
                      <a:r>
                        <a:rPr lang="en-US" dirty="0"/>
                        <a:t>My first heading</a:t>
                      </a:r>
                    </a:p>
                  </a:txBody>
                  <a:tcPr/>
                </a:tc>
                <a:tc>
                  <a:txBody>
                    <a:bodyPr/>
                    <a:lstStyle/>
                    <a:p>
                      <a:r>
                        <a:rPr lang="en-US" dirty="0"/>
                        <a:t>&lt;/h1&gt;</a:t>
                      </a:r>
                    </a:p>
                  </a:txBody>
                  <a:tcPr/>
                </a:tc>
                <a:extLst>
                  <a:ext uri="{0D108BD9-81ED-4DB2-BD59-A6C34878D82A}">
                    <a16:rowId xmlns:a16="http://schemas.microsoft.com/office/drawing/2014/main" val="624092211"/>
                  </a:ext>
                </a:extLst>
              </a:tr>
              <a:tr h="370840">
                <a:tc>
                  <a:txBody>
                    <a:bodyPr/>
                    <a:lstStyle/>
                    <a:p>
                      <a:r>
                        <a:rPr lang="en-US" dirty="0"/>
                        <a:t>&lt;p&gt;</a:t>
                      </a:r>
                    </a:p>
                  </a:txBody>
                  <a:tcPr/>
                </a:tc>
                <a:tc>
                  <a:txBody>
                    <a:bodyPr/>
                    <a:lstStyle/>
                    <a:p>
                      <a:r>
                        <a:rPr lang="en-US" dirty="0"/>
                        <a:t>My first paragraph</a:t>
                      </a:r>
                    </a:p>
                  </a:txBody>
                  <a:tcPr/>
                </a:tc>
                <a:tc>
                  <a:txBody>
                    <a:bodyPr/>
                    <a:lstStyle/>
                    <a:p>
                      <a:r>
                        <a:rPr lang="en-US" dirty="0"/>
                        <a:t>&lt;p/&gt;</a:t>
                      </a:r>
                    </a:p>
                  </a:txBody>
                  <a:tcPr/>
                </a:tc>
                <a:extLst>
                  <a:ext uri="{0D108BD9-81ED-4DB2-BD59-A6C34878D82A}">
                    <a16:rowId xmlns:a16="http://schemas.microsoft.com/office/drawing/2014/main" val="848328420"/>
                  </a:ext>
                </a:extLst>
              </a:tr>
              <a:tr h="370840">
                <a:tc>
                  <a:txBody>
                    <a:bodyPr/>
                    <a:lstStyle/>
                    <a:p>
                      <a:r>
                        <a:rPr lang="en-US" dirty="0"/>
                        <a:t>&lt;</a:t>
                      </a:r>
                      <a:r>
                        <a:rPr lang="en-US" dirty="0" err="1"/>
                        <a:t>br</a:t>
                      </a:r>
                      <a:r>
                        <a:rPr lang="en-US" dirty="0"/>
                        <a:t>&gt;</a:t>
                      </a:r>
                    </a:p>
                  </a:txBody>
                  <a:tcPr/>
                </a:tc>
                <a:tc>
                  <a:txBody>
                    <a:bodyPr/>
                    <a:lstStyle/>
                    <a:p>
                      <a:r>
                        <a:rPr lang="en-US" dirty="0"/>
                        <a:t>none</a:t>
                      </a:r>
                    </a:p>
                  </a:txBody>
                  <a:tcPr/>
                </a:tc>
                <a:tc>
                  <a:txBody>
                    <a:bodyPr/>
                    <a:lstStyle/>
                    <a:p>
                      <a:r>
                        <a:rPr lang="en-US" dirty="0"/>
                        <a:t>none</a:t>
                      </a:r>
                    </a:p>
                  </a:txBody>
                  <a:tcPr/>
                </a:tc>
                <a:extLst>
                  <a:ext uri="{0D108BD9-81ED-4DB2-BD59-A6C34878D82A}">
                    <a16:rowId xmlns:a16="http://schemas.microsoft.com/office/drawing/2014/main" val="788458235"/>
                  </a:ext>
                </a:extLst>
              </a:tr>
            </a:tbl>
          </a:graphicData>
        </a:graphic>
      </p:graphicFrame>
      <p:sp>
        <p:nvSpPr>
          <p:cNvPr id="7" name="Text Placeholder 5">
            <a:extLst>
              <a:ext uri="{FF2B5EF4-FFF2-40B4-BE49-F238E27FC236}">
                <a16:creationId xmlns:a16="http://schemas.microsoft.com/office/drawing/2014/main" id="{7424FEA2-37AE-6643-98BC-E2D196ED9BCF}"/>
              </a:ext>
            </a:extLst>
          </p:cNvPr>
          <p:cNvSpPr txBox="1">
            <a:spLocks/>
          </p:cNvSpPr>
          <p:nvPr/>
        </p:nvSpPr>
        <p:spPr>
          <a:xfrm>
            <a:off x="256745" y="4783607"/>
            <a:ext cx="10658243" cy="61555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rgbClr val="000000"/>
                </a:solidFill>
                <a:highlight>
                  <a:srgbClr val="FFFF00"/>
                </a:highlight>
                <a:latin typeface="Verdana" panose="020B0604030504040204" pitchFamily="34" charset="0"/>
              </a:rPr>
              <a:t>Note: Some HTML elements have no content (like the &lt;</a:t>
            </a:r>
            <a:r>
              <a:rPr lang="en-US" sz="2000" dirty="0" err="1">
                <a:solidFill>
                  <a:srgbClr val="000000"/>
                </a:solidFill>
                <a:highlight>
                  <a:srgbClr val="FFFF00"/>
                </a:highlight>
                <a:latin typeface="Verdana" panose="020B0604030504040204" pitchFamily="34" charset="0"/>
              </a:rPr>
              <a:t>br</a:t>
            </a:r>
            <a:r>
              <a:rPr lang="en-US" sz="2000" dirty="0">
                <a:solidFill>
                  <a:srgbClr val="000000"/>
                </a:solidFill>
                <a:highlight>
                  <a:srgbClr val="FFFF00"/>
                </a:highlight>
                <a:latin typeface="Verdana" panose="020B0604030504040204" pitchFamily="34" charset="0"/>
              </a:rPr>
              <a:t>&gt; element). These elements are called empty elements. Empty elements do not have an end tag!</a:t>
            </a:r>
            <a:endParaRPr lang="en-US" sz="2000" dirty="0">
              <a:solidFill>
                <a:srgbClr val="7030A0"/>
              </a:solidFill>
              <a:highlight>
                <a:srgbClr val="FFFF00"/>
              </a:highlight>
              <a:latin typeface="Verdana" panose="020B0604030504040204" pitchFamily="34" charset="0"/>
            </a:endParaRPr>
          </a:p>
        </p:txBody>
      </p:sp>
    </p:spTree>
    <p:extLst>
      <p:ext uri="{BB962C8B-B14F-4D97-AF65-F5344CB8AC3E}">
        <p14:creationId xmlns:p14="http://schemas.microsoft.com/office/powerpoint/2010/main" val="2559683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9237" y="33130"/>
            <a:ext cx="1492328" cy="384721"/>
          </a:xfrm>
        </p:spPr>
        <p:txBody>
          <a:bodyPr/>
          <a:lstStyle/>
          <a:p>
            <a:pPr algn="l"/>
            <a:r>
              <a:rPr lang="en-US" sz="2500" b="0" i="0" dirty="0">
                <a:solidFill>
                  <a:srgbClr val="000000"/>
                </a:solidFill>
                <a:effectLst/>
                <a:latin typeface="Segoe UI" panose="020B0502040204020203" pitchFamily="34" charset="0"/>
              </a:rPr>
              <a:t>HTML</a:t>
            </a:r>
          </a:p>
        </p:txBody>
      </p:sp>
      <p:sp>
        <p:nvSpPr>
          <p:cNvPr id="2" name="Title 16">
            <a:extLst>
              <a:ext uri="{FF2B5EF4-FFF2-40B4-BE49-F238E27FC236}">
                <a16:creationId xmlns:a16="http://schemas.microsoft.com/office/drawing/2014/main" id="{844E01E1-3405-9153-563F-23DD2AB8CCFB}"/>
              </a:ext>
            </a:extLst>
          </p:cNvPr>
          <p:cNvSpPr txBox="1">
            <a:spLocks/>
          </p:cNvSpPr>
          <p:nvPr/>
        </p:nvSpPr>
        <p:spPr>
          <a:xfrm>
            <a:off x="648088" y="49324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What is an HTML Attribute?</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0658243" cy="1923189"/>
          </a:xfrm>
        </p:spPr>
        <p:txBody>
          <a:bodyPr/>
          <a:lstStyle/>
          <a:p>
            <a:pPr marL="0" indent="0" algn="l">
              <a:buNone/>
            </a:pPr>
            <a:r>
              <a:rPr lang="en-US" sz="2000" b="0" i="0" dirty="0">
                <a:solidFill>
                  <a:srgbClr val="000000"/>
                </a:solidFill>
                <a:effectLst/>
                <a:latin typeface="Verdana" panose="020B0604030504040204" pitchFamily="34" charset="0"/>
              </a:rPr>
              <a:t>HTML attributes provide additional information about HTML elements.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All HTML elements can have </a:t>
            </a:r>
            <a:r>
              <a:rPr lang="en-US" sz="2000" b="1" i="0" dirty="0">
                <a:solidFill>
                  <a:srgbClr val="000000"/>
                </a:solidFill>
                <a:effectLst/>
                <a:latin typeface="Verdana" panose="020B0604030504040204" pitchFamily="34" charset="0"/>
              </a:rPr>
              <a:t>attributes</a:t>
            </a:r>
            <a:endParaRPr lang="en-US" sz="2000" b="0" i="0" dirty="0">
              <a:solidFill>
                <a:srgbClr val="000000"/>
              </a:solidFill>
              <a:effectLst/>
              <a:latin typeface="Verdana" panose="020B0604030504040204" pitchFamily="34" charset="0"/>
            </a:endParaRPr>
          </a:p>
          <a:p>
            <a:pPr algn="l">
              <a:buFont typeface="Arial" panose="020B0604020202020204" pitchFamily="34" charset="0"/>
              <a:buChar char="•"/>
            </a:pPr>
            <a:r>
              <a:rPr lang="en-US" sz="2000" b="0" i="0" dirty="0">
                <a:solidFill>
                  <a:srgbClr val="000000"/>
                </a:solidFill>
                <a:effectLst/>
                <a:latin typeface="Verdana" panose="020B0604030504040204" pitchFamily="34" charset="0"/>
              </a:rPr>
              <a:t>Attributes provide </a:t>
            </a:r>
            <a:r>
              <a:rPr lang="en-US" sz="2000" b="1" i="0" dirty="0">
                <a:solidFill>
                  <a:srgbClr val="000000"/>
                </a:solidFill>
                <a:effectLst/>
                <a:latin typeface="Verdana" panose="020B0604030504040204" pitchFamily="34" charset="0"/>
              </a:rPr>
              <a:t>additional information</a:t>
            </a:r>
            <a:r>
              <a:rPr lang="en-US" sz="2000" b="0" i="0" dirty="0">
                <a:solidFill>
                  <a:srgbClr val="000000"/>
                </a:solidFill>
                <a:effectLst/>
                <a:latin typeface="Verdana" panose="020B0604030504040204" pitchFamily="34" charset="0"/>
              </a:rPr>
              <a:t> about elements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Attributes are always specified in </a:t>
            </a:r>
            <a:r>
              <a:rPr lang="en-US" sz="2000" b="1" i="0" dirty="0">
                <a:solidFill>
                  <a:srgbClr val="000000"/>
                </a:solidFill>
                <a:effectLst/>
                <a:latin typeface="Verdana" panose="020B0604030504040204" pitchFamily="34" charset="0"/>
              </a:rPr>
              <a:t>the start tag</a:t>
            </a:r>
            <a:endParaRPr lang="en-US" sz="2000" b="0" i="0" dirty="0">
              <a:solidFill>
                <a:srgbClr val="000000"/>
              </a:solidFill>
              <a:effectLst/>
              <a:latin typeface="Verdana" panose="020B0604030504040204" pitchFamily="34" charset="0"/>
            </a:endParaRPr>
          </a:p>
          <a:p>
            <a:pPr algn="l">
              <a:buFont typeface="Arial" panose="020B0604020202020204" pitchFamily="34" charset="0"/>
              <a:buChar char="•"/>
            </a:pPr>
            <a:r>
              <a:rPr lang="en-US" sz="2000" b="0" i="0" dirty="0">
                <a:solidFill>
                  <a:srgbClr val="000000"/>
                </a:solidFill>
                <a:effectLst/>
                <a:latin typeface="Verdana" panose="020B0604030504040204" pitchFamily="34" charset="0"/>
              </a:rPr>
              <a:t>Attributes usually come in name/value pairs like: </a:t>
            </a:r>
            <a:r>
              <a:rPr lang="en-US" sz="2000" b="1" i="0" dirty="0">
                <a:solidFill>
                  <a:srgbClr val="000000"/>
                </a:solidFill>
                <a:effectLst/>
                <a:latin typeface="Verdana" panose="020B0604030504040204" pitchFamily="34" charset="0"/>
              </a:rPr>
              <a:t>name="value"</a:t>
            </a:r>
            <a:endParaRPr lang="en-US" sz="2000" b="0" i="0" dirty="0">
              <a:solidFill>
                <a:srgbClr val="000000"/>
              </a:solidFill>
              <a:effectLst/>
              <a:latin typeface="Verdana" panose="020B0604030504040204" pitchFamily="34" charset="0"/>
            </a:endParaRPr>
          </a:p>
          <a:p>
            <a:pPr marL="0" indent="0" algn="l">
              <a:buNone/>
            </a:pPr>
            <a:endParaRPr lang="en-US" sz="2000" b="0" i="0" dirty="0">
              <a:solidFill>
                <a:srgbClr val="7030A0"/>
              </a:solidFill>
              <a:effectLst/>
              <a:latin typeface="Verdana" panose="020B0604030504040204" pitchFamily="34" charset="0"/>
            </a:endParaRPr>
          </a:p>
        </p:txBody>
      </p:sp>
      <p:sp>
        <p:nvSpPr>
          <p:cNvPr id="8" name="Title 16">
            <a:extLst>
              <a:ext uri="{FF2B5EF4-FFF2-40B4-BE49-F238E27FC236}">
                <a16:creationId xmlns:a16="http://schemas.microsoft.com/office/drawing/2014/main" id="{7C21846C-9D56-D077-3858-95E28E0F82E7}"/>
              </a:ext>
            </a:extLst>
          </p:cNvPr>
          <p:cNvSpPr txBox="1">
            <a:spLocks/>
          </p:cNvSpPr>
          <p:nvPr/>
        </p:nvSpPr>
        <p:spPr>
          <a:xfrm>
            <a:off x="256745" y="3165427"/>
            <a:ext cx="8582455" cy="2769989"/>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Examples?</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a:t>
            </a:r>
            <a:r>
              <a:rPr lang="en-US" sz="2000" b="0" i="0" dirty="0" err="1">
                <a:solidFill>
                  <a:srgbClr val="0078D4"/>
                </a:solidFill>
                <a:effectLst/>
                <a:latin typeface="Segoe UI" panose="020B0502040204020203" pitchFamily="34" charset="0"/>
              </a:rPr>
              <a:t>href</a:t>
            </a:r>
            <a:r>
              <a:rPr lang="en-US" sz="2000" b="0" i="0" dirty="0">
                <a:solidFill>
                  <a:srgbClr val="0078D4"/>
                </a:solidFill>
                <a:effectLst/>
                <a:latin typeface="Segoe UI" panose="020B0502040204020203" pitchFamily="34" charset="0"/>
              </a:rPr>
              <a:t> attribute of &lt;a&gt; specifies the URL of the page the link goes to</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a:t>
            </a:r>
            <a:r>
              <a:rPr lang="en-US" sz="2000" b="0" i="0" dirty="0" err="1">
                <a:solidFill>
                  <a:srgbClr val="0078D4"/>
                </a:solidFill>
                <a:effectLst/>
                <a:latin typeface="Segoe UI" panose="020B0502040204020203" pitchFamily="34" charset="0"/>
              </a:rPr>
              <a:t>src</a:t>
            </a:r>
            <a:r>
              <a:rPr lang="en-US" sz="2000" b="0" i="0" dirty="0">
                <a:solidFill>
                  <a:srgbClr val="0078D4"/>
                </a:solidFill>
                <a:effectLst/>
                <a:latin typeface="Segoe UI" panose="020B0502040204020203" pitchFamily="34" charset="0"/>
              </a:rPr>
              <a:t> attribute of &lt;</a:t>
            </a:r>
            <a:r>
              <a:rPr lang="en-US" sz="2000" b="0" i="0" dirty="0" err="1">
                <a:solidFill>
                  <a:srgbClr val="0078D4"/>
                </a:solidFill>
                <a:effectLst/>
                <a:latin typeface="Segoe UI" panose="020B0502040204020203" pitchFamily="34" charset="0"/>
              </a:rPr>
              <a:t>img</a:t>
            </a:r>
            <a:r>
              <a:rPr lang="en-US" sz="2000" b="0" i="0" dirty="0">
                <a:solidFill>
                  <a:srgbClr val="0078D4"/>
                </a:solidFill>
                <a:effectLst/>
                <a:latin typeface="Segoe UI" panose="020B0502040204020203" pitchFamily="34" charset="0"/>
              </a:rPr>
              <a:t>&gt; specifies the path to the image to be displayed</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width and height attributes of &lt;</a:t>
            </a:r>
            <a:r>
              <a:rPr lang="en-US" sz="2000" b="0" i="0" dirty="0" err="1">
                <a:solidFill>
                  <a:srgbClr val="0078D4"/>
                </a:solidFill>
                <a:effectLst/>
                <a:latin typeface="Segoe UI" panose="020B0502040204020203" pitchFamily="34" charset="0"/>
              </a:rPr>
              <a:t>img</a:t>
            </a:r>
            <a:r>
              <a:rPr lang="en-US" sz="2000" b="0" i="0" dirty="0">
                <a:solidFill>
                  <a:srgbClr val="0078D4"/>
                </a:solidFill>
                <a:effectLst/>
                <a:latin typeface="Segoe UI" panose="020B0502040204020203" pitchFamily="34" charset="0"/>
              </a:rPr>
              <a:t>&gt; provide size information for images</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alt attribute of &lt;</a:t>
            </a:r>
            <a:r>
              <a:rPr lang="en-US" sz="2000" b="0" i="0" dirty="0" err="1">
                <a:solidFill>
                  <a:srgbClr val="0078D4"/>
                </a:solidFill>
                <a:effectLst/>
                <a:latin typeface="Segoe UI" panose="020B0502040204020203" pitchFamily="34" charset="0"/>
              </a:rPr>
              <a:t>img</a:t>
            </a:r>
            <a:r>
              <a:rPr lang="en-US" sz="2000" b="0" i="0" dirty="0">
                <a:solidFill>
                  <a:srgbClr val="0078D4"/>
                </a:solidFill>
                <a:effectLst/>
                <a:latin typeface="Segoe UI" panose="020B0502040204020203" pitchFamily="34" charset="0"/>
              </a:rPr>
              <a:t>&gt; provides an alternate text for an image</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style attribute is used to add styles to an element, such as color, font, size, and more</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lang attribute of the &lt;html&gt; tag declares the language of the Web page</a:t>
            </a:r>
          </a:p>
          <a:p>
            <a:pPr marL="342900" indent="-342900" algn="l">
              <a:buFont typeface="Arial" panose="020B0604020202020204" pitchFamily="34" charset="0"/>
              <a:buChar char="•"/>
            </a:pPr>
            <a:r>
              <a:rPr lang="en-US" sz="2000" b="0" i="0" dirty="0">
                <a:solidFill>
                  <a:srgbClr val="0078D4"/>
                </a:solidFill>
                <a:effectLst/>
                <a:latin typeface="Segoe UI" panose="020B0502040204020203" pitchFamily="34" charset="0"/>
              </a:rPr>
              <a:t>The title attribute defines some extra information about an element</a:t>
            </a:r>
          </a:p>
        </p:txBody>
      </p:sp>
    </p:spTree>
    <p:extLst>
      <p:ext uri="{BB962C8B-B14F-4D97-AF65-F5344CB8AC3E}">
        <p14:creationId xmlns:p14="http://schemas.microsoft.com/office/powerpoint/2010/main" val="1467867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Elements?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575542"/>
          </a:xfrm>
        </p:spPr>
        <p:txBody>
          <a:bodyPr/>
          <a:lstStyle/>
          <a:p>
            <a:pPr marL="0" indent="0" algn="l">
              <a:buNone/>
            </a:pPr>
            <a:r>
              <a:rPr lang="en-US" sz="1700" b="0" i="0" dirty="0">
                <a:solidFill>
                  <a:srgbClr val="000000"/>
                </a:solidFill>
                <a:effectLst/>
                <a:latin typeface="Verdana" panose="020B0604030504040204" pitchFamily="34" charset="0"/>
              </a:rPr>
              <a:t>HTML headings are defined with the &lt;h1&gt; to &lt;h6&gt; tags.</a:t>
            </a:r>
          </a:p>
          <a:p>
            <a:pPr marL="0" indent="0" algn="l">
              <a:buNone/>
            </a:pPr>
            <a:r>
              <a:rPr lang="en-US" sz="1700" b="0" i="0" dirty="0">
                <a:solidFill>
                  <a:srgbClr val="000000"/>
                </a:solidFill>
                <a:effectLst/>
                <a:latin typeface="Verdana" panose="020B0604030504040204" pitchFamily="34" charset="0"/>
              </a:rPr>
              <a:t>&lt;h1&gt; defines the most important heading. &lt;h6&gt; defines the least important heading:</a:t>
            </a:r>
          </a:p>
        </p:txBody>
      </p:sp>
      <p:sp>
        <p:nvSpPr>
          <p:cNvPr id="8" name="Title 16">
            <a:extLst>
              <a:ext uri="{FF2B5EF4-FFF2-40B4-BE49-F238E27FC236}">
                <a16:creationId xmlns:a16="http://schemas.microsoft.com/office/drawing/2014/main" id="{3EE52FE8-EE1A-E08B-52A1-B5EF4450CCC0}"/>
              </a:ext>
            </a:extLst>
          </p:cNvPr>
          <p:cNvSpPr txBox="1">
            <a:spLocks/>
          </p:cNvSpPr>
          <p:nvPr/>
        </p:nvSpPr>
        <p:spPr>
          <a:xfrm>
            <a:off x="455932" y="474982"/>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Headings?</a:t>
            </a:r>
          </a:p>
        </p:txBody>
      </p:sp>
      <p:pic>
        <p:nvPicPr>
          <p:cNvPr id="13" name="Picture 12" descr="Text&#10;&#10;Description automatically generated with medium confidence">
            <a:extLst>
              <a:ext uri="{FF2B5EF4-FFF2-40B4-BE49-F238E27FC236}">
                <a16:creationId xmlns:a16="http://schemas.microsoft.com/office/drawing/2014/main" id="{308EA7AD-AEAB-2D15-87D6-155DCDCFD6AE}"/>
              </a:ext>
            </a:extLst>
          </p:cNvPr>
          <p:cNvPicPr>
            <a:picLocks noChangeAspect="1"/>
          </p:cNvPicPr>
          <p:nvPr/>
        </p:nvPicPr>
        <p:blipFill>
          <a:blip r:embed="rId4"/>
          <a:stretch>
            <a:fillRect/>
          </a:stretch>
        </p:blipFill>
        <p:spPr>
          <a:xfrm>
            <a:off x="455932" y="1739517"/>
            <a:ext cx="5211226" cy="963926"/>
          </a:xfrm>
          <a:prstGeom prst="rect">
            <a:avLst/>
          </a:prstGeom>
        </p:spPr>
      </p:pic>
      <p:sp>
        <p:nvSpPr>
          <p:cNvPr id="14" name="Text Placeholder 5">
            <a:extLst>
              <a:ext uri="{FF2B5EF4-FFF2-40B4-BE49-F238E27FC236}">
                <a16:creationId xmlns:a16="http://schemas.microsoft.com/office/drawing/2014/main" id="{C5B5BBC3-86F1-D0B0-6532-CE5A5EB93E11}"/>
              </a:ext>
            </a:extLst>
          </p:cNvPr>
          <p:cNvSpPr txBox="1">
            <a:spLocks/>
          </p:cNvSpPr>
          <p:nvPr/>
        </p:nvSpPr>
        <p:spPr>
          <a:xfrm>
            <a:off x="256745" y="4740322"/>
            <a:ext cx="11179881" cy="57554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HTML images are defined with the &lt;</a:t>
            </a:r>
            <a:r>
              <a:rPr lang="en-US" sz="1700" dirty="0" err="1">
                <a:solidFill>
                  <a:srgbClr val="000000"/>
                </a:solidFill>
                <a:latin typeface="Verdana" panose="020B0604030504040204" pitchFamily="34" charset="0"/>
              </a:rPr>
              <a:t>img</a:t>
            </a:r>
            <a:r>
              <a:rPr lang="en-US" sz="1700" dirty="0">
                <a:solidFill>
                  <a:srgbClr val="000000"/>
                </a:solidFill>
                <a:latin typeface="Verdana" panose="020B0604030504040204" pitchFamily="34" charset="0"/>
              </a:rPr>
              <a:t>&gt; tag.</a:t>
            </a:r>
          </a:p>
          <a:p>
            <a:pPr marL="0" indent="0">
              <a:buFont typeface="Wingdings" panose="05000000000000000000" pitchFamily="2" charset="2"/>
              <a:buNone/>
            </a:pPr>
            <a:r>
              <a:rPr lang="en-US" sz="1700" dirty="0">
                <a:solidFill>
                  <a:srgbClr val="000000"/>
                </a:solidFill>
                <a:latin typeface="Verdana" panose="020B0604030504040204" pitchFamily="34" charset="0"/>
              </a:rPr>
              <a:t>The source file (</a:t>
            </a:r>
            <a:r>
              <a:rPr lang="en-US" sz="1700" dirty="0" err="1">
                <a:solidFill>
                  <a:srgbClr val="000000"/>
                </a:solidFill>
                <a:latin typeface="Verdana" panose="020B0604030504040204" pitchFamily="34" charset="0"/>
              </a:rPr>
              <a:t>src</a:t>
            </a:r>
            <a:r>
              <a:rPr lang="en-US" sz="1700" dirty="0">
                <a:solidFill>
                  <a:srgbClr val="000000"/>
                </a:solidFill>
                <a:latin typeface="Verdana" panose="020B0604030504040204" pitchFamily="34" charset="0"/>
              </a:rPr>
              <a:t>), alternative text (alt), width, and height are provided as attributes:</a:t>
            </a:r>
          </a:p>
        </p:txBody>
      </p:sp>
      <p:sp>
        <p:nvSpPr>
          <p:cNvPr id="15" name="Title 16">
            <a:extLst>
              <a:ext uri="{FF2B5EF4-FFF2-40B4-BE49-F238E27FC236}">
                <a16:creationId xmlns:a16="http://schemas.microsoft.com/office/drawing/2014/main" id="{FF1384A2-4505-97E5-FB26-237F2131A3EF}"/>
              </a:ext>
            </a:extLst>
          </p:cNvPr>
          <p:cNvSpPr txBox="1">
            <a:spLocks/>
          </p:cNvSpPr>
          <p:nvPr/>
        </p:nvSpPr>
        <p:spPr>
          <a:xfrm>
            <a:off x="455932" y="2838251"/>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Links?</a:t>
            </a:r>
          </a:p>
        </p:txBody>
      </p:sp>
      <p:pic>
        <p:nvPicPr>
          <p:cNvPr id="19" name="Picture 18">
            <a:extLst>
              <a:ext uri="{FF2B5EF4-FFF2-40B4-BE49-F238E27FC236}">
                <a16:creationId xmlns:a16="http://schemas.microsoft.com/office/drawing/2014/main" id="{F130E10C-F658-CBB4-F4C2-8A5046543C94}"/>
              </a:ext>
            </a:extLst>
          </p:cNvPr>
          <p:cNvPicPr>
            <a:picLocks noChangeAspect="1"/>
          </p:cNvPicPr>
          <p:nvPr/>
        </p:nvPicPr>
        <p:blipFill>
          <a:blip r:embed="rId5"/>
          <a:stretch>
            <a:fillRect/>
          </a:stretch>
        </p:blipFill>
        <p:spPr>
          <a:xfrm>
            <a:off x="455931" y="3674037"/>
            <a:ext cx="6838679" cy="416147"/>
          </a:xfrm>
          <a:prstGeom prst="rect">
            <a:avLst/>
          </a:prstGeom>
        </p:spPr>
      </p:pic>
      <p:sp>
        <p:nvSpPr>
          <p:cNvPr id="20" name="Text Placeholder 5">
            <a:extLst>
              <a:ext uri="{FF2B5EF4-FFF2-40B4-BE49-F238E27FC236}">
                <a16:creationId xmlns:a16="http://schemas.microsoft.com/office/drawing/2014/main" id="{2460ABCC-2F8F-3977-849D-5E1AE263F445}"/>
              </a:ext>
            </a:extLst>
          </p:cNvPr>
          <p:cNvSpPr txBox="1">
            <a:spLocks/>
          </p:cNvSpPr>
          <p:nvPr/>
        </p:nvSpPr>
        <p:spPr>
          <a:xfrm>
            <a:off x="256745" y="3279228"/>
            <a:ext cx="11179881" cy="2616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HTML links are defined with the &lt;a&gt; tag:</a:t>
            </a:r>
          </a:p>
        </p:txBody>
      </p:sp>
      <p:sp>
        <p:nvSpPr>
          <p:cNvPr id="21" name="Title 16">
            <a:extLst>
              <a:ext uri="{FF2B5EF4-FFF2-40B4-BE49-F238E27FC236}">
                <a16:creationId xmlns:a16="http://schemas.microsoft.com/office/drawing/2014/main" id="{42EC5912-AD59-862D-B824-76360158399C}"/>
              </a:ext>
            </a:extLst>
          </p:cNvPr>
          <p:cNvSpPr txBox="1">
            <a:spLocks/>
          </p:cNvSpPr>
          <p:nvPr/>
        </p:nvSpPr>
        <p:spPr>
          <a:xfrm>
            <a:off x="455932" y="4261365"/>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Images?</a:t>
            </a:r>
          </a:p>
        </p:txBody>
      </p:sp>
      <p:pic>
        <p:nvPicPr>
          <p:cNvPr id="24" name="Picture 23">
            <a:extLst>
              <a:ext uri="{FF2B5EF4-FFF2-40B4-BE49-F238E27FC236}">
                <a16:creationId xmlns:a16="http://schemas.microsoft.com/office/drawing/2014/main" id="{209F197A-5FD0-ADF6-AFB9-889D0AFD326A}"/>
              </a:ext>
            </a:extLst>
          </p:cNvPr>
          <p:cNvPicPr>
            <a:picLocks noChangeAspect="1"/>
          </p:cNvPicPr>
          <p:nvPr/>
        </p:nvPicPr>
        <p:blipFill>
          <a:blip r:embed="rId6"/>
          <a:stretch>
            <a:fillRect/>
          </a:stretch>
        </p:blipFill>
        <p:spPr>
          <a:xfrm>
            <a:off x="455931" y="5562247"/>
            <a:ext cx="6702678" cy="373169"/>
          </a:xfrm>
          <a:prstGeom prst="rect">
            <a:avLst/>
          </a:prstGeom>
        </p:spPr>
      </p:pic>
    </p:spTree>
    <p:extLst>
      <p:ext uri="{BB962C8B-B14F-4D97-AF65-F5344CB8AC3E}">
        <p14:creationId xmlns:p14="http://schemas.microsoft.com/office/powerpoint/2010/main" val="212068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Elements?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261610"/>
          </a:xfrm>
        </p:spPr>
        <p:txBody>
          <a:bodyPr/>
          <a:lstStyle/>
          <a:p>
            <a:pPr marL="0" indent="0" algn="l">
              <a:buNone/>
            </a:pPr>
            <a:r>
              <a:rPr lang="en-US" sz="1700" b="0" i="0" dirty="0">
                <a:solidFill>
                  <a:srgbClr val="000000"/>
                </a:solidFill>
                <a:effectLst/>
                <a:latin typeface="Verdana" panose="020B0604030504040204" pitchFamily="34" charset="0"/>
              </a:rPr>
              <a:t>The HTML style attribute is used to add styles to an element, such as color, font, size, and more.</a:t>
            </a:r>
          </a:p>
        </p:txBody>
      </p:sp>
      <p:sp>
        <p:nvSpPr>
          <p:cNvPr id="8" name="Title 16">
            <a:extLst>
              <a:ext uri="{FF2B5EF4-FFF2-40B4-BE49-F238E27FC236}">
                <a16:creationId xmlns:a16="http://schemas.microsoft.com/office/drawing/2014/main" id="{3EE52FE8-EE1A-E08B-52A1-B5EF4450CCC0}"/>
              </a:ext>
            </a:extLst>
          </p:cNvPr>
          <p:cNvSpPr txBox="1">
            <a:spLocks/>
          </p:cNvSpPr>
          <p:nvPr/>
        </p:nvSpPr>
        <p:spPr>
          <a:xfrm>
            <a:off x="455932" y="474982"/>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Styles?</a:t>
            </a:r>
          </a:p>
        </p:txBody>
      </p:sp>
      <p:sp>
        <p:nvSpPr>
          <p:cNvPr id="15" name="Title 16">
            <a:extLst>
              <a:ext uri="{FF2B5EF4-FFF2-40B4-BE49-F238E27FC236}">
                <a16:creationId xmlns:a16="http://schemas.microsoft.com/office/drawing/2014/main" id="{FF1384A2-4505-97E5-FB26-237F2131A3EF}"/>
              </a:ext>
            </a:extLst>
          </p:cNvPr>
          <p:cNvSpPr txBox="1">
            <a:spLocks/>
          </p:cNvSpPr>
          <p:nvPr/>
        </p:nvSpPr>
        <p:spPr>
          <a:xfrm>
            <a:off x="455932" y="2109380"/>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Favicon in HTML</a:t>
            </a:r>
          </a:p>
        </p:txBody>
      </p:sp>
      <p:sp>
        <p:nvSpPr>
          <p:cNvPr id="20" name="Text Placeholder 5">
            <a:extLst>
              <a:ext uri="{FF2B5EF4-FFF2-40B4-BE49-F238E27FC236}">
                <a16:creationId xmlns:a16="http://schemas.microsoft.com/office/drawing/2014/main" id="{2460ABCC-2F8F-3977-849D-5E1AE263F445}"/>
              </a:ext>
            </a:extLst>
          </p:cNvPr>
          <p:cNvSpPr txBox="1">
            <a:spLocks/>
          </p:cNvSpPr>
          <p:nvPr/>
        </p:nvSpPr>
        <p:spPr>
          <a:xfrm>
            <a:off x="256745" y="2550357"/>
            <a:ext cx="11179881"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You can use any image you like as your favicon. You can also create your own favicon on sites like </a:t>
            </a:r>
            <a:r>
              <a:rPr lang="en-US" sz="1700" dirty="0">
                <a:solidFill>
                  <a:srgbClr val="000000"/>
                </a:solidFill>
                <a:latin typeface="Verdana" panose="020B0604030504040204" pitchFamily="34" charset="0"/>
                <a:hlinkClick r:id="rId4"/>
              </a:rPr>
              <a:t>https://www.favicon.cc.</a:t>
            </a:r>
            <a:endParaRPr lang="en-US" sz="1700" dirty="0">
              <a:solidFill>
                <a:srgbClr val="000000"/>
              </a:solidFill>
              <a:latin typeface="Verdana" panose="020B0604030504040204" pitchFamily="34" charset="0"/>
            </a:endParaRPr>
          </a:p>
        </p:txBody>
      </p:sp>
      <p:pic>
        <p:nvPicPr>
          <p:cNvPr id="6" name="Picture 5">
            <a:extLst>
              <a:ext uri="{FF2B5EF4-FFF2-40B4-BE49-F238E27FC236}">
                <a16:creationId xmlns:a16="http://schemas.microsoft.com/office/drawing/2014/main" id="{C7CDEB0F-5A35-E5DC-79BC-286196FFB662}"/>
              </a:ext>
            </a:extLst>
          </p:cNvPr>
          <p:cNvPicPr>
            <a:picLocks noChangeAspect="1"/>
          </p:cNvPicPr>
          <p:nvPr/>
        </p:nvPicPr>
        <p:blipFill>
          <a:blip r:embed="rId5"/>
          <a:stretch>
            <a:fillRect/>
          </a:stretch>
        </p:blipFill>
        <p:spPr>
          <a:xfrm>
            <a:off x="455931" y="1348063"/>
            <a:ext cx="8793960" cy="634180"/>
          </a:xfrm>
          <a:prstGeom prst="rect">
            <a:avLst/>
          </a:prstGeom>
        </p:spPr>
      </p:pic>
      <p:pic>
        <p:nvPicPr>
          <p:cNvPr id="9" name="Picture 8" descr="Graphical user interface&#10;&#10;Description automatically generated with medium confidence">
            <a:extLst>
              <a:ext uri="{FF2B5EF4-FFF2-40B4-BE49-F238E27FC236}">
                <a16:creationId xmlns:a16="http://schemas.microsoft.com/office/drawing/2014/main" id="{A7D885FF-E821-8280-8343-F49EE961789B}"/>
              </a:ext>
            </a:extLst>
          </p:cNvPr>
          <p:cNvPicPr>
            <a:picLocks noChangeAspect="1"/>
          </p:cNvPicPr>
          <p:nvPr/>
        </p:nvPicPr>
        <p:blipFill>
          <a:blip r:embed="rId6"/>
          <a:stretch>
            <a:fillRect/>
          </a:stretch>
        </p:blipFill>
        <p:spPr>
          <a:xfrm>
            <a:off x="455930" y="3206777"/>
            <a:ext cx="6554469" cy="1332306"/>
          </a:xfrm>
          <a:prstGeom prst="rect">
            <a:avLst/>
          </a:prstGeom>
        </p:spPr>
      </p:pic>
      <p:sp>
        <p:nvSpPr>
          <p:cNvPr id="10" name="Title 16">
            <a:extLst>
              <a:ext uri="{FF2B5EF4-FFF2-40B4-BE49-F238E27FC236}">
                <a16:creationId xmlns:a16="http://schemas.microsoft.com/office/drawing/2014/main" id="{A2BDE247-6FE8-B7E3-58E6-4FDD44587456}"/>
              </a:ext>
            </a:extLst>
          </p:cNvPr>
          <p:cNvSpPr txBox="1">
            <a:spLocks/>
          </p:cNvSpPr>
          <p:nvPr/>
        </p:nvSpPr>
        <p:spPr>
          <a:xfrm>
            <a:off x="256745" y="4672283"/>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Paragraphs</a:t>
            </a:r>
          </a:p>
        </p:txBody>
      </p:sp>
      <p:sp>
        <p:nvSpPr>
          <p:cNvPr id="12" name="Text Placeholder 5">
            <a:extLst>
              <a:ext uri="{FF2B5EF4-FFF2-40B4-BE49-F238E27FC236}">
                <a16:creationId xmlns:a16="http://schemas.microsoft.com/office/drawing/2014/main" id="{FB9B942F-909D-85E2-15D2-D92C8EAAAD1C}"/>
              </a:ext>
            </a:extLst>
          </p:cNvPr>
          <p:cNvSpPr txBox="1">
            <a:spLocks/>
          </p:cNvSpPr>
          <p:nvPr/>
        </p:nvSpPr>
        <p:spPr>
          <a:xfrm>
            <a:off x="256745" y="5124362"/>
            <a:ext cx="11179881" cy="8894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A paragraph always starts on a new line, and is usually a block of text.</a:t>
            </a:r>
          </a:p>
          <a:p>
            <a:pPr marL="0" indent="0">
              <a:buFont typeface="Wingdings" panose="05000000000000000000" pitchFamily="2" charset="2"/>
              <a:buNone/>
            </a:pPr>
            <a:r>
              <a:rPr lang="en-US" sz="1700" dirty="0">
                <a:solidFill>
                  <a:srgbClr val="00B050"/>
                </a:solidFill>
                <a:latin typeface="Verdana" panose="020B0604030504040204" pitchFamily="34" charset="0"/>
              </a:rPr>
              <a:t>&lt;p&gt;My first paragraph&lt;/p&gt;</a:t>
            </a:r>
          </a:p>
          <a:p>
            <a:pPr marL="0" indent="0">
              <a:buFont typeface="Wingdings" panose="05000000000000000000" pitchFamily="2" charset="2"/>
              <a:buNone/>
            </a:pPr>
            <a:endParaRPr lang="en-US" sz="17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3779154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Graphical user interface, application&#10;&#10;Description automatically generated with medium confidence">
            <a:extLst>
              <a:ext uri="{FF2B5EF4-FFF2-40B4-BE49-F238E27FC236}">
                <a16:creationId xmlns:a16="http://schemas.microsoft.com/office/drawing/2014/main" id="{CEF677D1-F5B0-325F-F0A8-9A028E314CB5}"/>
              </a:ext>
            </a:extLst>
          </p:cNvPr>
          <p:cNvPicPr>
            <a:picLocks noChangeAspect="1"/>
          </p:cNvPicPr>
          <p:nvPr/>
        </p:nvPicPr>
        <p:blipFill rotWithShape="1">
          <a:blip r:embed="rId3"/>
          <a:srcRect r="56421"/>
          <a:stretch/>
        </p:blipFill>
        <p:spPr>
          <a:xfrm>
            <a:off x="8815451" y="645397"/>
            <a:ext cx="3119803" cy="3171413"/>
          </a:xfrm>
          <a:prstGeom prst="rect">
            <a:avLst/>
          </a:prstGeom>
        </p:spPr>
      </p:pic>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Elements?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4"/>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261610"/>
          </a:xfrm>
        </p:spPr>
        <p:txBody>
          <a:bodyPr/>
          <a:lstStyle/>
          <a:p>
            <a:pPr marL="0" indent="0" algn="l">
              <a:buNone/>
            </a:pPr>
            <a:r>
              <a:rPr lang="en-US" sz="1700" b="0" i="0" dirty="0">
                <a:solidFill>
                  <a:srgbClr val="000000"/>
                </a:solidFill>
                <a:effectLst/>
                <a:latin typeface="Verdana" panose="020B0604030504040204" pitchFamily="34" charset="0"/>
              </a:rPr>
              <a:t>HTML tables allow web developers to arrange data into rows and columns.</a:t>
            </a:r>
          </a:p>
        </p:txBody>
      </p:sp>
      <p:sp>
        <p:nvSpPr>
          <p:cNvPr id="8" name="Title 16">
            <a:extLst>
              <a:ext uri="{FF2B5EF4-FFF2-40B4-BE49-F238E27FC236}">
                <a16:creationId xmlns:a16="http://schemas.microsoft.com/office/drawing/2014/main" id="{3EE52FE8-EE1A-E08B-52A1-B5EF4450CCC0}"/>
              </a:ext>
            </a:extLst>
          </p:cNvPr>
          <p:cNvSpPr txBox="1">
            <a:spLocks/>
          </p:cNvSpPr>
          <p:nvPr/>
        </p:nvSpPr>
        <p:spPr>
          <a:xfrm>
            <a:off x="455932" y="474982"/>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Tables?</a:t>
            </a:r>
          </a:p>
        </p:txBody>
      </p:sp>
      <p:pic>
        <p:nvPicPr>
          <p:cNvPr id="7" name="Picture 6" descr="A picture containing table&#10;&#10;Description automatically generated">
            <a:extLst>
              <a:ext uri="{FF2B5EF4-FFF2-40B4-BE49-F238E27FC236}">
                <a16:creationId xmlns:a16="http://schemas.microsoft.com/office/drawing/2014/main" id="{43C1550E-7A06-E55A-7C60-5DE23203CA40}"/>
              </a:ext>
            </a:extLst>
          </p:cNvPr>
          <p:cNvPicPr>
            <a:picLocks noChangeAspect="1"/>
          </p:cNvPicPr>
          <p:nvPr/>
        </p:nvPicPr>
        <p:blipFill>
          <a:blip r:embed="rId5"/>
          <a:stretch>
            <a:fillRect/>
          </a:stretch>
        </p:blipFill>
        <p:spPr>
          <a:xfrm>
            <a:off x="0" y="1324019"/>
            <a:ext cx="8326012" cy="2324424"/>
          </a:xfrm>
          <a:prstGeom prst="rect">
            <a:avLst/>
          </a:prstGeom>
        </p:spPr>
      </p:pic>
      <p:sp>
        <p:nvSpPr>
          <p:cNvPr id="16" name="Text Placeholder 5">
            <a:extLst>
              <a:ext uri="{FF2B5EF4-FFF2-40B4-BE49-F238E27FC236}">
                <a16:creationId xmlns:a16="http://schemas.microsoft.com/office/drawing/2014/main" id="{CF8CFDE8-AA4F-BCA6-45DB-9C90D273B2B5}"/>
              </a:ext>
            </a:extLst>
          </p:cNvPr>
          <p:cNvSpPr txBox="1">
            <a:spLocks/>
          </p:cNvSpPr>
          <p:nvPr/>
        </p:nvSpPr>
        <p:spPr>
          <a:xfrm>
            <a:off x="455932" y="4386593"/>
            <a:ext cx="4300833"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Each table cell is defined by a </a:t>
            </a:r>
            <a:r>
              <a:rPr lang="en-US" sz="1700" dirty="0">
                <a:solidFill>
                  <a:srgbClr val="00B050"/>
                </a:solidFill>
                <a:latin typeface="Verdana" panose="020B0604030504040204" pitchFamily="34" charset="0"/>
              </a:rPr>
              <a:t>&lt;td&gt; </a:t>
            </a:r>
            <a:r>
              <a:rPr lang="en-US" sz="1700" dirty="0">
                <a:solidFill>
                  <a:srgbClr val="000000"/>
                </a:solidFill>
                <a:latin typeface="Verdana" panose="020B0604030504040204" pitchFamily="34" charset="0"/>
              </a:rPr>
              <a:t>and a </a:t>
            </a:r>
            <a:r>
              <a:rPr lang="en-US" sz="1700" dirty="0">
                <a:solidFill>
                  <a:srgbClr val="00B050"/>
                </a:solidFill>
                <a:latin typeface="Verdana" panose="020B0604030504040204" pitchFamily="34" charset="0"/>
              </a:rPr>
              <a:t>&lt;/td&gt; </a:t>
            </a:r>
            <a:r>
              <a:rPr lang="en-US" sz="1700" dirty="0">
                <a:solidFill>
                  <a:srgbClr val="000000"/>
                </a:solidFill>
                <a:latin typeface="Verdana" panose="020B0604030504040204" pitchFamily="34" charset="0"/>
              </a:rPr>
              <a:t>tag.</a:t>
            </a:r>
          </a:p>
        </p:txBody>
      </p:sp>
      <p:sp>
        <p:nvSpPr>
          <p:cNvPr id="17" name="Title 16">
            <a:extLst>
              <a:ext uri="{FF2B5EF4-FFF2-40B4-BE49-F238E27FC236}">
                <a16:creationId xmlns:a16="http://schemas.microsoft.com/office/drawing/2014/main" id="{0E807A90-6D46-DF44-2CD9-22C3F4762285}"/>
              </a:ext>
            </a:extLst>
          </p:cNvPr>
          <p:cNvSpPr txBox="1">
            <a:spLocks/>
          </p:cNvSpPr>
          <p:nvPr/>
        </p:nvSpPr>
        <p:spPr>
          <a:xfrm>
            <a:off x="655119" y="3938991"/>
            <a:ext cx="1580878"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Table Cells?</a:t>
            </a:r>
          </a:p>
        </p:txBody>
      </p:sp>
      <p:sp>
        <p:nvSpPr>
          <p:cNvPr id="18" name="Text Placeholder 5">
            <a:extLst>
              <a:ext uri="{FF2B5EF4-FFF2-40B4-BE49-F238E27FC236}">
                <a16:creationId xmlns:a16="http://schemas.microsoft.com/office/drawing/2014/main" id="{86F321F3-CB9F-71AD-12C2-C4F9F8216DF9}"/>
              </a:ext>
            </a:extLst>
          </p:cNvPr>
          <p:cNvSpPr txBox="1">
            <a:spLocks/>
          </p:cNvSpPr>
          <p:nvPr/>
        </p:nvSpPr>
        <p:spPr>
          <a:xfrm>
            <a:off x="578766" y="5684611"/>
            <a:ext cx="4300833"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Each table row starts with a </a:t>
            </a:r>
            <a:r>
              <a:rPr lang="en-US" sz="1700" dirty="0">
                <a:solidFill>
                  <a:srgbClr val="00B050"/>
                </a:solidFill>
                <a:latin typeface="Verdana" panose="020B0604030504040204" pitchFamily="34" charset="0"/>
              </a:rPr>
              <a:t>&lt;tr&gt; </a:t>
            </a:r>
            <a:r>
              <a:rPr lang="en-US" sz="1700" dirty="0">
                <a:solidFill>
                  <a:srgbClr val="000000"/>
                </a:solidFill>
                <a:latin typeface="Verdana" panose="020B0604030504040204" pitchFamily="34" charset="0"/>
              </a:rPr>
              <a:t>and ends with a </a:t>
            </a:r>
            <a:r>
              <a:rPr lang="en-US" sz="1700" dirty="0">
                <a:solidFill>
                  <a:srgbClr val="00B050"/>
                </a:solidFill>
                <a:latin typeface="Verdana" panose="020B0604030504040204" pitchFamily="34" charset="0"/>
              </a:rPr>
              <a:t>&lt;/tr&gt; </a:t>
            </a:r>
            <a:r>
              <a:rPr lang="en-US" sz="1700" dirty="0">
                <a:solidFill>
                  <a:srgbClr val="000000"/>
                </a:solidFill>
                <a:latin typeface="Verdana" panose="020B0604030504040204" pitchFamily="34" charset="0"/>
              </a:rPr>
              <a:t>tag..</a:t>
            </a:r>
          </a:p>
        </p:txBody>
      </p:sp>
      <p:sp>
        <p:nvSpPr>
          <p:cNvPr id="19" name="Title 16">
            <a:extLst>
              <a:ext uri="{FF2B5EF4-FFF2-40B4-BE49-F238E27FC236}">
                <a16:creationId xmlns:a16="http://schemas.microsoft.com/office/drawing/2014/main" id="{E5787951-43E6-F204-5F57-825ACE17F1AF}"/>
              </a:ext>
            </a:extLst>
          </p:cNvPr>
          <p:cNvSpPr txBox="1">
            <a:spLocks/>
          </p:cNvSpPr>
          <p:nvPr/>
        </p:nvSpPr>
        <p:spPr>
          <a:xfrm>
            <a:off x="777953" y="5237009"/>
            <a:ext cx="1580878"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Table Rows?</a:t>
            </a:r>
          </a:p>
        </p:txBody>
      </p:sp>
      <p:sp>
        <p:nvSpPr>
          <p:cNvPr id="21" name="Text Placeholder 5">
            <a:extLst>
              <a:ext uri="{FF2B5EF4-FFF2-40B4-BE49-F238E27FC236}">
                <a16:creationId xmlns:a16="http://schemas.microsoft.com/office/drawing/2014/main" id="{04827953-497E-3133-A365-30FBC13B1B4E}"/>
              </a:ext>
            </a:extLst>
          </p:cNvPr>
          <p:cNvSpPr txBox="1">
            <a:spLocks/>
          </p:cNvSpPr>
          <p:nvPr/>
        </p:nvSpPr>
        <p:spPr>
          <a:xfrm>
            <a:off x="5571272" y="4307450"/>
            <a:ext cx="5569945" cy="7848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Sometimes you want your cells to be table header cells. In those cases use the </a:t>
            </a: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th</a:t>
            </a:r>
            <a:r>
              <a:rPr lang="en-US" sz="1700" dirty="0">
                <a:solidFill>
                  <a:srgbClr val="00B050"/>
                </a:solidFill>
                <a:latin typeface="Verdana" panose="020B0604030504040204" pitchFamily="34" charset="0"/>
              </a:rPr>
              <a:t>&gt; </a:t>
            </a:r>
            <a:r>
              <a:rPr lang="en-US" sz="1700" dirty="0">
                <a:solidFill>
                  <a:srgbClr val="000000"/>
                </a:solidFill>
                <a:latin typeface="Verdana" panose="020B0604030504040204" pitchFamily="34" charset="0"/>
              </a:rPr>
              <a:t>tag instead of the </a:t>
            </a:r>
            <a:r>
              <a:rPr lang="en-US" sz="1700" dirty="0">
                <a:solidFill>
                  <a:srgbClr val="00B050"/>
                </a:solidFill>
                <a:latin typeface="Verdana" panose="020B0604030504040204" pitchFamily="34" charset="0"/>
              </a:rPr>
              <a:t>&lt;td&gt; </a:t>
            </a:r>
            <a:r>
              <a:rPr lang="en-US" sz="1700" dirty="0">
                <a:solidFill>
                  <a:srgbClr val="000000"/>
                </a:solidFill>
                <a:latin typeface="Verdana" panose="020B0604030504040204" pitchFamily="34" charset="0"/>
              </a:rPr>
              <a:t>tag.</a:t>
            </a:r>
          </a:p>
        </p:txBody>
      </p:sp>
      <p:sp>
        <p:nvSpPr>
          <p:cNvPr id="22" name="Title 16">
            <a:extLst>
              <a:ext uri="{FF2B5EF4-FFF2-40B4-BE49-F238E27FC236}">
                <a16:creationId xmlns:a16="http://schemas.microsoft.com/office/drawing/2014/main" id="{1B1F7620-3EAC-0C03-4D0F-F3C92296ED1E}"/>
              </a:ext>
            </a:extLst>
          </p:cNvPr>
          <p:cNvSpPr txBox="1">
            <a:spLocks/>
          </p:cNvSpPr>
          <p:nvPr/>
        </p:nvSpPr>
        <p:spPr>
          <a:xfrm>
            <a:off x="5770459" y="3859848"/>
            <a:ext cx="192176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Table Headers?</a:t>
            </a:r>
          </a:p>
        </p:txBody>
      </p:sp>
      <p:sp>
        <p:nvSpPr>
          <p:cNvPr id="25" name="Text Placeholder 5">
            <a:extLst>
              <a:ext uri="{FF2B5EF4-FFF2-40B4-BE49-F238E27FC236}">
                <a16:creationId xmlns:a16="http://schemas.microsoft.com/office/drawing/2014/main" id="{93C637DE-C311-AAD6-80F8-DA586BE3CCBE}"/>
              </a:ext>
            </a:extLst>
          </p:cNvPr>
          <p:cNvSpPr txBox="1">
            <a:spLocks/>
          </p:cNvSpPr>
          <p:nvPr/>
        </p:nvSpPr>
        <p:spPr>
          <a:xfrm>
            <a:off x="5595217" y="5733476"/>
            <a:ext cx="5546000"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t>
            </a:r>
            <a:r>
              <a:rPr lang="en-US" sz="1700" dirty="0">
                <a:solidFill>
                  <a:srgbClr val="00B050"/>
                </a:solidFill>
                <a:latin typeface="Verdana" panose="020B0604030504040204" pitchFamily="34" charset="0"/>
              </a:rPr>
              <a:t>&lt;td&gt; </a:t>
            </a:r>
            <a:r>
              <a:rPr lang="en-US" sz="1700" dirty="0">
                <a:solidFill>
                  <a:srgbClr val="000000"/>
                </a:solidFill>
                <a:latin typeface="Verdana" panose="020B0604030504040204" pitchFamily="34" charset="0"/>
              </a:rPr>
              <a:t>tag defines a standard data cell in an HTML table.</a:t>
            </a:r>
          </a:p>
        </p:txBody>
      </p:sp>
      <p:sp>
        <p:nvSpPr>
          <p:cNvPr id="26" name="Title 16">
            <a:extLst>
              <a:ext uri="{FF2B5EF4-FFF2-40B4-BE49-F238E27FC236}">
                <a16:creationId xmlns:a16="http://schemas.microsoft.com/office/drawing/2014/main" id="{7D6F04A0-8D6B-17E7-D34C-2EF56DF65D66}"/>
              </a:ext>
            </a:extLst>
          </p:cNvPr>
          <p:cNvSpPr txBox="1">
            <a:spLocks/>
          </p:cNvSpPr>
          <p:nvPr/>
        </p:nvSpPr>
        <p:spPr>
          <a:xfrm>
            <a:off x="5794404" y="5285874"/>
            <a:ext cx="1580878"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Table Data?</a:t>
            </a:r>
          </a:p>
        </p:txBody>
      </p:sp>
    </p:spTree>
    <p:extLst>
      <p:ext uri="{BB962C8B-B14F-4D97-AF65-F5344CB8AC3E}">
        <p14:creationId xmlns:p14="http://schemas.microsoft.com/office/powerpoint/2010/main" val="405333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Elements?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261610"/>
          </a:xfrm>
        </p:spPr>
        <p:txBody>
          <a:bodyPr/>
          <a:lstStyle/>
          <a:p>
            <a:pPr marL="0" indent="0" algn="l">
              <a:buNone/>
            </a:pPr>
            <a:r>
              <a:rPr lang="en-US" sz="1700" b="0" i="0" dirty="0">
                <a:solidFill>
                  <a:srgbClr val="000000"/>
                </a:solidFill>
                <a:effectLst/>
                <a:latin typeface="Verdana" panose="020B0604030504040204" pitchFamily="34" charset="0"/>
              </a:rPr>
              <a:t>HTML lists allow web developers to group a set of related items in lists.</a:t>
            </a:r>
          </a:p>
        </p:txBody>
      </p:sp>
      <p:sp>
        <p:nvSpPr>
          <p:cNvPr id="8" name="Title 16">
            <a:extLst>
              <a:ext uri="{FF2B5EF4-FFF2-40B4-BE49-F238E27FC236}">
                <a16:creationId xmlns:a16="http://schemas.microsoft.com/office/drawing/2014/main" id="{3EE52FE8-EE1A-E08B-52A1-B5EF4450CCC0}"/>
              </a:ext>
            </a:extLst>
          </p:cNvPr>
          <p:cNvSpPr txBox="1">
            <a:spLocks/>
          </p:cNvSpPr>
          <p:nvPr/>
        </p:nvSpPr>
        <p:spPr>
          <a:xfrm>
            <a:off x="455932" y="474982"/>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Lists?</a:t>
            </a:r>
          </a:p>
        </p:txBody>
      </p:sp>
      <p:pic>
        <p:nvPicPr>
          <p:cNvPr id="6" name="Picture 5" descr="Graphical user interface, application&#10;&#10;Description automatically generated">
            <a:extLst>
              <a:ext uri="{FF2B5EF4-FFF2-40B4-BE49-F238E27FC236}">
                <a16:creationId xmlns:a16="http://schemas.microsoft.com/office/drawing/2014/main" id="{E80635E7-CF3E-F9C8-4081-C29466089351}"/>
              </a:ext>
            </a:extLst>
          </p:cNvPr>
          <p:cNvPicPr>
            <a:picLocks noChangeAspect="1"/>
          </p:cNvPicPr>
          <p:nvPr/>
        </p:nvPicPr>
        <p:blipFill>
          <a:blip r:embed="rId4"/>
          <a:stretch>
            <a:fillRect/>
          </a:stretch>
        </p:blipFill>
        <p:spPr>
          <a:xfrm>
            <a:off x="104749" y="1333798"/>
            <a:ext cx="10191887" cy="1625130"/>
          </a:xfrm>
          <a:prstGeom prst="rect">
            <a:avLst/>
          </a:prstGeom>
        </p:spPr>
      </p:pic>
      <p:sp>
        <p:nvSpPr>
          <p:cNvPr id="9" name="Text Placeholder 5">
            <a:extLst>
              <a:ext uri="{FF2B5EF4-FFF2-40B4-BE49-F238E27FC236}">
                <a16:creationId xmlns:a16="http://schemas.microsoft.com/office/drawing/2014/main" id="{FA675B44-45B8-5A27-80BA-556D1D164A75}"/>
              </a:ext>
            </a:extLst>
          </p:cNvPr>
          <p:cNvSpPr txBox="1">
            <a:spLocks/>
          </p:cNvSpPr>
          <p:nvPr/>
        </p:nvSpPr>
        <p:spPr>
          <a:xfrm>
            <a:off x="104749" y="3687134"/>
            <a:ext cx="5129860" cy="10987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An unordered list starts with the </a:t>
            </a: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ul</a:t>
            </a:r>
            <a:r>
              <a:rPr lang="en-US" sz="1700" dirty="0">
                <a:solidFill>
                  <a:srgbClr val="00B050"/>
                </a:solidFill>
                <a:latin typeface="Verdana" panose="020B0604030504040204" pitchFamily="34" charset="0"/>
              </a:rPr>
              <a:t>&gt; </a:t>
            </a:r>
            <a:r>
              <a:rPr lang="en-US" sz="1700" dirty="0">
                <a:solidFill>
                  <a:srgbClr val="000000"/>
                </a:solidFill>
                <a:latin typeface="Verdana" panose="020B0604030504040204" pitchFamily="34" charset="0"/>
              </a:rPr>
              <a:t>tag. Each list item starts with the </a:t>
            </a:r>
            <a:r>
              <a:rPr lang="en-US" sz="1700" dirty="0">
                <a:solidFill>
                  <a:srgbClr val="00B050"/>
                </a:solidFill>
                <a:latin typeface="Verdana" panose="020B0604030504040204" pitchFamily="34" charset="0"/>
              </a:rPr>
              <a:t>&lt;li&gt; </a:t>
            </a:r>
            <a:r>
              <a:rPr lang="en-US" sz="1700" dirty="0">
                <a:solidFill>
                  <a:srgbClr val="000000"/>
                </a:solidFill>
                <a:latin typeface="Verdana" panose="020B0604030504040204" pitchFamily="34" charset="0"/>
              </a:rPr>
              <a:t>tag.</a:t>
            </a:r>
          </a:p>
          <a:p>
            <a:pPr marL="0" indent="0">
              <a:buFont typeface="Wingdings" panose="05000000000000000000" pitchFamily="2" charset="2"/>
              <a:buNone/>
            </a:pPr>
            <a:r>
              <a:rPr lang="en-US" sz="1700" dirty="0">
                <a:solidFill>
                  <a:srgbClr val="000000"/>
                </a:solidFill>
                <a:latin typeface="Verdana" panose="020B0604030504040204" pitchFamily="34" charset="0"/>
              </a:rPr>
              <a:t>The list items will be marked with bullets (small black circles) by default:</a:t>
            </a:r>
          </a:p>
        </p:txBody>
      </p:sp>
      <p:sp>
        <p:nvSpPr>
          <p:cNvPr id="10" name="Title 16">
            <a:extLst>
              <a:ext uri="{FF2B5EF4-FFF2-40B4-BE49-F238E27FC236}">
                <a16:creationId xmlns:a16="http://schemas.microsoft.com/office/drawing/2014/main" id="{24FD97C1-947E-82A0-12A6-5BF9CFF1D11C}"/>
              </a:ext>
            </a:extLst>
          </p:cNvPr>
          <p:cNvSpPr txBox="1">
            <a:spLocks/>
          </p:cNvSpPr>
          <p:nvPr/>
        </p:nvSpPr>
        <p:spPr>
          <a:xfrm>
            <a:off x="455932" y="3188774"/>
            <a:ext cx="2618168"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Unordered List</a:t>
            </a:r>
          </a:p>
        </p:txBody>
      </p:sp>
      <p:sp>
        <p:nvSpPr>
          <p:cNvPr id="12" name="Text Placeholder 5">
            <a:extLst>
              <a:ext uri="{FF2B5EF4-FFF2-40B4-BE49-F238E27FC236}">
                <a16:creationId xmlns:a16="http://schemas.microsoft.com/office/drawing/2014/main" id="{338AE8AB-4FE5-B055-3321-EFCD44131E13}"/>
              </a:ext>
            </a:extLst>
          </p:cNvPr>
          <p:cNvSpPr txBox="1">
            <a:spLocks/>
          </p:cNvSpPr>
          <p:nvPr/>
        </p:nvSpPr>
        <p:spPr>
          <a:xfrm>
            <a:off x="5677290" y="3608651"/>
            <a:ext cx="5569945" cy="10987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An ordered list starts with the </a:t>
            </a: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ol</a:t>
            </a:r>
            <a:r>
              <a:rPr lang="en-US" sz="1700" dirty="0">
                <a:solidFill>
                  <a:srgbClr val="00B050"/>
                </a:solidFill>
                <a:latin typeface="Verdana" panose="020B0604030504040204" pitchFamily="34" charset="0"/>
              </a:rPr>
              <a:t>&gt; </a:t>
            </a:r>
            <a:r>
              <a:rPr lang="en-US" sz="1700" dirty="0">
                <a:solidFill>
                  <a:srgbClr val="000000"/>
                </a:solidFill>
                <a:latin typeface="Verdana" panose="020B0604030504040204" pitchFamily="34" charset="0"/>
              </a:rPr>
              <a:t>tag. Each list item starts with the </a:t>
            </a:r>
            <a:r>
              <a:rPr lang="en-US" sz="1700" dirty="0">
                <a:solidFill>
                  <a:srgbClr val="00B050"/>
                </a:solidFill>
                <a:latin typeface="Verdana" panose="020B0604030504040204" pitchFamily="34" charset="0"/>
              </a:rPr>
              <a:t>&lt;li&gt; </a:t>
            </a:r>
            <a:r>
              <a:rPr lang="en-US" sz="1700" dirty="0">
                <a:solidFill>
                  <a:srgbClr val="000000"/>
                </a:solidFill>
                <a:latin typeface="Verdana" panose="020B0604030504040204" pitchFamily="34" charset="0"/>
              </a:rPr>
              <a:t>tag.</a:t>
            </a:r>
          </a:p>
          <a:p>
            <a:pPr marL="0" indent="0">
              <a:buFont typeface="Wingdings" panose="05000000000000000000" pitchFamily="2" charset="2"/>
              <a:buNone/>
            </a:pPr>
            <a:r>
              <a:rPr lang="en-US" sz="1700" dirty="0">
                <a:solidFill>
                  <a:srgbClr val="000000"/>
                </a:solidFill>
                <a:latin typeface="Verdana" panose="020B0604030504040204" pitchFamily="34" charset="0"/>
              </a:rPr>
              <a:t>The list items will be marked with numbers by default:</a:t>
            </a:r>
          </a:p>
        </p:txBody>
      </p:sp>
      <p:sp>
        <p:nvSpPr>
          <p:cNvPr id="13" name="Title 16">
            <a:extLst>
              <a:ext uri="{FF2B5EF4-FFF2-40B4-BE49-F238E27FC236}">
                <a16:creationId xmlns:a16="http://schemas.microsoft.com/office/drawing/2014/main" id="{47D0D118-7368-798D-2092-F2B3C0979C39}"/>
              </a:ext>
            </a:extLst>
          </p:cNvPr>
          <p:cNvSpPr txBox="1">
            <a:spLocks/>
          </p:cNvSpPr>
          <p:nvPr/>
        </p:nvSpPr>
        <p:spPr>
          <a:xfrm>
            <a:off x="6434482" y="3171523"/>
            <a:ext cx="2683420"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Ordered List</a:t>
            </a:r>
          </a:p>
        </p:txBody>
      </p:sp>
      <p:pic>
        <p:nvPicPr>
          <p:cNvPr id="23" name="Picture 22" descr="A picture containing background pattern&#10;&#10;Description automatically generated">
            <a:extLst>
              <a:ext uri="{FF2B5EF4-FFF2-40B4-BE49-F238E27FC236}">
                <a16:creationId xmlns:a16="http://schemas.microsoft.com/office/drawing/2014/main" id="{96F47300-F7FF-5DC9-01A1-EEA4E528D465}"/>
              </a:ext>
            </a:extLst>
          </p:cNvPr>
          <p:cNvPicPr>
            <a:picLocks noChangeAspect="1"/>
          </p:cNvPicPr>
          <p:nvPr/>
        </p:nvPicPr>
        <p:blipFill>
          <a:blip r:embed="rId5"/>
          <a:stretch>
            <a:fillRect/>
          </a:stretch>
        </p:blipFill>
        <p:spPr>
          <a:xfrm>
            <a:off x="104749" y="5146907"/>
            <a:ext cx="4333950" cy="1193406"/>
          </a:xfrm>
          <a:prstGeom prst="rect">
            <a:avLst/>
          </a:prstGeom>
        </p:spPr>
      </p:pic>
      <p:pic>
        <p:nvPicPr>
          <p:cNvPr id="27" name="Picture 26" descr="Graphical user interface, application&#10;&#10;Description automatically generated with medium confidence">
            <a:extLst>
              <a:ext uri="{FF2B5EF4-FFF2-40B4-BE49-F238E27FC236}">
                <a16:creationId xmlns:a16="http://schemas.microsoft.com/office/drawing/2014/main" id="{E8465513-9777-7B27-CBCC-F3B8F0FB6705}"/>
              </a:ext>
            </a:extLst>
          </p:cNvPr>
          <p:cNvPicPr>
            <a:picLocks noChangeAspect="1"/>
          </p:cNvPicPr>
          <p:nvPr/>
        </p:nvPicPr>
        <p:blipFill>
          <a:blip r:embed="rId6"/>
          <a:stretch>
            <a:fillRect/>
          </a:stretch>
        </p:blipFill>
        <p:spPr>
          <a:xfrm>
            <a:off x="5743550" y="5146907"/>
            <a:ext cx="2899825" cy="1098762"/>
          </a:xfrm>
          <a:prstGeom prst="rect">
            <a:avLst/>
          </a:prstGeom>
        </p:spPr>
      </p:pic>
    </p:spTree>
    <p:extLst>
      <p:ext uri="{BB962C8B-B14F-4D97-AF65-F5344CB8AC3E}">
        <p14:creationId xmlns:p14="http://schemas.microsoft.com/office/powerpoint/2010/main" val="45452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Block and Inline Elements?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256745" y="922584"/>
            <a:ext cx="11179881" cy="523220"/>
          </a:xfrm>
        </p:spPr>
        <p:txBody>
          <a:bodyPr/>
          <a:lstStyle/>
          <a:p>
            <a:pPr marL="0" indent="0" algn="l">
              <a:buNone/>
            </a:pPr>
            <a:r>
              <a:rPr lang="en-US" sz="1700" b="0" i="0" dirty="0">
                <a:solidFill>
                  <a:srgbClr val="000000"/>
                </a:solidFill>
                <a:effectLst/>
                <a:latin typeface="Verdana" panose="020B0604030504040204" pitchFamily="34" charset="0"/>
              </a:rPr>
              <a:t>A block-level element always takes up the full width available (stretches out to the left and right as far as it can).Two commonly used block elements are: </a:t>
            </a:r>
            <a:r>
              <a:rPr lang="en-US" sz="1700" b="0" i="0" dirty="0">
                <a:solidFill>
                  <a:srgbClr val="00B050"/>
                </a:solidFill>
                <a:effectLst/>
                <a:latin typeface="Verdana" panose="020B0604030504040204" pitchFamily="34" charset="0"/>
              </a:rPr>
              <a:t>&lt;p&gt;</a:t>
            </a:r>
            <a:r>
              <a:rPr lang="en-US" sz="1700" b="0" i="0" dirty="0">
                <a:solidFill>
                  <a:srgbClr val="000000"/>
                </a:solidFill>
                <a:effectLst/>
                <a:latin typeface="Verdana" panose="020B0604030504040204" pitchFamily="34" charset="0"/>
              </a:rPr>
              <a:t> and </a:t>
            </a:r>
            <a:r>
              <a:rPr lang="en-US" sz="1700" b="0" i="0" dirty="0">
                <a:solidFill>
                  <a:srgbClr val="00B050"/>
                </a:solidFill>
                <a:effectLst/>
                <a:latin typeface="Verdana" panose="020B0604030504040204" pitchFamily="34" charset="0"/>
              </a:rPr>
              <a:t>&lt;div&gt;.</a:t>
            </a:r>
          </a:p>
        </p:txBody>
      </p:sp>
      <p:sp>
        <p:nvSpPr>
          <p:cNvPr id="8" name="Title 16">
            <a:extLst>
              <a:ext uri="{FF2B5EF4-FFF2-40B4-BE49-F238E27FC236}">
                <a16:creationId xmlns:a16="http://schemas.microsoft.com/office/drawing/2014/main" id="{3EE52FE8-EE1A-E08B-52A1-B5EF4450CCC0}"/>
              </a:ext>
            </a:extLst>
          </p:cNvPr>
          <p:cNvSpPr txBox="1">
            <a:spLocks/>
          </p:cNvSpPr>
          <p:nvPr/>
        </p:nvSpPr>
        <p:spPr>
          <a:xfrm>
            <a:off x="329257" y="528153"/>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Block-Level Elements?</a:t>
            </a:r>
          </a:p>
        </p:txBody>
      </p:sp>
      <p:sp>
        <p:nvSpPr>
          <p:cNvPr id="9" name="Text Placeholder 5">
            <a:extLst>
              <a:ext uri="{FF2B5EF4-FFF2-40B4-BE49-F238E27FC236}">
                <a16:creationId xmlns:a16="http://schemas.microsoft.com/office/drawing/2014/main" id="{FA675B44-45B8-5A27-80BA-556D1D164A75}"/>
              </a:ext>
            </a:extLst>
          </p:cNvPr>
          <p:cNvSpPr txBox="1">
            <a:spLocks/>
          </p:cNvSpPr>
          <p:nvPr/>
        </p:nvSpPr>
        <p:spPr>
          <a:xfrm>
            <a:off x="256745" y="3707211"/>
            <a:ext cx="5129860"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HTML class attribute is used to specify a class for an HTML element.</a:t>
            </a:r>
          </a:p>
        </p:txBody>
      </p:sp>
      <p:sp>
        <p:nvSpPr>
          <p:cNvPr id="10" name="Title 16">
            <a:extLst>
              <a:ext uri="{FF2B5EF4-FFF2-40B4-BE49-F238E27FC236}">
                <a16:creationId xmlns:a16="http://schemas.microsoft.com/office/drawing/2014/main" id="{24FD97C1-947E-82A0-12A6-5BF9CFF1D11C}"/>
              </a:ext>
            </a:extLst>
          </p:cNvPr>
          <p:cNvSpPr txBox="1">
            <a:spLocks/>
          </p:cNvSpPr>
          <p:nvPr/>
        </p:nvSpPr>
        <p:spPr>
          <a:xfrm>
            <a:off x="607928" y="3275111"/>
            <a:ext cx="2618168"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dirty="0">
                <a:solidFill>
                  <a:srgbClr val="0078D4"/>
                </a:solidFill>
                <a:latin typeface="Segoe UI" panose="020B0502040204020203" pitchFamily="34" charset="0"/>
              </a:rPr>
              <a:t>C</a:t>
            </a:r>
            <a:r>
              <a:rPr lang="en-US" sz="2000" b="0" i="0" dirty="0">
                <a:solidFill>
                  <a:srgbClr val="0078D4"/>
                </a:solidFill>
                <a:effectLst/>
                <a:latin typeface="Segoe UI" panose="020B0502040204020203" pitchFamily="34" charset="0"/>
              </a:rPr>
              <a:t>lass Attribute</a:t>
            </a:r>
          </a:p>
        </p:txBody>
      </p:sp>
      <p:sp>
        <p:nvSpPr>
          <p:cNvPr id="5" name="Text Placeholder 5">
            <a:extLst>
              <a:ext uri="{FF2B5EF4-FFF2-40B4-BE49-F238E27FC236}">
                <a16:creationId xmlns:a16="http://schemas.microsoft.com/office/drawing/2014/main" id="{9F173C32-AB83-3120-D2C2-FCBA7B095113}"/>
              </a:ext>
            </a:extLst>
          </p:cNvPr>
          <p:cNvSpPr txBox="1">
            <a:spLocks/>
          </p:cNvSpPr>
          <p:nvPr/>
        </p:nvSpPr>
        <p:spPr>
          <a:xfrm>
            <a:off x="256745" y="2002918"/>
            <a:ext cx="11179881"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An inline element does not start on a new line. An inline element only takes up as much width as necessary. This is a </a:t>
            </a:r>
            <a:r>
              <a:rPr lang="en-US" sz="1700" dirty="0">
                <a:solidFill>
                  <a:srgbClr val="00B050"/>
                </a:solidFill>
                <a:latin typeface="Verdana" panose="020B0604030504040204" pitchFamily="34" charset="0"/>
              </a:rPr>
              <a:t>&lt;span&gt; element inside &lt;/span&gt; </a:t>
            </a:r>
            <a:r>
              <a:rPr lang="en-US" sz="1700" dirty="0">
                <a:solidFill>
                  <a:srgbClr val="000000"/>
                </a:solidFill>
                <a:latin typeface="Verdana" panose="020B0604030504040204" pitchFamily="34" charset="0"/>
              </a:rPr>
              <a:t>a paragraph.</a:t>
            </a:r>
            <a:endParaRPr lang="en-US" sz="1700" dirty="0">
              <a:solidFill>
                <a:srgbClr val="00B050"/>
              </a:solidFill>
              <a:latin typeface="Verdana" panose="020B0604030504040204" pitchFamily="34" charset="0"/>
            </a:endParaRPr>
          </a:p>
        </p:txBody>
      </p:sp>
      <p:sp>
        <p:nvSpPr>
          <p:cNvPr id="7" name="Title 16">
            <a:extLst>
              <a:ext uri="{FF2B5EF4-FFF2-40B4-BE49-F238E27FC236}">
                <a16:creationId xmlns:a16="http://schemas.microsoft.com/office/drawing/2014/main" id="{622B4CD2-999C-3B84-4A22-089934C99D85}"/>
              </a:ext>
            </a:extLst>
          </p:cNvPr>
          <p:cNvSpPr txBox="1">
            <a:spLocks/>
          </p:cNvSpPr>
          <p:nvPr/>
        </p:nvSpPr>
        <p:spPr>
          <a:xfrm>
            <a:off x="329257" y="1608487"/>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Inline Elements?</a:t>
            </a:r>
          </a:p>
        </p:txBody>
      </p:sp>
      <p:pic>
        <p:nvPicPr>
          <p:cNvPr id="15" name="Picture 14" descr="Text&#10;&#10;Description automatically generated">
            <a:extLst>
              <a:ext uri="{FF2B5EF4-FFF2-40B4-BE49-F238E27FC236}">
                <a16:creationId xmlns:a16="http://schemas.microsoft.com/office/drawing/2014/main" id="{CC99A003-4FB5-12B8-D3DE-0F399A04C5F0}"/>
              </a:ext>
            </a:extLst>
          </p:cNvPr>
          <p:cNvPicPr>
            <a:picLocks noChangeAspect="1"/>
          </p:cNvPicPr>
          <p:nvPr/>
        </p:nvPicPr>
        <p:blipFill>
          <a:blip r:embed="rId4"/>
          <a:stretch>
            <a:fillRect/>
          </a:stretch>
        </p:blipFill>
        <p:spPr>
          <a:xfrm>
            <a:off x="5949822" y="2926400"/>
            <a:ext cx="3818597" cy="3659929"/>
          </a:xfrm>
          <a:prstGeom prst="rect">
            <a:avLst/>
          </a:prstGeom>
        </p:spPr>
      </p:pic>
    </p:spTree>
    <p:extLst>
      <p:ext uri="{BB962C8B-B14F-4D97-AF65-F5344CB8AC3E}">
        <p14:creationId xmlns:p14="http://schemas.microsoft.com/office/powerpoint/2010/main" val="326501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Block and Inline Elements?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8" name="Title 16">
            <a:extLst>
              <a:ext uri="{FF2B5EF4-FFF2-40B4-BE49-F238E27FC236}">
                <a16:creationId xmlns:a16="http://schemas.microsoft.com/office/drawing/2014/main" id="{3EE52FE8-EE1A-E08B-52A1-B5EF4450CCC0}"/>
              </a:ext>
            </a:extLst>
          </p:cNvPr>
          <p:cNvSpPr txBox="1">
            <a:spLocks/>
          </p:cNvSpPr>
          <p:nvPr/>
        </p:nvSpPr>
        <p:spPr>
          <a:xfrm>
            <a:off x="329257" y="528153"/>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id Attribute?</a:t>
            </a:r>
          </a:p>
        </p:txBody>
      </p:sp>
      <p:sp>
        <p:nvSpPr>
          <p:cNvPr id="9" name="Text Placeholder 5">
            <a:extLst>
              <a:ext uri="{FF2B5EF4-FFF2-40B4-BE49-F238E27FC236}">
                <a16:creationId xmlns:a16="http://schemas.microsoft.com/office/drawing/2014/main" id="{FA675B44-45B8-5A27-80BA-556D1D164A75}"/>
              </a:ext>
            </a:extLst>
          </p:cNvPr>
          <p:cNvSpPr txBox="1">
            <a:spLocks/>
          </p:cNvSpPr>
          <p:nvPr/>
        </p:nvSpPr>
        <p:spPr>
          <a:xfrm>
            <a:off x="104749" y="1011198"/>
            <a:ext cx="5129860" cy="7848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id attribute specifies a unique id for an HTML element. The value of the id attribute must be unique within the HTML document.</a:t>
            </a:r>
          </a:p>
        </p:txBody>
      </p:sp>
      <p:pic>
        <p:nvPicPr>
          <p:cNvPr id="14" name="Picture 13" descr="Graphical user interface, text, application&#10;&#10;Description automatically generated">
            <a:extLst>
              <a:ext uri="{FF2B5EF4-FFF2-40B4-BE49-F238E27FC236}">
                <a16:creationId xmlns:a16="http://schemas.microsoft.com/office/drawing/2014/main" id="{9DD165B3-FC1F-3408-194A-B2185857711D}"/>
              </a:ext>
            </a:extLst>
          </p:cNvPr>
          <p:cNvPicPr>
            <a:picLocks noChangeAspect="1"/>
          </p:cNvPicPr>
          <p:nvPr/>
        </p:nvPicPr>
        <p:blipFill>
          <a:blip r:embed="rId4"/>
          <a:stretch>
            <a:fillRect/>
          </a:stretch>
        </p:blipFill>
        <p:spPr>
          <a:xfrm>
            <a:off x="5765350" y="87556"/>
            <a:ext cx="4355449" cy="3190733"/>
          </a:xfrm>
          <a:prstGeom prst="rect">
            <a:avLst/>
          </a:prstGeom>
        </p:spPr>
      </p:pic>
      <p:sp>
        <p:nvSpPr>
          <p:cNvPr id="16" name="Title 16">
            <a:extLst>
              <a:ext uri="{FF2B5EF4-FFF2-40B4-BE49-F238E27FC236}">
                <a16:creationId xmlns:a16="http://schemas.microsoft.com/office/drawing/2014/main" id="{2DEDD38F-3999-2E7B-D237-7964C809D55E}"/>
              </a:ext>
            </a:extLst>
          </p:cNvPr>
          <p:cNvSpPr txBox="1">
            <a:spLocks/>
          </p:cNvSpPr>
          <p:nvPr/>
        </p:nvSpPr>
        <p:spPr>
          <a:xfrm>
            <a:off x="553765" y="3121223"/>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Difference Between Class and ID?</a:t>
            </a:r>
          </a:p>
        </p:txBody>
      </p:sp>
      <p:sp>
        <p:nvSpPr>
          <p:cNvPr id="17" name="Text Placeholder 5">
            <a:extLst>
              <a:ext uri="{FF2B5EF4-FFF2-40B4-BE49-F238E27FC236}">
                <a16:creationId xmlns:a16="http://schemas.microsoft.com/office/drawing/2014/main" id="{86745CB0-01D7-586F-3342-82739B643FF5}"/>
              </a:ext>
            </a:extLst>
          </p:cNvPr>
          <p:cNvSpPr txBox="1">
            <a:spLocks/>
          </p:cNvSpPr>
          <p:nvPr/>
        </p:nvSpPr>
        <p:spPr>
          <a:xfrm>
            <a:off x="329257" y="3604268"/>
            <a:ext cx="5129860" cy="7848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A class name can be used by multiple HTML elements, while an id name must only be used by one HTML element within the page:</a:t>
            </a:r>
          </a:p>
        </p:txBody>
      </p:sp>
    </p:spTree>
    <p:extLst>
      <p:ext uri="{BB962C8B-B14F-4D97-AF65-F5344CB8AC3E}">
        <p14:creationId xmlns:p14="http://schemas.microsoft.com/office/powerpoint/2010/main" val="415962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a:t>
            </a:r>
            <a:r>
              <a:rPr lang="en-US" sz="2300" b="0" i="0" dirty="0" err="1">
                <a:solidFill>
                  <a:srgbClr val="C00000"/>
                </a:solidFill>
                <a:effectLst/>
                <a:latin typeface="Segoe UI" panose="020B0502040204020203" pitchFamily="34" charset="0"/>
              </a:rPr>
              <a:t>Iframes</a:t>
            </a:r>
            <a:endParaRPr lang="en-US" sz="2300" b="0" i="0" dirty="0">
              <a:solidFill>
                <a:srgbClr val="C00000"/>
              </a:solidFill>
              <a:effectLst/>
              <a:latin typeface="Segoe UI" panose="020B0502040204020203" pitchFamily="34" charset="0"/>
            </a:endParaRP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9" name="Text Placeholder 5">
            <a:extLst>
              <a:ext uri="{FF2B5EF4-FFF2-40B4-BE49-F238E27FC236}">
                <a16:creationId xmlns:a16="http://schemas.microsoft.com/office/drawing/2014/main" id="{FA675B44-45B8-5A27-80BA-556D1D164A75}"/>
              </a:ext>
            </a:extLst>
          </p:cNvPr>
          <p:cNvSpPr txBox="1">
            <a:spLocks/>
          </p:cNvSpPr>
          <p:nvPr/>
        </p:nvSpPr>
        <p:spPr>
          <a:xfrm>
            <a:off x="104748" y="653389"/>
            <a:ext cx="9357303" cy="2616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An HTML </a:t>
            </a:r>
            <a:r>
              <a:rPr lang="en-US" sz="1700" dirty="0" err="1">
                <a:solidFill>
                  <a:srgbClr val="000000"/>
                </a:solidFill>
                <a:latin typeface="Verdana" panose="020B0604030504040204" pitchFamily="34" charset="0"/>
              </a:rPr>
              <a:t>iframe</a:t>
            </a:r>
            <a:r>
              <a:rPr lang="en-US" sz="1700" dirty="0">
                <a:solidFill>
                  <a:srgbClr val="000000"/>
                </a:solidFill>
                <a:latin typeface="Verdana" panose="020B0604030504040204" pitchFamily="34" charset="0"/>
              </a:rPr>
              <a:t> is used to display a web page within a web page.</a:t>
            </a:r>
          </a:p>
        </p:txBody>
      </p:sp>
      <p:sp>
        <p:nvSpPr>
          <p:cNvPr id="16" name="Title 16">
            <a:extLst>
              <a:ext uri="{FF2B5EF4-FFF2-40B4-BE49-F238E27FC236}">
                <a16:creationId xmlns:a16="http://schemas.microsoft.com/office/drawing/2014/main" id="{2DEDD38F-3999-2E7B-D237-7964C809D55E}"/>
              </a:ext>
            </a:extLst>
          </p:cNvPr>
          <p:cNvSpPr txBox="1">
            <a:spLocks/>
          </p:cNvSpPr>
          <p:nvPr/>
        </p:nvSpPr>
        <p:spPr>
          <a:xfrm>
            <a:off x="104749" y="1090831"/>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err="1">
                <a:solidFill>
                  <a:srgbClr val="0078D4"/>
                </a:solidFill>
                <a:effectLst/>
                <a:latin typeface="Segoe UI" panose="020B0502040204020203" pitchFamily="34" charset="0"/>
              </a:rPr>
              <a:t>Iframe</a:t>
            </a:r>
            <a:r>
              <a:rPr lang="en-US" sz="2000" b="0" i="0" dirty="0">
                <a:solidFill>
                  <a:srgbClr val="0078D4"/>
                </a:solidFill>
                <a:effectLst/>
                <a:latin typeface="Segoe UI" panose="020B0502040204020203" pitchFamily="34" charset="0"/>
              </a:rPr>
              <a:t> Syntax</a:t>
            </a:r>
          </a:p>
        </p:txBody>
      </p:sp>
      <p:sp>
        <p:nvSpPr>
          <p:cNvPr id="17" name="Text Placeholder 5">
            <a:extLst>
              <a:ext uri="{FF2B5EF4-FFF2-40B4-BE49-F238E27FC236}">
                <a16:creationId xmlns:a16="http://schemas.microsoft.com/office/drawing/2014/main" id="{86745CB0-01D7-586F-3342-82739B643FF5}"/>
              </a:ext>
            </a:extLst>
          </p:cNvPr>
          <p:cNvSpPr txBox="1">
            <a:spLocks/>
          </p:cNvSpPr>
          <p:nvPr/>
        </p:nvSpPr>
        <p:spPr>
          <a:xfrm>
            <a:off x="104748" y="1574440"/>
            <a:ext cx="11596922" cy="329628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HTML </a:t>
            </a: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iframe</a:t>
            </a:r>
            <a:r>
              <a:rPr lang="en-US" sz="1700" dirty="0">
                <a:solidFill>
                  <a:srgbClr val="00B050"/>
                </a:solidFill>
                <a:latin typeface="Verdana" panose="020B0604030504040204" pitchFamily="34" charset="0"/>
              </a:rPr>
              <a:t>&gt; </a:t>
            </a:r>
            <a:r>
              <a:rPr lang="en-US" sz="1700" dirty="0">
                <a:solidFill>
                  <a:srgbClr val="000000"/>
                </a:solidFill>
                <a:latin typeface="Verdana" panose="020B0604030504040204" pitchFamily="34" charset="0"/>
              </a:rPr>
              <a:t>tag specifies an inline frame. It is a good practice to always include a </a:t>
            </a:r>
            <a:r>
              <a:rPr lang="en-US" sz="1700" dirty="0">
                <a:solidFill>
                  <a:srgbClr val="00B050"/>
                </a:solidFill>
                <a:latin typeface="Verdana" panose="020B0604030504040204" pitchFamily="34" charset="0"/>
              </a:rPr>
              <a:t>title attribute </a:t>
            </a:r>
            <a:r>
              <a:rPr lang="en-US" sz="1700" dirty="0">
                <a:solidFill>
                  <a:srgbClr val="000000"/>
                </a:solidFill>
                <a:latin typeface="Verdana" panose="020B0604030504040204" pitchFamily="34" charset="0"/>
              </a:rPr>
              <a:t>for the &lt;</a:t>
            </a:r>
            <a:r>
              <a:rPr lang="en-US" sz="1700" dirty="0" err="1">
                <a:solidFill>
                  <a:srgbClr val="000000"/>
                </a:solidFill>
                <a:latin typeface="Verdana" panose="020B0604030504040204" pitchFamily="34" charset="0"/>
              </a:rPr>
              <a:t>iframe</a:t>
            </a:r>
            <a:r>
              <a:rPr lang="en-US" sz="1700" dirty="0">
                <a:solidFill>
                  <a:srgbClr val="000000"/>
                </a:solidFill>
                <a:latin typeface="Verdana" panose="020B0604030504040204" pitchFamily="34" charset="0"/>
              </a:rPr>
              <a:t>&gt;. This is used by screen readers to read out what the content of the </a:t>
            </a:r>
            <a:r>
              <a:rPr lang="en-US" sz="1700" dirty="0" err="1">
                <a:solidFill>
                  <a:srgbClr val="000000"/>
                </a:solidFill>
                <a:latin typeface="Verdana" panose="020B0604030504040204" pitchFamily="34" charset="0"/>
              </a:rPr>
              <a:t>iframe</a:t>
            </a:r>
            <a:r>
              <a:rPr lang="en-US" sz="1700" dirty="0">
                <a:solidFill>
                  <a:srgbClr val="000000"/>
                </a:solidFill>
                <a:latin typeface="Verdana" panose="020B0604030504040204" pitchFamily="34" charset="0"/>
              </a:rPr>
              <a:t> is. Use the </a:t>
            </a:r>
            <a:r>
              <a:rPr lang="en-US" sz="1700" dirty="0">
                <a:solidFill>
                  <a:srgbClr val="00B050"/>
                </a:solidFill>
                <a:latin typeface="Verdana" panose="020B0604030504040204" pitchFamily="34" charset="0"/>
              </a:rPr>
              <a:t>height</a:t>
            </a:r>
            <a:r>
              <a:rPr lang="en-US" sz="1700" dirty="0">
                <a:solidFill>
                  <a:srgbClr val="000000"/>
                </a:solidFill>
                <a:latin typeface="Verdana" panose="020B0604030504040204" pitchFamily="34" charset="0"/>
              </a:rPr>
              <a:t> and </a:t>
            </a:r>
            <a:r>
              <a:rPr lang="en-US" sz="1700" dirty="0">
                <a:solidFill>
                  <a:srgbClr val="00B050"/>
                </a:solidFill>
                <a:latin typeface="Verdana" panose="020B0604030504040204" pitchFamily="34" charset="0"/>
              </a:rPr>
              <a:t>width </a:t>
            </a:r>
            <a:r>
              <a:rPr lang="en-US" sz="1700" dirty="0">
                <a:solidFill>
                  <a:srgbClr val="000000"/>
                </a:solidFill>
                <a:latin typeface="Verdana" panose="020B0604030504040204" pitchFamily="34" charset="0"/>
              </a:rPr>
              <a:t>attributes to specify the size of the </a:t>
            </a:r>
            <a:r>
              <a:rPr lang="en-US" sz="1700" dirty="0" err="1">
                <a:solidFill>
                  <a:srgbClr val="000000"/>
                </a:solidFill>
                <a:latin typeface="Verdana" panose="020B0604030504040204" pitchFamily="34" charset="0"/>
              </a:rPr>
              <a:t>iframe</a:t>
            </a:r>
            <a:r>
              <a:rPr lang="en-US" sz="1700" dirty="0">
                <a:solidFill>
                  <a:srgbClr val="000000"/>
                </a:solidFill>
                <a:latin typeface="Verdana" panose="020B0604030504040204" pitchFamily="34" charset="0"/>
              </a:rPr>
              <a:t>.</a:t>
            </a:r>
          </a:p>
          <a:p>
            <a:pPr marL="0" indent="0">
              <a:buFont typeface="Wingdings" panose="05000000000000000000" pitchFamily="2" charset="2"/>
              <a:buNone/>
            </a:pPr>
            <a:endParaRPr lang="en-US" sz="1700" dirty="0">
              <a:solidFill>
                <a:srgbClr val="000000"/>
              </a:solidFill>
              <a:latin typeface="Verdana" panose="020B0604030504040204" pitchFamily="34" charset="0"/>
            </a:endParaRPr>
          </a:p>
          <a:p>
            <a:pPr marL="0" indent="0">
              <a:buFont typeface="Wingdings" panose="05000000000000000000" pitchFamily="2" charset="2"/>
              <a:buNone/>
            </a:pP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iframe</a:t>
            </a:r>
            <a:r>
              <a:rPr lang="en-US" sz="1700" dirty="0">
                <a:solidFill>
                  <a:srgbClr val="00B050"/>
                </a:solidFill>
                <a:latin typeface="Verdana" panose="020B0604030504040204" pitchFamily="34" charset="0"/>
              </a:rPr>
              <a:t> </a:t>
            </a:r>
            <a:r>
              <a:rPr lang="en-US" sz="1700" dirty="0" err="1">
                <a:solidFill>
                  <a:schemeClr val="tx1"/>
                </a:solidFill>
                <a:latin typeface="Verdana" panose="020B0604030504040204" pitchFamily="34" charset="0"/>
              </a:rPr>
              <a:t>src</a:t>
            </a:r>
            <a:r>
              <a:rPr lang="en-US" sz="1700" dirty="0">
                <a:solidFill>
                  <a:schemeClr val="tx1"/>
                </a:solidFill>
                <a:latin typeface="Verdana" panose="020B0604030504040204" pitchFamily="34" charset="0"/>
              </a:rPr>
              <a:t>="demo_iframe.htm" height="200" width="300" title="</a:t>
            </a:r>
            <a:r>
              <a:rPr lang="en-US" sz="1700" dirty="0" err="1">
                <a:solidFill>
                  <a:schemeClr val="tx1"/>
                </a:solidFill>
                <a:latin typeface="Verdana" panose="020B0604030504040204" pitchFamily="34" charset="0"/>
              </a:rPr>
              <a:t>Iframe</a:t>
            </a:r>
            <a:r>
              <a:rPr lang="en-US" sz="1700" dirty="0">
                <a:solidFill>
                  <a:schemeClr val="tx1"/>
                </a:solidFill>
                <a:latin typeface="Verdana" panose="020B0604030504040204" pitchFamily="34" charset="0"/>
              </a:rPr>
              <a:t> Example"</a:t>
            </a:r>
            <a:r>
              <a:rPr lang="en-US" sz="1700" dirty="0">
                <a:solidFill>
                  <a:srgbClr val="00B050"/>
                </a:solidFill>
                <a:latin typeface="Verdana" panose="020B0604030504040204" pitchFamily="34" charset="0"/>
              </a:rPr>
              <a:t>&gt;&lt;/</a:t>
            </a:r>
            <a:r>
              <a:rPr lang="en-US" sz="1700" dirty="0" err="1">
                <a:solidFill>
                  <a:srgbClr val="00B050"/>
                </a:solidFill>
                <a:latin typeface="Verdana" panose="020B0604030504040204" pitchFamily="34" charset="0"/>
              </a:rPr>
              <a:t>iframe</a:t>
            </a:r>
            <a:r>
              <a:rPr lang="en-US" sz="1700" dirty="0">
                <a:solidFill>
                  <a:srgbClr val="00B050"/>
                </a:solidFill>
                <a:latin typeface="Verdana" panose="020B0604030504040204" pitchFamily="34" charset="0"/>
              </a:rPr>
              <a:t>&gt;</a:t>
            </a:r>
          </a:p>
          <a:p>
            <a:pPr marL="0" indent="0">
              <a:buFont typeface="Wingdings" panose="05000000000000000000" pitchFamily="2" charset="2"/>
              <a:buNone/>
            </a:pPr>
            <a:endParaRPr lang="en-US" sz="1700" dirty="0">
              <a:solidFill>
                <a:srgbClr val="00B050"/>
              </a:solidFill>
              <a:latin typeface="Verdana" panose="020B0604030504040204" pitchFamily="34" charset="0"/>
            </a:endParaRPr>
          </a:p>
          <a:p>
            <a:pPr marL="0" indent="0">
              <a:buFont typeface="Wingdings" panose="05000000000000000000" pitchFamily="2" charset="2"/>
              <a:buNone/>
            </a:pPr>
            <a:r>
              <a:rPr lang="en-US" sz="1700" dirty="0">
                <a:solidFill>
                  <a:schemeClr val="tx1"/>
                </a:solidFill>
                <a:latin typeface="Verdana" panose="020B0604030504040204" pitchFamily="34" charset="0"/>
              </a:rPr>
              <a:t>Or you can add the</a:t>
            </a:r>
            <a:r>
              <a:rPr lang="en-US" sz="1700" dirty="0">
                <a:solidFill>
                  <a:srgbClr val="00B050"/>
                </a:solidFill>
                <a:latin typeface="Verdana" panose="020B0604030504040204" pitchFamily="34" charset="0"/>
              </a:rPr>
              <a:t> style attribute </a:t>
            </a:r>
            <a:r>
              <a:rPr lang="en-US" sz="1700" dirty="0">
                <a:solidFill>
                  <a:schemeClr val="tx1"/>
                </a:solidFill>
                <a:latin typeface="Verdana" panose="020B0604030504040204" pitchFamily="34" charset="0"/>
              </a:rPr>
              <a:t>and use the </a:t>
            </a:r>
            <a:r>
              <a:rPr lang="en-US" sz="1700" dirty="0">
                <a:solidFill>
                  <a:srgbClr val="00B050"/>
                </a:solidFill>
                <a:latin typeface="Verdana" panose="020B0604030504040204" pitchFamily="34" charset="0"/>
              </a:rPr>
              <a:t>CSS height </a:t>
            </a:r>
            <a:r>
              <a:rPr lang="en-US" sz="1700" dirty="0">
                <a:solidFill>
                  <a:schemeClr val="tx1"/>
                </a:solidFill>
                <a:latin typeface="Verdana" panose="020B0604030504040204" pitchFamily="34" charset="0"/>
              </a:rPr>
              <a:t>and</a:t>
            </a:r>
            <a:r>
              <a:rPr lang="en-US" sz="1700" dirty="0">
                <a:solidFill>
                  <a:srgbClr val="00B050"/>
                </a:solidFill>
                <a:latin typeface="Verdana" panose="020B0604030504040204" pitchFamily="34" charset="0"/>
              </a:rPr>
              <a:t> width properties:</a:t>
            </a:r>
          </a:p>
          <a:p>
            <a:pPr marL="0" indent="0">
              <a:buFont typeface="Wingdings" panose="05000000000000000000" pitchFamily="2" charset="2"/>
              <a:buNone/>
            </a:pPr>
            <a:endParaRPr lang="en-US" sz="1700" dirty="0">
              <a:solidFill>
                <a:srgbClr val="00B050"/>
              </a:solidFill>
              <a:latin typeface="Verdana" panose="020B0604030504040204" pitchFamily="34" charset="0"/>
            </a:endParaRPr>
          </a:p>
          <a:p>
            <a:pPr marL="0" indent="0">
              <a:buFont typeface="Wingdings" panose="05000000000000000000" pitchFamily="2" charset="2"/>
              <a:buNone/>
            </a:pPr>
            <a:r>
              <a:rPr lang="en-US" sz="1700" dirty="0">
                <a:solidFill>
                  <a:srgbClr val="00B050"/>
                </a:solidFill>
                <a:latin typeface="Verdana" panose="020B0604030504040204" pitchFamily="34" charset="0"/>
              </a:rPr>
              <a:t>Example</a:t>
            </a:r>
          </a:p>
          <a:p>
            <a:pPr marL="0" indent="0">
              <a:buFont typeface="Wingdings" panose="05000000000000000000" pitchFamily="2" charset="2"/>
              <a:buNone/>
            </a:pPr>
            <a:endParaRPr lang="en-US" sz="1700" dirty="0">
              <a:solidFill>
                <a:srgbClr val="00B050"/>
              </a:solidFill>
              <a:latin typeface="Verdana" panose="020B0604030504040204" pitchFamily="34" charset="0"/>
            </a:endParaRPr>
          </a:p>
          <a:p>
            <a:pPr marL="0" indent="0">
              <a:buFont typeface="Wingdings" panose="05000000000000000000" pitchFamily="2" charset="2"/>
              <a:buNone/>
            </a:pP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err="1">
                <a:solidFill>
                  <a:srgbClr val="A52A2A"/>
                </a:solidFill>
                <a:effectLst/>
                <a:latin typeface="Verdana" panose="020B0604030504040204" pitchFamily="34" charset="0"/>
                <a:ea typeface="Verdana" panose="020B0604030504040204" pitchFamily="34" charset="0"/>
              </a:rPr>
              <a:t>iframe</a:t>
            </a:r>
            <a:r>
              <a:rPr lang="en-US" sz="1700" b="0" i="0" dirty="0">
                <a:solidFill>
                  <a:srgbClr val="FF0000"/>
                </a:solidFill>
                <a:effectLst/>
                <a:latin typeface="Verdana" panose="020B0604030504040204" pitchFamily="34" charset="0"/>
                <a:ea typeface="Verdana" panose="020B0604030504040204" pitchFamily="34" charset="0"/>
              </a:rPr>
              <a:t> </a:t>
            </a:r>
            <a:r>
              <a:rPr lang="en-US" sz="1700" b="0" i="0" dirty="0" err="1">
                <a:solidFill>
                  <a:srgbClr val="FF0000"/>
                </a:solidFill>
                <a:effectLst/>
                <a:latin typeface="Verdana" panose="020B0604030504040204" pitchFamily="34" charset="0"/>
                <a:ea typeface="Verdana" panose="020B0604030504040204" pitchFamily="34" charset="0"/>
              </a:rPr>
              <a:t>src</a:t>
            </a:r>
            <a:r>
              <a:rPr lang="en-US" sz="1700" b="0" i="0" dirty="0">
                <a:solidFill>
                  <a:srgbClr val="0000CD"/>
                </a:solidFill>
                <a:effectLst/>
                <a:latin typeface="Verdana" panose="020B0604030504040204" pitchFamily="34" charset="0"/>
                <a:ea typeface="Verdana" panose="020B0604030504040204" pitchFamily="34" charset="0"/>
              </a:rPr>
              <a:t>="demo_iframe.htm"</a:t>
            </a:r>
            <a:r>
              <a:rPr lang="en-US" sz="1700" b="0" i="0" dirty="0">
                <a:solidFill>
                  <a:srgbClr val="FF0000"/>
                </a:solidFill>
                <a:effectLst/>
                <a:latin typeface="Verdana" panose="020B0604030504040204" pitchFamily="34" charset="0"/>
                <a:ea typeface="Verdana" panose="020B0604030504040204" pitchFamily="34" charset="0"/>
              </a:rPr>
              <a:t> style</a:t>
            </a:r>
            <a:r>
              <a:rPr lang="en-US" sz="1700" b="0" i="0" dirty="0">
                <a:solidFill>
                  <a:srgbClr val="0000CD"/>
                </a:solidFill>
                <a:effectLst/>
                <a:latin typeface="Verdana" panose="020B0604030504040204" pitchFamily="34" charset="0"/>
                <a:ea typeface="Verdana" panose="020B0604030504040204" pitchFamily="34" charset="0"/>
              </a:rPr>
              <a:t>="height:200px;width:300px;"</a:t>
            </a:r>
            <a:r>
              <a:rPr lang="en-US" sz="1700" b="0" i="0" dirty="0">
                <a:solidFill>
                  <a:srgbClr val="FF0000"/>
                </a:solidFill>
                <a:effectLst/>
                <a:latin typeface="Verdana" panose="020B0604030504040204" pitchFamily="34" charset="0"/>
                <a:ea typeface="Verdana" panose="020B0604030504040204" pitchFamily="34" charset="0"/>
              </a:rPr>
              <a:t> title</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err="1">
                <a:solidFill>
                  <a:srgbClr val="0000CD"/>
                </a:solidFill>
                <a:effectLst/>
                <a:latin typeface="Verdana" panose="020B0604030504040204" pitchFamily="34" charset="0"/>
                <a:ea typeface="Verdana" panose="020B0604030504040204" pitchFamily="34" charset="0"/>
              </a:rPr>
              <a:t>Iframe</a:t>
            </a:r>
            <a:r>
              <a:rPr lang="en-US" sz="1700" b="0" i="0" dirty="0">
                <a:solidFill>
                  <a:srgbClr val="0000CD"/>
                </a:solidFill>
                <a:effectLst/>
                <a:latin typeface="Verdana" panose="020B0604030504040204" pitchFamily="34" charset="0"/>
                <a:ea typeface="Verdana" panose="020B0604030504040204" pitchFamily="34" charset="0"/>
              </a:rPr>
              <a:t> Example"&gt;&lt;</a:t>
            </a:r>
            <a:r>
              <a:rPr lang="en-US" sz="1700" b="0" i="0" dirty="0">
                <a:solidFill>
                  <a:srgbClr val="A52A2A"/>
                </a:solidFill>
                <a:effectLst/>
                <a:latin typeface="Verdana" panose="020B0604030504040204" pitchFamily="34" charset="0"/>
                <a:ea typeface="Verdana" panose="020B0604030504040204" pitchFamily="34" charset="0"/>
              </a:rPr>
              <a:t>/</a:t>
            </a:r>
            <a:r>
              <a:rPr lang="en-US" sz="1700" b="0" i="0" dirty="0" err="1">
                <a:solidFill>
                  <a:srgbClr val="A52A2A"/>
                </a:solidFill>
                <a:effectLst/>
                <a:latin typeface="Verdana" panose="020B0604030504040204" pitchFamily="34" charset="0"/>
                <a:ea typeface="Verdana" panose="020B0604030504040204" pitchFamily="34" charset="0"/>
              </a:rPr>
              <a:t>iframe</a:t>
            </a:r>
            <a:r>
              <a:rPr lang="en-US" sz="1700" b="0" i="0" dirty="0">
                <a:solidFill>
                  <a:srgbClr val="0000CD"/>
                </a:solidFill>
                <a:effectLst/>
                <a:latin typeface="Verdana" panose="020B0604030504040204" pitchFamily="34" charset="0"/>
                <a:ea typeface="Verdana" panose="020B0604030504040204" pitchFamily="34" charset="0"/>
              </a:rPr>
              <a:t>&gt;</a:t>
            </a:r>
            <a:endParaRPr lang="en-US" sz="1700" dirty="0">
              <a:solidFill>
                <a:srgbClr val="00B05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4463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 Head Element</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9" name="Text Placeholder 5">
            <a:extLst>
              <a:ext uri="{FF2B5EF4-FFF2-40B4-BE49-F238E27FC236}">
                <a16:creationId xmlns:a16="http://schemas.microsoft.com/office/drawing/2014/main" id="{FA675B44-45B8-5A27-80BA-556D1D164A75}"/>
              </a:ext>
            </a:extLst>
          </p:cNvPr>
          <p:cNvSpPr txBox="1">
            <a:spLocks/>
          </p:cNvSpPr>
          <p:nvPr/>
        </p:nvSpPr>
        <p:spPr>
          <a:xfrm>
            <a:off x="104748" y="560625"/>
            <a:ext cx="9357303"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HTML &lt;head&gt; element is a container for the following elements: &lt;title&gt;, &lt;style&gt;, &lt;meta&gt;, &lt;link&gt;, &lt;script&gt;, and &lt;base&gt;.</a:t>
            </a:r>
          </a:p>
        </p:txBody>
      </p:sp>
      <p:sp>
        <p:nvSpPr>
          <p:cNvPr id="6" name="Title 16">
            <a:extLst>
              <a:ext uri="{FF2B5EF4-FFF2-40B4-BE49-F238E27FC236}">
                <a16:creationId xmlns:a16="http://schemas.microsoft.com/office/drawing/2014/main" id="{05BD882F-4A34-1836-B700-B7946C17B835}"/>
              </a:ext>
            </a:extLst>
          </p:cNvPr>
          <p:cNvSpPr txBox="1">
            <a:spLocks/>
          </p:cNvSpPr>
          <p:nvPr/>
        </p:nvSpPr>
        <p:spPr>
          <a:xfrm>
            <a:off x="104749" y="1255979"/>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 Layout Elements</a:t>
            </a:r>
          </a:p>
        </p:txBody>
      </p:sp>
      <p:sp>
        <p:nvSpPr>
          <p:cNvPr id="7" name="Text Placeholder 5">
            <a:extLst>
              <a:ext uri="{FF2B5EF4-FFF2-40B4-BE49-F238E27FC236}">
                <a16:creationId xmlns:a16="http://schemas.microsoft.com/office/drawing/2014/main" id="{4765BAB7-538C-81FA-E913-1F94DA2A7D33}"/>
              </a:ext>
            </a:extLst>
          </p:cNvPr>
          <p:cNvSpPr txBox="1">
            <a:spLocks/>
          </p:cNvSpPr>
          <p:nvPr/>
        </p:nvSpPr>
        <p:spPr>
          <a:xfrm>
            <a:off x="104748" y="1729048"/>
            <a:ext cx="9357303" cy="2616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HTML has several semantic elements that define the different parts of a web page:</a:t>
            </a:r>
          </a:p>
        </p:txBody>
      </p:sp>
      <p:pic>
        <p:nvPicPr>
          <p:cNvPr id="10" name="Picture 9" descr="Text&#10;&#10;Description automatically generated with medium confidence">
            <a:extLst>
              <a:ext uri="{FF2B5EF4-FFF2-40B4-BE49-F238E27FC236}">
                <a16:creationId xmlns:a16="http://schemas.microsoft.com/office/drawing/2014/main" id="{17381A99-BD21-8053-B6A7-488C62D07BB5}"/>
              </a:ext>
            </a:extLst>
          </p:cNvPr>
          <p:cNvPicPr>
            <a:picLocks noChangeAspect="1"/>
          </p:cNvPicPr>
          <p:nvPr/>
        </p:nvPicPr>
        <p:blipFill>
          <a:blip r:embed="rId4"/>
          <a:stretch>
            <a:fillRect/>
          </a:stretch>
        </p:blipFill>
        <p:spPr>
          <a:xfrm>
            <a:off x="463826" y="2046524"/>
            <a:ext cx="8706678" cy="2409080"/>
          </a:xfrm>
          <a:prstGeom prst="rect">
            <a:avLst/>
          </a:prstGeom>
        </p:spPr>
      </p:pic>
      <p:sp>
        <p:nvSpPr>
          <p:cNvPr id="11" name="Title 16">
            <a:extLst>
              <a:ext uri="{FF2B5EF4-FFF2-40B4-BE49-F238E27FC236}">
                <a16:creationId xmlns:a16="http://schemas.microsoft.com/office/drawing/2014/main" id="{0DFC35AF-1CBB-0393-D992-46AC083E67D8}"/>
              </a:ext>
            </a:extLst>
          </p:cNvPr>
          <p:cNvSpPr txBox="1">
            <a:spLocks/>
          </p:cNvSpPr>
          <p:nvPr/>
        </p:nvSpPr>
        <p:spPr>
          <a:xfrm>
            <a:off x="104749" y="4401803"/>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 Layout Techniques</a:t>
            </a:r>
          </a:p>
        </p:txBody>
      </p:sp>
      <p:sp>
        <p:nvSpPr>
          <p:cNvPr id="12" name="Text Placeholder 5">
            <a:extLst>
              <a:ext uri="{FF2B5EF4-FFF2-40B4-BE49-F238E27FC236}">
                <a16:creationId xmlns:a16="http://schemas.microsoft.com/office/drawing/2014/main" id="{7949FFD5-A50C-83AE-9712-732AD3C83181}"/>
              </a:ext>
            </a:extLst>
          </p:cNvPr>
          <p:cNvSpPr txBox="1">
            <a:spLocks/>
          </p:cNvSpPr>
          <p:nvPr/>
        </p:nvSpPr>
        <p:spPr>
          <a:xfrm>
            <a:off x="104748" y="4993496"/>
            <a:ext cx="9357303" cy="177894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There are four different techniques to create multicolumn layouts. Each technique has its pros and cons:</a:t>
            </a:r>
          </a:p>
          <a:p>
            <a:r>
              <a:rPr lang="en-US" sz="1700" dirty="0">
                <a:solidFill>
                  <a:srgbClr val="000000"/>
                </a:solidFill>
                <a:latin typeface="Verdana" panose="020B0604030504040204" pitchFamily="34" charset="0"/>
              </a:rPr>
              <a:t>CSS framework</a:t>
            </a:r>
          </a:p>
          <a:p>
            <a:r>
              <a:rPr lang="en-US" sz="1700" dirty="0">
                <a:solidFill>
                  <a:srgbClr val="000000"/>
                </a:solidFill>
                <a:latin typeface="Verdana" panose="020B0604030504040204" pitchFamily="34" charset="0"/>
              </a:rPr>
              <a:t>CSS float property</a:t>
            </a:r>
          </a:p>
          <a:p>
            <a:r>
              <a:rPr lang="en-US" sz="1700" dirty="0">
                <a:solidFill>
                  <a:srgbClr val="000000"/>
                </a:solidFill>
                <a:latin typeface="Verdana" panose="020B0604030504040204" pitchFamily="34" charset="0"/>
              </a:rPr>
              <a:t>CSS flexbox</a:t>
            </a:r>
          </a:p>
          <a:p>
            <a:r>
              <a:rPr lang="en-US" sz="1700" dirty="0">
                <a:solidFill>
                  <a:srgbClr val="000000"/>
                </a:solidFill>
                <a:latin typeface="Verdana" panose="020B0604030504040204" pitchFamily="34" charset="0"/>
              </a:rPr>
              <a:t>CSS grid</a:t>
            </a:r>
          </a:p>
        </p:txBody>
      </p:sp>
    </p:spTree>
    <p:extLst>
      <p:ext uri="{BB962C8B-B14F-4D97-AF65-F5344CB8AC3E}">
        <p14:creationId xmlns:p14="http://schemas.microsoft.com/office/powerpoint/2010/main" val="66519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Forms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1" name="Text Placeholder 5">
            <a:extLst>
              <a:ext uri="{FF2B5EF4-FFF2-40B4-BE49-F238E27FC236}">
                <a16:creationId xmlns:a16="http://schemas.microsoft.com/office/drawing/2014/main" id="{43EB0205-A0BB-DD1F-4677-C38C179E1D93}"/>
              </a:ext>
            </a:extLst>
          </p:cNvPr>
          <p:cNvSpPr>
            <a:spLocks noGrp="1"/>
          </p:cNvSpPr>
          <p:nvPr>
            <p:ph type="body" sz="quarter" idx="10"/>
          </p:nvPr>
        </p:nvSpPr>
        <p:spPr>
          <a:xfrm>
            <a:off x="104749" y="531305"/>
            <a:ext cx="11179881" cy="523220"/>
          </a:xfrm>
        </p:spPr>
        <p:txBody>
          <a:bodyPr/>
          <a:lstStyle/>
          <a:p>
            <a:pPr marL="0" indent="0" algn="l">
              <a:buNone/>
            </a:pPr>
            <a:r>
              <a:rPr lang="en-US" sz="1700" b="0" i="0" dirty="0">
                <a:solidFill>
                  <a:srgbClr val="000000"/>
                </a:solidFill>
                <a:effectLst/>
                <a:latin typeface="Verdana" panose="020B0604030504040204" pitchFamily="34" charset="0"/>
              </a:rPr>
              <a:t>An HTML form is used to collect user input. The user input is most often sent to a server for processing.</a:t>
            </a:r>
            <a:endParaRPr lang="en-US" sz="1700" b="0" i="0" dirty="0">
              <a:solidFill>
                <a:srgbClr val="00B050"/>
              </a:solidFill>
              <a:effectLst/>
              <a:latin typeface="Verdana" panose="020B0604030504040204" pitchFamily="34" charset="0"/>
            </a:endParaRPr>
          </a:p>
        </p:txBody>
      </p:sp>
      <p:sp>
        <p:nvSpPr>
          <p:cNvPr id="5" name="Text Placeholder 5">
            <a:extLst>
              <a:ext uri="{FF2B5EF4-FFF2-40B4-BE49-F238E27FC236}">
                <a16:creationId xmlns:a16="http://schemas.microsoft.com/office/drawing/2014/main" id="{9F173C32-AB83-3120-D2C2-FCBA7B095113}"/>
              </a:ext>
            </a:extLst>
          </p:cNvPr>
          <p:cNvSpPr txBox="1">
            <a:spLocks/>
          </p:cNvSpPr>
          <p:nvPr/>
        </p:nvSpPr>
        <p:spPr>
          <a:xfrm>
            <a:off x="296501" y="1620044"/>
            <a:ext cx="11179881" cy="371486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HTML &lt;form&gt; element can contain one or more of the following form elements:</a:t>
            </a:r>
          </a:p>
          <a:p>
            <a:pPr marL="342900" indent="-342900">
              <a:buFont typeface="+mj-lt"/>
              <a:buAutoNum type="arabicPeriod"/>
            </a:pPr>
            <a:r>
              <a:rPr lang="en-US" sz="1700" dirty="0">
                <a:solidFill>
                  <a:srgbClr val="00B050"/>
                </a:solidFill>
                <a:latin typeface="Verdana" panose="020B0604030504040204" pitchFamily="34" charset="0"/>
              </a:rPr>
              <a:t>&lt;input&gt;</a:t>
            </a:r>
          </a:p>
          <a:p>
            <a:pPr marL="342900" indent="-342900">
              <a:buFont typeface="+mj-lt"/>
              <a:buAutoNum type="arabicPeriod"/>
            </a:pPr>
            <a:r>
              <a:rPr lang="en-US" sz="1700" dirty="0">
                <a:solidFill>
                  <a:srgbClr val="00B050"/>
                </a:solidFill>
                <a:latin typeface="Verdana" panose="020B0604030504040204" pitchFamily="34" charset="0"/>
              </a:rPr>
              <a:t>&lt;label&gt;</a:t>
            </a:r>
          </a:p>
          <a:p>
            <a:pPr marL="342900" indent="-342900">
              <a:buFont typeface="+mj-lt"/>
              <a:buAutoNum type="arabicPeriod"/>
            </a:pPr>
            <a:r>
              <a:rPr lang="en-US" sz="1700" dirty="0">
                <a:solidFill>
                  <a:srgbClr val="00B050"/>
                </a:solidFill>
                <a:latin typeface="Verdana" panose="020B0604030504040204" pitchFamily="34" charset="0"/>
              </a:rPr>
              <a:t>&lt;select&gt;</a:t>
            </a:r>
          </a:p>
          <a:p>
            <a:pPr marL="342900" indent="-342900">
              <a:buFont typeface="+mj-lt"/>
              <a:buAutoNum type="arabicPeriod"/>
            </a:pP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textarea</a:t>
            </a:r>
            <a:r>
              <a:rPr lang="en-US" sz="1700" dirty="0">
                <a:solidFill>
                  <a:srgbClr val="00B050"/>
                </a:solidFill>
                <a:latin typeface="Verdana" panose="020B0604030504040204" pitchFamily="34" charset="0"/>
              </a:rPr>
              <a:t>&gt;</a:t>
            </a:r>
          </a:p>
          <a:p>
            <a:pPr marL="342900" indent="-342900">
              <a:buFont typeface="+mj-lt"/>
              <a:buAutoNum type="arabicPeriod"/>
            </a:pPr>
            <a:r>
              <a:rPr lang="en-US" sz="1700" dirty="0">
                <a:solidFill>
                  <a:srgbClr val="00B050"/>
                </a:solidFill>
                <a:latin typeface="Verdana" panose="020B0604030504040204" pitchFamily="34" charset="0"/>
              </a:rPr>
              <a:t>&lt;button&gt;</a:t>
            </a:r>
          </a:p>
          <a:p>
            <a:pPr marL="342900" indent="-342900">
              <a:buFont typeface="+mj-lt"/>
              <a:buAutoNum type="arabicPeriod"/>
            </a:pP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fieldset</a:t>
            </a:r>
            <a:r>
              <a:rPr lang="en-US" sz="1700" dirty="0">
                <a:solidFill>
                  <a:srgbClr val="00B050"/>
                </a:solidFill>
                <a:latin typeface="Verdana" panose="020B0604030504040204" pitchFamily="34" charset="0"/>
              </a:rPr>
              <a:t>&gt;</a:t>
            </a:r>
          </a:p>
          <a:p>
            <a:pPr marL="342900" indent="-342900">
              <a:buFont typeface="+mj-lt"/>
              <a:buAutoNum type="arabicPeriod"/>
            </a:pPr>
            <a:r>
              <a:rPr lang="en-US" sz="1700" dirty="0">
                <a:solidFill>
                  <a:srgbClr val="00B050"/>
                </a:solidFill>
                <a:latin typeface="Verdana" panose="020B0604030504040204" pitchFamily="34" charset="0"/>
              </a:rPr>
              <a:t>&lt;legend&gt;</a:t>
            </a:r>
          </a:p>
          <a:p>
            <a:pPr marL="342900" indent="-342900">
              <a:buFont typeface="+mj-lt"/>
              <a:buAutoNum type="arabicPeriod"/>
            </a:pP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datalist</a:t>
            </a:r>
            <a:r>
              <a:rPr lang="en-US" sz="1700" dirty="0">
                <a:solidFill>
                  <a:srgbClr val="00B050"/>
                </a:solidFill>
                <a:latin typeface="Verdana" panose="020B0604030504040204" pitchFamily="34" charset="0"/>
              </a:rPr>
              <a:t>&gt;</a:t>
            </a:r>
          </a:p>
          <a:p>
            <a:pPr marL="342900" indent="-342900">
              <a:buFont typeface="+mj-lt"/>
              <a:buAutoNum type="arabicPeriod"/>
            </a:pPr>
            <a:r>
              <a:rPr lang="en-US" sz="1700" dirty="0">
                <a:solidFill>
                  <a:srgbClr val="00B050"/>
                </a:solidFill>
                <a:latin typeface="Verdana" panose="020B0604030504040204" pitchFamily="34" charset="0"/>
              </a:rPr>
              <a:t>&lt;output&gt;</a:t>
            </a:r>
          </a:p>
          <a:p>
            <a:pPr marL="342900" indent="-342900">
              <a:buFont typeface="+mj-lt"/>
              <a:buAutoNum type="arabicPeriod"/>
            </a:pPr>
            <a:r>
              <a:rPr lang="en-US" sz="1700" dirty="0">
                <a:solidFill>
                  <a:srgbClr val="00B050"/>
                </a:solidFill>
                <a:latin typeface="Verdana" panose="020B0604030504040204" pitchFamily="34" charset="0"/>
              </a:rPr>
              <a:t>&lt;option&gt;</a:t>
            </a:r>
          </a:p>
          <a:p>
            <a:pPr marL="342900" indent="-342900">
              <a:buFont typeface="+mj-lt"/>
              <a:buAutoNum type="arabicPeriod"/>
            </a:pPr>
            <a:r>
              <a:rPr lang="en-US" sz="1700" dirty="0">
                <a:solidFill>
                  <a:srgbClr val="00B050"/>
                </a:solidFill>
                <a:latin typeface="Verdana" panose="020B0604030504040204" pitchFamily="34" charset="0"/>
              </a:rPr>
              <a:t>&lt;</a:t>
            </a:r>
            <a:r>
              <a:rPr lang="en-US" sz="1700" dirty="0" err="1">
                <a:solidFill>
                  <a:srgbClr val="00B050"/>
                </a:solidFill>
                <a:latin typeface="Verdana" panose="020B0604030504040204" pitchFamily="34" charset="0"/>
              </a:rPr>
              <a:t>optgroup</a:t>
            </a:r>
            <a:r>
              <a:rPr lang="en-US" sz="1700" dirty="0">
                <a:solidFill>
                  <a:srgbClr val="00B050"/>
                </a:solidFill>
                <a:latin typeface="Verdana" panose="020B0604030504040204" pitchFamily="34" charset="0"/>
              </a:rPr>
              <a:t>&gt;</a:t>
            </a:r>
          </a:p>
        </p:txBody>
      </p:sp>
      <p:sp>
        <p:nvSpPr>
          <p:cNvPr id="7" name="Title 16">
            <a:extLst>
              <a:ext uri="{FF2B5EF4-FFF2-40B4-BE49-F238E27FC236}">
                <a16:creationId xmlns:a16="http://schemas.microsoft.com/office/drawing/2014/main" id="{622B4CD2-999C-3B84-4A22-089934C99D85}"/>
              </a:ext>
            </a:extLst>
          </p:cNvPr>
          <p:cNvSpPr txBox="1">
            <a:spLocks/>
          </p:cNvSpPr>
          <p:nvPr/>
        </p:nvSpPr>
        <p:spPr>
          <a:xfrm>
            <a:off x="256745" y="1183396"/>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Form Elements?</a:t>
            </a:r>
          </a:p>
        </p:txBody>
      </p:sp>
      <p:pic>
        <p:nvPicPr>
          <p:cNvPr id="13" name="Picture 12" descr="Graphical user interface, text, application&#10;&#10;Description automatically generated">
            <a:extLst>
              <a:ext uri="{FF2B5EF4-FFF2-40B4-BE49-F238E27FC236}">
                <a16:creationId xmlns:a16="http://schemas.microsoft.com/office/drawing/2014/main" id="{4AFDC6D3-D845-6448-CACF-E6EA6ECF73C3}"/>
              </a:ext>
            </a:extLst>
          </p:cNvPr>
          <p:cNvPicPr>
            <a:picLocks noChangeAspect="1"/>
          </p:cNvPicPr>
          <p:nvPr/>
        </p:nvPicPr>
        <p:blipFill>
          <a:blip r:embed="rId4"/>
          <a:stretch>
            <a:fillRect/>
          </a:stretch>
        </p:blipFill>
        <p:spPr>
          <a:xfrm>
            <a:off x="6742307" y="2707497"/>
            <a:ext cx="3532596" cy="2063286"/>
          </a:xfrm>
          <a:prstGeom prst="rect">
            <a:avLst/>
          </a:prstGeom>
        </p:spPr>
      </p:pic>
      <p:sp>
        <p:nvSpPr>
          <p:cNvPr id="14" name="Title 16">
            <a:extLst>
              <a:ext uri="{FF2B5EF4-FFF2-40B4-BE49-F238E27FC236}">
                <a16:creationId xmlns:a16="http://schemas.microsoft.com/office/drawing/2014/main" id="{FF73CA1B-96C5-8BC7-EB49-5CF4A90A97F0}"/>
              </a:ext>
            </a:extLst>
          </p:cNvPr>
          <p:cNvSpPr txBox="1">
            <a:spLocks/>
          </p:cNvSpPr>
          <p:nvPr/>
        </p:nvSpPr>
        <p:spPr>
          <a:xfrm>
            <a:off x="6688664" y="2335284"/>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Form example</a:t>
            </a:r>
          </a:p>
        </p:txBody>
      </p:sp>
    </p:spTree>
    <p:extLst>
      <p:ext uri="{BB962C8B-B14F-4D97-AF65-F5344CB8AC3E}">
        <p14:creationId xmlns:p14="http://schemas.microsoft.com/office/powerpoint/2010/main" val="341799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Forms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5" name="Text Placeholder 5">
            <a:extLst>
              <a:ext uri="{FF2B5EF4-FFF2-40B4-BE49-F238E27FC236}">
                <a16:creationId xmlns:a16="http://schemas.microsoft.com/office/drawing/2014/main" id="{9F173C32-AB83-3120-D2C2-FCBA7B095113}"/>
              </a:ext>
            </a:extLst>
          </p:cNvPr>
          <p:cNvSpPr txBox="1">
            <a:spLocks/>
          </p:cNvSpPr>
          <p:nvPr/>
        </p:nvSpPr>
        <p:spPr>
          <a:xfrm>
            <a:off x="104749" y="850065"/>
            <a:ext cx="11179881" cy="8894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HTML &lt;input&gt; element is the most used form element.</a:t>
            </a:r>
          </a:p>
          <a:p>
            <a:pPr marL="0" indent="0">
              <a:buFont typeface="Wingdings" panose="05000000000000000000" pitchFamily="2" charset="2"/>
              <a:buNone/>
            </a:pPr>
            <a:r>
              <a:rPr lang="en-US" sz="1700" dirty="0">
                <a:solidFill>
                  <a:srgbClr val="000000"/>
                </a:solidFill>
                <a:latin typeface="Verdana" panose="020B0604030504040204" pitchFamily="34" charset="0"/>
              </a:rPr>
              <a:t>An &lt;input&gt; element can be displayed in many ways, depending on the type attribute.</a:t>
            </a:r>
          </a:p>
          <a:p>
            <a:pPr marL="0" indent="0">
              <a:buFont typeface="Wingdings" panose="05000000000000000000" pitchFamily="2" charset="2"/>
              <a:buNone/>
            </a:pPr>
            <a:r>
              <a:rPr lang="en-US" sz="1700" dirty="0">
                <a:solidFill>
                  <a:srgbClr val="000000"/>
                </a:solidFill>
                <a:latin typeface="Verdana" panose="020B0604030504040204" pitchFamily="34" charset="0"/>
              </a:rPr>
              <a:t>Here are some examples:</a:t>
            </a:r>
            <a:endParaRPr lang="en-US" sz="1700" dirty="0">
              <a:solidFill>
                <a:srgbClr val="00B050"/>
              </a:solidFill>
              <a:latin typeface="Verdana" panose="020B0604030504040204" pitchFamily="34" charset="0"/>
            </a:endParaRPr>
          </a:p>
        </p:txBody>
      </p:sp>
      <p:sp>
        <p:nvSpPr>
          <p:cNvPr id="7" name="Title 16">
            <a:extLst>
              <a:ext uri="{FF2B5EF4-FFF2-40B4-BE49-F238E27FC236}">
                <a16:creationId xmlns:a16="http://schemas.microsoft.com/office/drawing/2014/main" id="{622B4CD2-999C-3B84-4A22-089934C99D85}"/>
              </a:ext>
            </a:extLst>
          </p:cNvPr>
          <p:cNvSpPr txBox="1">
            <a:spLocks/>
          </p:cNvSpPr>
          <p:nvPr/>
        </p:nvSpPr>
        <p:spPr>
          <a:xfrm>
            <a:off x="296501" y="464381"/>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&lt;input&gt; Element</a:t>
            </a:r>
          </a:p>
        </p:txBody>
      </p:sp>
      <p:graphicFrame>
        <p:nvGraphicFramePr>
          <p:cNvPr id="12" name="Table 14">
            <a:extLst>
              <a:ext uri="{FF2B5EF4-FFF2-40B4-BE49-F238E27FC236}">
                <a16:creationId xmlns:a16="http://schemas.microsoft.com/office/drawing/2014/main" id="{A9A28C37-EBE9-063A-9575-AEFDB9C7C308}"/>
              </a:ext>
            </a:extLst>
          </p:cNvPr>
          <p:cNvGraphicFramePr>
            <a:graphicFrameLocks noGrp="1"/>
          </p:cNvGraphicFramePr>
          <p:nvPr>
            <p:extLst>
              <p:ext uri="{D42A27DB-BD31-4B8C-83A1-F6EECF244321}">
                <p14:modId xmlns:p14="http://schemas.microsoft.com/office/powerpoint/2010/main" val="3187733289"/>
              </p:ext>
            </p:extLst>
          </p:nvPr>
        </p:nvGraphicFramePr>
        <p:xfrm>
          <a:off x="296501" y="1875070"/>
          <a:ext cx="11405706" cy="3403600"/>
        </p:xfrm>
        <a:graphic>
          <a:graphicData uri="http://schemas.openxmlformats.org/drawingml/2006/table">
            <a:tbl>
              <a:tblPr firstRow="1" bandRow="1">
                <a:tableStyleId>{5C22544A-7EE6-4342-B048-85BDC9FD1C3A}</a:tableStyleId>
              </a:tblPr>
              <a:tblGrid>
                <a:gridCol w="3348384">
                  <a:extLst>
                    <a:ext uri="{9D8B030D-6E8A-4147-A177-3AD203B41FA5}">
                      <a16:colId xmlns:a16="http://schemas.microsoft.com/office/drawing/2014/main" val="3875275618"/>
                    </a:ext>
                  </a:extLst>
                </a:gridCol>
                <a:gridCol w="8057322">
                  <a:extLst>
                    <a:ext uri="{9D8B030D-6E8A-4147-A177-3AD203B41FA5}">
                      <a16:colId xmlns:a16="http://schemas.microsoft.com/office/drawing/2014/main" val="1339797369"/>
                    </a:ext>
                  </a:extLst>
                </a:gridCol>
              </a:tblGrid>
              <a:tr h="370840">
                <a:tc>
                  <a:txBody>
                    <a:bodyPr/>
                    <a:lstStyle/>
                    <a:p>
                      <a:r>
                        <a:rPr lang="en-US" sz="1800" dirty="0">
                          <a:gradFill>
                            <a:gsLst>
                              <a:gs pos="2917">
                                <a:schemeClr val="tx1"/>
                              </a:gs>
                              <a:gs pos="30000">
                                <a:schemeClr val="tx1"/>
                              </a:gs>
                            </a:gsLst>
                            <a:lin ang="5400000" scaled="0"/>
                          </a:gradFill>
                        </a:rPr>
                        <a:t>Type</a:t>
                      </a:r>
                      <a:endParaRPr lang="en-US" dirty="0"/>
                    </a:p>
                  </a:txBody>
                  <a:tcPr/>
                </a:tc>
                <a:tc>
                  <a:txBody>
                    <a:bodyPr/>
                    <a:lstStyle/>
                    <a:p>
                      <a:r>
                        <a:rPr lang="en-US" sz="1800" dirty="0">
                          <a:gradFill>
                            <a:gsLst>
                              <a:gs pos="2917">
                                <a:schemeClr val="tx1"/>
                              </a:gs>
                              <a:gs pos="30000">
                                <a:schemeClr val="tx1"/>
                              </a:gs>
                            </a:gsLst>
                            <a:lin ang="5400000" scaled="0"/>
                          </a:gradFill>
                        </a:rPr>
                        <a:t>Description</a:t>
                      </a:r>
                      <a:endParaRPr lang="en-US" dirty="0"/>
                    </a:p>
                  </a:txBody>
                  <a:tcPr/>
                </a:tc>
                <a:extLst>
                  <a:ext uri="{0D108BD9-81ED-4DB2-BD59-A6C34878D82A}">
                    <a16:rowId xmlns:a16="http://schemas.microsoft.com/office/drawing/2014/main" val="3953746191"/>
                  </a:ext>
                </a:extLst>
              </a:tr>
              <a:tr h="370840">
                <a:tc>
                  <a:txBody>
                    <a:bodyPr/>
                    <a:lstStyle/>
                    <a:p>
                      <a:r>
                        <a:rPr lang="en-US" sz="1800" dirty="0">
                          <a:gradFill>
                            <a:gsLst>
                              <a:gs pos="2917">
                                <a:schemeClr val="tx1"/>
                              </a:gs>
                              <a:gs pos="30000">
                                <a:schemeClr val="tx1"/>
                              </a:gs>
                            </a:gsLst>
                            <a:lin ang="5400000" scaled="0"/>
                          </a:gradFill>
                        </a:rPr>
                        <a:t>&lt;input type="text"&gt;</a:t>
                      </a:r>
                      <a:endParaRPr lang="en-US" dirty="0"/>
                    </a:p>
                  </a:txBody>
                  <a:tcPr/>
                </a:tc>
                <a:tc>
                  <a:txBody>
                    <a:bodyPr/>
                    <a:lstStyle/>
                    <a:p>
                      <a:r>
                        <a:rPr lang="en-US" sz="1800" dirty="0">
                          <a:gradFill>
                            <a:gsLst>
                              <a:gs pos="2917">
                                <a:schemeClr val="tx1"/>
                              </a:gs>
                              <a:gs pos="30000">
                                <a:schemeClr val="tx1"/>
                              </a:gs>
                            </a:gsLst>
                            <a:lin ang="5400000" scaled="0"/>
                          </a:gradFill>
                        </a:rPr>
                        <a:t>Displays a single-line text input field</a:t>
                      </a:r>
                      <a:endParaRPr lang="en-US" dirty="0"/>
                    </a:p>
                  </a:txBody>
                  <a:tcPr/>
                </a:tc>
                <a:extLst>
                  <a:ext uri="{0D108BD9-81ED-4DB2-BD59-A6C34878D82A}">
                    <a16:rowId xmlns:a16="http://schemas.microsoft.com/office/drawing/2014/main" val="1545745579"/>
                  </a:ext>
                </a:extLst>
              </a:tr>
              <a:tr h="370840">
                <a:tc>
                  <a:txBody>
                    <a:bodyPr/>
                    <a:lstStyle/>
                    <a:p>
                      <a:r>
                        <a:rPr lang="en-US" sz="1800" dirty="0">
                          <a:gradFill>
                            <a:gsLst>
                              <a:gs pos="2917">
                                <a:schemeClr val="tx1"/>
                              </a:gs>
                              <a:gs pos="30000">
                                <a:schemeClr val="tx1"/>
                              </a:gs>
                            </a:gsLst>
                            <a:lin ang="5400000" scaled="0"/>
                          </a:gradFill>
                        </a:rPr>
                        <a:t>&lt;input type="radio"&gt;</a:t>
                      </a:r>
                      <a:endParaRPr lang="en-US" dirty="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gradFill>
                            <a:gsLst>
                              <a:gs pos="2917">
                                <a:schemeClr val="tx1"/>
                              </a:gs>
                              <a:gs pos="30000">
                                <a:schemeClr val="tx1"/>
                              </a:gs>
                            </a:gsLst>
                            <a:lin ang="5400000" scaled="0"/>
                          </a:gradFill>
                        </a:rPr>
                        <a:t>Displays a radio button (for selecting one of many choices)</a:t>
                      </a:r>
                    </a:p>
                    <a:p>
                      <a:endParaRPr lang="en-US" dirty="0"/>
                    </a:p>
                  </a:txBody>
                  <a:tcPr/>
                </a:tc>
                <a:extLst>
                  <a:ext uri="{0D108BD9-81ED-4DB2-BD59-A6C34878D82A}">
                    <a16:rowId xmlns:a16="http://schemas.microsoft.com/office/drawing/2014/main" val="2242729908"/>
                  </a:ext>
                </a:extLst>
              </a:tr>
              <a:tr h="370840">
                <a:tc>
                  <a:txBody>
                    <a:bodyPr/>
                    <a:lstStyle/>
                    <a:p>
                      <a:r>
                        <a:rPr lang="en-US" sz="1800" dirty="0">
                          <a:gradFill>
                            <a:gsLst>
                              <a:gs pos="2917">
                                <a:schemeClr val="tx1"/>
                              </a:gs>
                              <a:gs pos="30000">
                                <a:schemeClr val="tx1"/>
                              </a:gs>
                            </a:gsLst>
                            <a:lin ang="5400000" scaled="0"/>
                          </a:gradFill>
                        </a:rPr>
                        <a:t>&lt;input type="checkbox"&gt;</a:t>
                      </a:r>
                      <a:endParaRPr lang="en-US" dirty="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gradFill>
                            <a:gsLst>
                              <a:gs pos="2917">
                                <a:schemeClr val="tx1"/>
                              </a:gs>
                              <a:gs pos="30000">
                                <a:schemeClr val="tx1"/>
                              </a:gs>
                            </a:gsLst>
                            <a:lin ang="5400000" scaled="0"/>
                          </a:gradFill>
                        </a:rPr>
                        <a:t>Displays a checkbox (for selecting zero or more of many choices)</a:t>
                      </a:r>
                    </a:p>
                    <a:p>
                      <a:endParaRPr lang="en-US" dirty="0"/>
                    </a:p>
                  </a:txBody>
                  <a:tcPr/>
                </a:tc>
                <a:extLst>
                  <a:ext uri="{0D108BD9-81ED-4DB2-BD59-A6C34878D82A}">
                    <a16:rowId xmlns:a16="http://schemas.microsoft.com/office/drawing/2014/main" val="3200343703"/>
                  </a:ext>
                </a:extLst>
              </a:tr>
              <a:tr h="370840">
                <a:tc>
                  <a:txBody>
                    <a:bodyPr/>
                    <a:lstStyle/>
                    <a:p>
                      <a:r>
                        <a:rPr lang="en-US" sz="1800" dirty="0">
                          <a:gradFill>
                            <a:gsLst>
                              <a:gs pos="2917">
                                <a:schemeClr val="tx1"/>
                              </a:gs>
                              <a:gs pos="30000">
                                <a:schemeClr val="tx1"/>
                              </a:gs>
                            </a:gsLst>
                            <a:lin ang="5400000" scaled="0"/>
                          </a:gradFill>
                        </a:rPr>
                        <a:t>&lt;input type="submit"&gt;</a:t>
                      </a:r>
                      <a:endParaRPr lang="en-US" dirty="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gradFill>
                            <a:gsLst>
                              <a:gs pos="2917">
                                <a:schemeClr val="tx1"/>
                              </a:gs>
                              <a:gs pos="30000">
                                <a:schemeClr val="tx1"/>
                              </a:gs>
                            </a:gsLst>
                            <a:lin ang="5400000" scaled="0"/>
                          </a:gradFill>
                        </a:rPr>
                        <a:t>Displays a submit button (for submitting the form)</a:t>
                      </a:r>
                    </a:p>
                    <a:p>
                      <a:endParaRPr lang="en-US" dirty="0"/>
                    </a:p>
                  </a:txBody>
                  <a:tcPr/>
                </a:tc>
                <a:extLst>
                  <a:ext uri="{0D108BD9-81ED-4DB2-BD59-A6C34878D82A}">
                    <a16:rowId xmlns:a16="http://schemas.microsoft.com/office/drawing/2014/main" val="479961147"/>
                  </a:ext>
                </a:extLst>
              </a:tr>
              <a:tr h="370840">
                <a:tc>
                  <a:txBody>
                    <a:bodyPr/>
                    <a:lstStyle/>
                    <a:p>
                      <a:r>
                        <a:rPr lang="en-US" sz="1800" dirty="0">
                          <a:gradFill>
                            <a:gsLst>
                              <a:gs pos="2917">
                                <a:schemeClr val="tx1"/>
                              </a:gs>
                              <a:gs pos="30000">
                                <a:schemeClr val="tx1"/>
                              </a:gs>
                            </a:gsLst>
                            <a:lin ang="5400000" scaled="0"/>
                          </a:gradFill>
                        </a:rPr>
                        <a:t>&lt;input type="button"&gt;</a:t>
                      </a:r>
                      <a:endParaRPr lang="en-US" dirty="0"/>
                    </a:p>
                  </a:txBody>
                  <a:tcPr/>
                </a:tc>
                <a:tc>
                  <a:txBody>
                    <a:bodyPr/>
                    <a:lstStyle/>
                    <a:p>
                      <a:r>
                        <a:rPr lang="en-US" sz="1800" dirty="0">
                          <a:gradFill>
                            <a:gsLst>
                              <a:gs pos="2917">
                                <a:schemeClr val="tx1"/>
                              </a:gs>
                              <a:gs pos="30000">
                                <a:schemeClr val="tx1"/>
                              </a:gs>
                            </a:gsLst>
                            <a:lin ang="5400000" scaled="0"/>
                          </a:gradFill>
                        </a:rPr>
                        <a:t>Displays a clickable button</a:t>
                      </a:r>
                      <a:endParaRPr lang="en-US" dirty="0"/>
                    </a:p>
                  </a:txBody>
                  <a:tcPr/>
                </a:tc>
                <a:extLst>
                  <a:ext uri="{0D108BD9-81ED-4DB2-BD59-A6C34878D82A}">
                    <a16:rowId xmlns:a16="http://schemas.microsoft.com/office/drawing/2014/main" val="3287769656"/>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1460882609"/>
                  </a:ext>
                </a:extLst>
              </a:tr>
            </a:tbl>
          </a:graphicData>
        </a:graphic>
      </p:graphicFrame>
    </p:spTree>
    <p:extLst>
      <p:ext uri="{BB962C8B-B14F-4D97-AF65-F5344CB8AC3E}">
        <p14:creationId xmlns:p14="http://schemas.microsoft.com/office/powerpoint/2010/main" val="1205024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Forms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6" name="Text Placeholder 5">
            <a:extLst>
              <a:ext uri="{FF2B5EF4-FFF2-40B4-BE49-F238E27FC236}">
                <a16:creationId xmlns:a16="http://schemas.microsoft.com/office/drawing/2014/main" id="{6D2FB9EB-B088-A2C6-1E48-7C94FF16BFA5}"/>
              </a:ext>
            </a:extLst>
          </p:cNvPr>
          <p:cNvSpPr txBox="1">
            <a:spLocks/>
          </p:cNvSpPr>
          <p:nvPr/>
        </p:nvSpPr>
        <p:spPr>
          <a:xfrm>
            <a:off x="104749" y="1074540"/>
            <a:ext cx="11179881" cy="7848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&lt;label&gt; tag defines a label for many form elements. The &lt;label&gt; element is useful for screen-reader users, because the screen-reader will read out loud the label when the user focuses on the input element. </a:t>
            </a:r>
            <a:r>
              <a:rPr lang="en-US" sz="1700" dirty="0">
                <a:solidFill>
                  <a:srgbClr val="00B050"/>
                </a:solidFill>
                <a:latin typeface="Verdana" panose="020B0604030504040204" pitchFamily="34" charset="0"/>
              </a:rPr>
              <a:t>&lt;label&gt;</a:t>
            </a:r>
            <a:r>
              <a:rPr lang="en-US" sz="1700" dirty="0">
                <a:solidFill>
                  <a:srgbClr val="000000"/>
                </a:solidFill>
                <a:latin typeface="Verdana" panose="020B0604030504040204" pitchFamily="34" charset="0"/>
              </a:rPr>
              <a:t>Example Label</a:t>
            </a:r>
            <a:r>
              <a:rPr lang="en-US" sz="1700" dirty="0">
                <a:solidFill>
                  <a:srgbClr val="00B050"/>
                </a:solidFill>
                <a:latin typeface="Verdana" panose="020B0604030504040204" pitchFamily="34" charset="0"/>
              </a:rPr>
              <a:t>&lt;/label&gt;</a:t>
            </a:r>
          </a:p>
        </p:txBody>
      </p:sp>
      <p:sp>
        <p:nvSpPr>
          <p:cNvPr id="8" name="Title 16">
            <a:extLst>
              <a:ext uri="{FF2B5EF4-FFF2-40B4-BE49-F238E27FC236}">
                <a16:creationId xmlns:a16="http://schemas.microsoft.com/office/drawing/2014/main" id="{E5131A02-3CD2-63CD-44A9-AC607EF8B66D}"/>
              </a:ext>
            </a:extLst>
          </p:cNvPr>
          <p:cNvSpPr txBox="1">
            <a:spLocks/>
          </p:cNvSpPr>
          <p:nvPr/>
        </p:nvSpPr>
        <p:spPr>
          <a:xfrm>
            <a:off x="296501" y="610819"/>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&lt;label&gt; Element</a:t>
            </a:r>
          </a:p>
        </p:txBody>
      </p:sp>
      <p:sp>
        <p:nvSpPr>
          <p:cNvPr id="9" name="Text Placeholder 5">
            <a:extLst>
              <a:ext uri="{FF2B5EF4-FFF2-40B4-BE49-F238E27FC236}">
                <a16:creationId xmlns:a16="http://schemas.microsoft.com/office/drawing/2014/main" id="{304DF09F-8952-52E2-72E7-5E8994FD07BB}"/>
              </a:ext>
            </a:extLst>
          </p:cNvPr>
          <p:cNvSpPr txBox="1">
            <a:spLocks/>
          </p:cNvSpPr>
          <p:nvPr/>
        </p:nvSpPr>
        <p:spPr>
          <a:xfrm>
            <a:off x="104750" y="2503260"/>
            <a:ext cx="4109442" cy="104644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t>
            </a:r>
            <a:r>
              <a:rPr lang="en-US" sz="1700" dirty="0">
                <a:solidFill>
                  <a:srgbClr val="00B050"/>
                </a:solidFill>
                <a:latin typeface="Verdana" panose="020B0604030504040204" pitchFamily="34" charset="0"/>
              </a:rPr>
              <a:t>&lt;input type="radio"&gt; </a:t>
            </a:r>
            <a:r>
              <a:rPr lang="en-US" sz="1700" dirty="0">
                <a:solidFill>
                  <a:srgbClr val="000000"/>
                </a:solidFill>
                <a:latin typeface="Verdana" panose="020B0604030504040204" pitchFamily="34" charset="0"/>
              </a:rPr>
              <a:t>defines a radio button. Radio buttons let a user select </a:t>
            </a:r>
            <a:r>
              <a:rPr lang="en-US" sz="1700" dirty="0">
                <a:solidFill>
                  <a:srgbClr val="00B050"/>
                </a:solidFill>
                <a:latin typeface="Verdana" panose="020B0604030504040204" pitchFamily="34" charset="0"/>
              </a:rPr>
              <a:t>ONE</a:t>
            </a:r>
            <a:r>
              <a:rPr lang="en-US" sz="1700" dirty="0">
                <a:solidFill>
                  <a:srgbClr val="000000"/>
                </a:solidFill>
                <a:latin typeface="Verdana" panose="020B0604030504040204" pitchFamily="34" charset="0"/>
              </a:rPr>
              <a:t> of a limited number of choices.</a:t>
            </a:r>
            <a:endParaRPr lang="en-US" sz="1700" dirty="0">
              <a:solidFill>
                <a:srgbClr val="00B050"/>
              </a:solidFill>
              <a:latin typeface="Verdana" panose="020B0604030504040204" pitchFamily="34" charset="0"/>
            </a:endParaRPr>
          </a:p>
        </p:txBody>
      </p:sp>
      <p:sp>
        <p:nvSpPr>
          <p:cNvPr id="10" name="Title 16">
            <a:extLst>
              <a:ext uri="{FF2B5EF4-FFF2-40B4-BE49-F238E27FC236}">
                <a16:creationId xmlns:a16="http://schemas.microsoft.com/office/drawing/2014/main" id="{7A2F3441-D153-3AA6-7850-5ED4EA0F5E97}"/>
              </a:ext>
            </a:extLst>
          </p:cNvPr>
          <p:cNvSpPr txBox="1">
            <a:spLocks/>
          </p:cNvSpPr>
          <p:nvPr/>
        </p:nvSpPr>
        <p:spPr>
          <a:xfrm>
            <a:off x="296501" y="2039539"/>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Radio Buttons</a:t>
            </a:r>
          </a:p>
        </p:txBody>
      </p:sp>
      <p:pic>
        <p:nvPicPr>
          <p:cNvPr id="13" name="Picture 12" descr="Graphical user interface, text&#10;&#10;Description automatically generated with medium confidence">
            <a:extLst>
              <a:ext uri="{FF2B5EF4-FFF2-40B4-BE49-F238E27FC236}">
                <a16:creationId xmlns:a16="http://schemas.microsoft.com/office/drawing/2014/main" id="{7DC604A8-5EB2-D58A-7602-6D17D6F8DE78}"/>
              </a:ext>
            </a:extLst>
          </p:cNvPr>
          <p:cNvPicPr>
            <a:picLocks noChangeAspect="1"/>
          </p:cNvPicPr>
          <p:nvPr/>
        </p:nvPicPr>
        <p:blipFill>
          <a:blip r:embed="rId4"/>
          <a:stretch>
            <a:fillRect/>
          </a:stretch>
        </p:blipFill>
        <p:spPr>
          <a:xfrm>
            <a:off x="4909066" y="2015314"/>
            <a:ext cx="6375564" cy="1706933"/>
          </a:xfrm>
          <a:prstGeom prst="rect">
            <a:avLst/>
          </a:prstGeom>
        </p:spPr>
      </p:pic>
      <p:sp>
        <p:nvSpPr>
          <p:cNvPr id="16" name="Text Placeholder 5">
            <a:extLst>
              <a:ext uri="{FF2B5EF4-FFF2-40B4-BE49-F238E27FC236}">
                <a16:creationId xmlns:a16="http://schemas.microsoft.com/office/drawing/2014/main" id="{181ED0A5-0110-470D-6569-59ADDEF4AE5B}"/>
              </a:ext>
            </a:extLst>
          </p:cNvPr>
          <p:cNvSpPr txBox="1">
            <a:spLocks/>
          </p:cNvSpPr>
          <p:nvPr/>
        </p:nvSpPr>
        <p:spPr>
          <a:xfrm>
            <a:off x="104750" y="4185968"/>
            <a:ext cx="4109442" cy="136037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t>
            </a:r>
            <a:r>
              <a:rPr lang="en-US" sz="1700" dirty="0">
                <a:solidFill>
                  <a:srgbClr val="00B050"/>
                </a:solidFill>
                <a:latin typeface="Verdana" panose="020B0604030504040204" pitchFamily="34" charset="0"/>
              </a:rPr>
              <a:t>&lt;input type="checkbox"&gt; </a:t>
            </a:r>
            <a:r>
              <a:rPr lang="en-US" sz="1700" dirty="0">
                <a:solidFill>
                  <a:srgbClr val="000000"/>
                </a:solidFill>
                <a:latin typeface="Verdana" panose="020B0604030504040204" pitchFamily="34" charset="0"/>
              </a:rPr>
              <a:t>defines a checkbox.</a:t>
            </a:r>
          </a:p>
          <a:p>
            <a:pPr marL="0" indent="0">
              <a:buFont typeface="Wingdings" panose="05000000000000000000" pitchFamily="2" charset="2"/>
              <a:buNone/>
            </a:pPr>
            <a:r>
              <a:rPr lang="en-US" sz="1700" dirty="0">
                <a:solidFill>
                  <a:srgbClr val="000000"/>
                </a:solidFill>
                <a:latin typeface="Verdana" panose="020B0604030504040204" pitchFamily="34" charset="0"/>
              </a:rPr>
              <a:t>Checkboxes let a user select </a:t>
            </a:r>
            <a:r>
              <a:rPr lang="en-US" sz="1700" dirty="0">
                <a:solidFill>
                  <a:srgbClr val="00B050"/>
                </a:solidFill>
                <a:latin typeface="Verdana" panose="020B0604030504040204" pitchFamily="34" charset="0"/>
              </a:rPr>
              <a:t>ZERO or MORE</a:t>
            </a:r>
            <a:r>
              <a:rPr lang="en-US" sz="1700" dirty="0">
                <a:solidFill>
                  <a:srgbClr val="000000"/>
                </a:solidFill>
                <a:latin typeface="Verdana" panose="020B0604030504040204" pitchFamily="34" charset="0"/>
              </a:rPr>
              <a:t> options of a limited number of choices.</a:t>
            </a:r>
            <a:endParaRPr lang="en-US" sz="1700" dirty="0">
              <a:solidFill>
                <a:srgbClr val="00B050"/>
              </a:solidFill>
              <a:latin typeface="Verdana" panose="020B0604030504040204" pitchFamily="34" charset="0"/>
            </a:endParaRPr>
          </a:p>
        </p:txBody>
      </p:sp>
      <p:sp>
        <p:nvSpPr>
          <p:cNvPr id="17" name="Title 16">
            <a:extLst>
              <a:ext uri="{FF2B5EF4-FFF2-40B4-BE49-F238E27FC236}">
                <a16:creationId xmlns:a16="http://schemas.microsoft.com/office/drawing/2014/main" id="{BFADBB82-C01E-0C95-4EF4-863F14BB1312}"/>
              </a:ext>
            </a:extLst>
          </p:cNvPr>
          <p:cNvSpPr txBox="1">
            <a:spLocks/>
          </p:cNvSpPr>
          <p:nvPr/>
        </p:nvSpPr>
        <p:spPr>
          <a:xfrm>
            <a:off x="296501" y="3722247"/>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Checkboxes</a:t>
            </a:r>
          </a:p>
        </p:txBody>
      </p:sp>
      <p:pic>
        <p:nvPicPr>
          <p:cNvPr id="19" name="Picture 18" descr="Text&#10;&#10;Description automatically generated">
            <a:extLst>
              <a:ext uri="{FF2B5EF4-FFF2-40B4-BE49-F238E27FC236}">
                <a16:creationId xmlns:a16="http://schemas.microsoft.com/office/drawing/2014/main" id="{7D43BE7B-428E-8090-32DD-F8FA331DF8BC}"/>
              </a:ext>
            </a:extLst>
          </p:cNvPr>
          <p:cNvPicPr>
            <a:picLocks noChangeAspect="1"/>
          </p:cNvPicPr>
          <p:nvPr/>
        </p:nvPicPr>
        <p:blipFill>
          <a:blip r:embed="rId5"/>
          <a:stretch>
            <a:fillRect/>
          </a:stretch>
        </p:blipFill>
        <p:spPr>
          <a:xfrm>
            <a:off x="4909066" y="4016383"/>
            <a:ext cx="5613160" cy="1718314"/>
          </a:xfrm>
          <a:prstGeom prst="rect">
            <a:avLst/>
          </a:prstGeom>
        </p:spPr>
      </p:pic>
      <p:sp>
        <p:nvSpPr>
          <p:cNvPr id="20" name="Text Placeholder 5">
            <a:extLst>
              <a:ext uri="{FF2B5EF4-FFF2-40B4-BE49-F238E27FC236}">
                <a16:creationId xmlns:a16="http://schemas.microsoft.com/office/drawing/2014/main" id="{A894B7B6-2C26-0238-2B5E-73A2D6C77A4D}"/>
              </a:ext>
            </a:extLst>
          </p:cNvPr>
          <p:cNvSpPr txBox="1">
            <a:spLocks/>
          </p:cNvSpPr>
          <p:nvPr/>
        </p:nvSpPr>
        <p:spPr>
          <a:xfrm>
            <a:off x="104750" y="6001716"/>
            <a:ext cx="4109442" cy="7848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t>
            </a:r>
            <a:r>
              <a:rPr lang="en-US" sz="1700" dirty="0">
                <a:solidFill>
                  <a:srgbClr val="00B050"/>
                </a:solidFill>
                <a:latin typeface="Verdana" panose="020B0604030504040204" pitchFamily="34" charset="0"/>
              </a:rPr>
              <a:t>&lt;input type="submit"&gt; </a:t>
            </a:r>
            <a:r>
              <a:rPr lang="en-US" sz="1700" dirty="0">
                <a:solidFill>
                  <a:srgbClr val="000000"/>
                </a:solidFill>
                <a:latin typeface="Verdana" panose="020B0604030504040204" pitchFamily="34" charset="0"/>
              </a:rPr>
              <a:t>defines a button for submitting the form data to a form-handler.</a:t>
            </a:r>
            <a:endParaRPr lang="en-US" sz="1700" dirty="0">
              <a:solidFill>
                <a:srgbClr val="00B050"/>
              </a:solidFill>
              <a:latin typeface="Verdana" panose="020B0604030504040204" pitchFamily="34" charset="0"/>
            </a:endParaRPr>
          </a:p>
        </p:txBody>
      </p:sp>
      <p:sp>
        <p:nvSpPr>
          <p:cNvPr id="21" name="Title 16">
            <a:extLst>
              <a:ext uri="{FF2B5EF4-FFF2-40B4-BE49-F238E27FC236}">
                <a16:creationId xmlns:a16="http://schemas.microsoft.com/office/drawing/2014/main" id="{FB0F663E-920F-4DF4-098A-6647219CC4C3}"/>
              </a:ext>
            </a:extLst>
          </p:cNvPr>
          <p:cNvSpPr txBox="1">
            <a:spLocks/>
          </p:cNvSpPr>
          <p:nvPr/>
        </p:nvSpPr>
        <p:spPr>
          <a:xfrm>
            <a:off x="296501" y="5537995"/>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Submit Button</a:t>
            </a:r>
          </a:p>
        </p:txBody>
      </p:sp>
    </p:spTree>
    <p:extLst>
      <p:ext uri="{BB962C8B-B14F-4D97-AF65-F5344CB8AC3E}">
        <p14:creationId xmlns:p14="http://schemas.microsoft.com/office/powerpoint/2010/main" val="755260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Form Attributes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6" name="Text Placeholder 5">
            <a:extLst>
              <a:ext uri="{FF2B5EF4-FFF2-40B4-BE49-F238E27FC236}">
                <a16:creationId xmlns:a16="http://schemas.microsoft.com/office/drawing/2014/main" id="{6D2FB9EB-B088-A2C6-1E48-7C94FF16BFA5}"/>
              </a:ext>
            </a:extLst>
          </p:cNvPr>
          <p:cNvSpPr txBox="1">
            <a:spLocks/>
          </p:cNvSpPr>
          <p:nvPr/>
        </p:nvSpPr>
        <p:spPr>
          <a:xfrm>
            <a:off x="104749" y="941047"/>
            <a:ext cx="5050347" cy="130805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action attribute defines the action to be performed when the form is submitted. Usually, the form data is sent to a file on the server when the user clicks on the submit button</a:t>
            </a:r>
            <a:endParaRPr lang="en-US" sz="1700" dirty="0">
              <a:solidFill>
                <a:srgbClr val="00B050"/>
              </a:solidFill>
              <a:latin typeface="Verdana" panose="020B0604030504040204" pitchFamily="34" charset="0"/>
            </a:endParaRPr>
          </a:p>
        </p:txBody>
      </p:sp>
      <p:sp>
        <p:nvSpPr>
          <p:cNvPr id="8" name="Title 16">
            <a:extLst>
              <a:ext uri="{FF2B5EF4-FFF2-40B4-BE49-F238E27FC236}">
                <a16:creationId xmlns:a16="http://schemas.microsoft.com/office/drawing/2014/main" id="{E5131A02-3CD2-63CD-44A9-AC607EF8B66D}"/>
              </a:ext>
            </a:extLst>
          </p:cNvPr>
          <p:cNvSpPr txBox="1">
            <a:spLocks/>
          </p:cNvSpPr>
          <p:nvPr/>
        </p:nvSpPr>
        <p:spPr>
          <a:xfrm>
            <a:off x="296501" y="515298"/>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Action Attribute</a:t>
            </a:r>
          </a:p>
        </p:txBody>
      </p:sp>
      <p:pic>
        <p:nvPicPr>
          <p:cNvPr id="7" name="Picture 6" descr="Text&#10;&#10;Description automatically generated">
            <a:extLst>
              <a:ext uri="{FF2B5EF4-FFF2-40B4-BE49-F238E27FC236}">
                <a16:creationId xmlns:a16="http://schemas.microsoft.com/office/drawing/2014/main" id="{8B039377-6904-8090-01AD-C36F0F88581C}"/>
              </a:ext>
            </a:extLst>
          </p:cNvPr>
          <p:cNvPicPr>
            <a:picLocks noChangeAspect="1"/>
          </p:cNvPicPr>
          <p:nvPr/>
        </p:nvPicPr>
        <p:blipFill>
          <a:blip r:embed="rId4"/>
          <a:stretch>
            <a:fillRect/>
          </a:stretch>
        </p:blipFill>
        <p:spPr>
          <a:xfrm>
            <a:off x="5756269" y="705629"/>
            <a:ext cx="5532928" cy="1401481"/>
          </a:xfrm>
          <a:prstGeom prst="rect">
            <a:avLst/>
          </a:prstGeom>
        </p:spPr>
      </p:pic>
      <p:sp>
        <p:nvSpPr>
          <p:cNvPr id="11" name="Text Placeholder 5">
            <a:extLst>
              <a:ext uri="{FF2B5EF4-FFF2-40B4-BE49-F238E27FC236}">
                <a16:creationId xmlns:a16="http://schemas.microsoft.com/office/drawing/2014/main" id="{20F2498C-223A-F085-B802-31C02702090E}"/>
              </a:ext>
            </a:extLst>
          </p:cNvPr>
          <p:cNvSpPr txBox="1">
            <a:spLocks/>
          </p:cNvSpPr>
          <p:nvPr/>
        </p:nvSpPr>
        <p:spPr>
          <a:xfrm>
            <a:off x="104749" y="3020505"/>
            <a:ext cx="5050347" cy="130805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action attribute defines the action to be performed when the form is submitted. Usually, the form data is sent to a file on the server when the user clicks on the submit button</a:t>
            </a:r>
            <a:endParaRPr lang="en-US" sz="1700" dirty="0">
              <a:solidFill>
                <a:srgbClr val="00B050"/>
              </a:solidFill>
              <a:latin typeface="Verdana" panose="020B0604030504040204" pitchFamily="34" charset="0"/>
            </a:endParaRPr>
          </a:p>
        </p:txBody>
      </p:sp>
      <p:sp>
        <p:nvSpPr>
          <p:cNvPr id="12" name="Title 16">
            <a:extLst>
              <a:ext uri="{FF2B5EF4-FFF2-40B4-BE49-F238E27FC236}">
                <a16:creationId xmlns:a16="http://schemas.microsoft.com/office/drawing/2014/main" id="{D4900A64-D310-6F5E-A34E-BA57D36817D5}"/>
              </a:ext>
            </a:extLst>
          </p:cNvPr>
          <p:cNvSpPr txBox="1">
            <a:spLocks/>
          </p:cNvSpPr>
          <p:nvPr/>
        </p:nvSpPr>
        <p:spPr>
          <a:xfrm>
            <a:off x="296501" y="2594756"/>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Target Attribute</a:t>
            </a:r>
          </a:p>
        </p:txBody>
      </p:sp>
      <p:pic>
        <p:nvPicPr>
          <p:cNvPr id="15" name="Picture 14">
            <a:extLst>
              <a:ext uri="{FF2B5EF4-FFF2-40B4-BE49-F238E27FC236}">
                <a16:creationId xmlns:a16="http://schemas.microsoft.com/office/drawing/2014/main" id="{01681AE8-C705-C784-2791-178B55E4383E}"/>
              </a:ext>
            </a:extLst>
          </p:cNvPr>
          <p:cNvPicPr>
            <a:picLocks noChangeAspect="1"/>
          </p:cNvPicPr>
          <p:nvPr/>
        </p:nvPicPr>
        <p:blipFill rotWithShape="1">
          <a:blip r:embed="rId5"/>
          <a:srcRect r="28284"/>
          <a:stretch/>
        </p:blipFill>
        <p:spPr>
          <a:xfrm>
            <a:off x="5627170" y="2404236"/>
            <a:ext cx="6039438" cy="1924319"/>
          </a:xfrm>
          <a:prstGeom prst="rect">
            <a:avLst/>
          </a:prstGeom>
        </p:spPr>
      </p:pic>
      <p:sp>
        <p:nvSpPr>
          <p:cNvPr id="18" name="Text Placeholder 5">
            <a:extLst>
              <a:ext uri="{FF2B5EF4-FFF2-40B4-BE49-F238E27FC236}">
                <a16:creationId xmlns:a16="http://schemas.microsoft.com/office/drawing/2014/main" id="{FB5EC2D1-9DB1-E65A-769F-53CCDE522E06}"/>
              </a:ext>
            </a:extLst>
          </p:cNvPr>
          <p:cNvSpPr txBox="1">
            <a:spLocks/>
          </p:cNvSpPr>
          <p:nvPr/>
        </p:nvSpPr>
        <p:spPr>
          <a:xfrm>
            <a:off x="104749" y="5099963"/>
            <a:ext cx="10404225" cy="146501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method attribute specifies the HTTP method to be used when submitting the form data.</a:t>
            </a:r>
          </a:p>
          <a:p>
            <a:pPr marL="0" indent="0">
              <a:buFont typeface="Wingdings" panose="05000000000000000000" pitchFamily="2" charset="2"/>
              <a:buNone/>
            </a:pPr>
            <a:r>
              <a:rPr lang="en-US" sz="1700" dirty="0">
                <a:solidFill>
                  <a:srgbClr val="000000"/>
                </a:solidFill>
                <a:latin typeface="Verdana" panose="020B0604030504040204" pitchFamily="34" charset="0"/>
              </a:rPr>
              <a:t>The form-data can be sent as URL variables (with method="get") or as HTTP post transaction (with method="post").The default HTTP method when submitting form data is GET. </a:t>
            </a:r>
          </a:p>
          <a:p>
            <a:pPr marL="0" indent="0">
              <a:buFont typeface="Wingdings" panose="05000000000000000000" pitchFamily="2" charset="2"/>
              <a:buNone/>
            </a:pPr>
            <a:endParaRPr lang="en-US" sz="1700" dirty="0">
              <a:solidFill>
                <a:srgbClr val="000000"/>
              </a:solidFill>
              <a:latin typeface="Verdana" panose="020B0604030504040204" pitchFamily="34" charset="0"/>
            </a:endParaRPr>
          </a:p>
          <a:p>
            <a:pPr marL="0" indent="0">
              <a:buFont typeface="Wingdings" panose="05000000000000000000" pitchFamily="2" charset="2"/>
              <a:buNone/>
            </a:pP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a:solidFill>
                  <a:srgbClr val="A52A2A"/>
                </a:solidFill>
                <a:effectLst/>
                <a:latin typeface="Verdana" panose="020B0604030504040204" pitchFamily="34" charset="0"/>
                <a:ea typeface="Verdana" panose="020B0604030504040204" pitchFamily="34" charset="0"/>
              </a:rPr>
              <a:t>form</a:t>
            </a:r>
            <a:r>
              <a:rPr lang="en-US" sz="1700" b="0" i="0" dirty="0">
                <a:solidFill>
                  <a:srgbClr val="FF0000"/>
                </a:solidFill>
                <a:effectLst/>
                <a:latin typeface="Verdana" panose="020B0604030504040204" pitchFamily="34" charset="0"/>
                <a:ea typeface="Verdana" panose="020B0604030504040204" pitchFamily="34" charset="0"/>
              </a:rPr>
              <a:t> action</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err="1">
                <a:solidFill>
                  <a:srgbClr val="0000CD"/>
                </a:solidFill>
                <a:effectLst/>
                <a:latin typeface="Verdana" panose="020B0604030504040204" pitchFamily="34" charset="0"/>
                <a:ea typeface="Verdana" panose="020B0604030504040204" pitchFamily="34" charset="0"/>
              </a:rPr>
              <a:t>action_page.php</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a:solidFill>
                  <a:srgbClr val="FF0000"/>
                </a:solidFill>
                <a:effectLst/>
                <a:latin typeface="Verdana" panose="020B0604030504040204" pitchFamily="34" charset="0"/>
                <a:ea typeface="Verdana" panose="020B0604030504040204" pitchFamily="34" charset="0"/>
              </a:rPr>
              <a:t> method</a:t>
            </a:r>
            <a:r>
              <a:rPr lang="en-US" sz="1700" b="0" i="0" dirty="0">
                <a:solidFill>
                  <a:srgbClr val="0000CD"/>
                </a:solidFill>
                <a:effectLst/>
                <a:latin typeface="Verdana" panose="020B0604030504040204" pitchFamily="34" charset="0"/>
                <a:ea typeface="Verdana" panose="020B0604030504040204" pitchFamily="34" charset="0"/>
              </a:rPr>
              <a:t>="post"&gt;</a:t>
            </a:r>
            <a:endParaRPr lang="en-US" sz="1700" dirty="0">
              <a:solidFill>
                <a:srgbClr val="00B050"/>
              </a:solidFill>
              <a:latin typeface="Verdana" panose="020B0604030504040204" pitchFamily="34" charset="0"/>
              <a:ea typeface="Verdana" panose="020B0604030504040204" pitchFamily="34" charset="0"/>
            </a:endParaRPr>
          </a:p>
        </p:txBody>
      </p:sp>
      <p:sp>
        <p:nvSpPr>
          <p:cNvPr id="22" name="Title 16">
            <a:extLst>
              <a:ext uri="{FF2B5EF4-FFF2-40B4-BE49-F238E27FC236}">
                <a16:creationId xmlns:a16="http://schemas.microsoft.com/office/drawing/2014/main" id="{DD6AA251-5288-D2F1-C3DB-45F6ECDC7AD0}"/>
              </a:ext>
            </a:extLst>
          </p:cNvPr>
          <p:cNvSpPr txBox="1">
            <a:spLocks/>
          </p:cNvSpPr>
          <p:nvPr/>
        </p:nvSpPr>
        <p:spPr>
          <a:xfrm>
            <a:off x="296501" y="4674214"/>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Method Attribute</a:t>
            </a:r>
          </a:p>
        </p:txBody>
      </p:sp>
    </p:spTree>
    <p:extLst>
      <p:ext uri="{BB962C8B-B14F-4D97-AF65-F5344CB8AC3E}">
        <p14:creationId xmlns:p14="http://schemas.microsoft.com/office/powerpoint/2010/main" val="114074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Forms</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6" name="Text Placeholder 5">
            <a:extLst>
              <a:ext uri="{FF2B5EF4-FFF2-40B4-BE49-F238E27FC236}">
                <a16:creationId xmlns:a16="http://schemas.microsoft.com/office/drawing/2014/main" id="{6D2FB9EB-B088-A2C6-1E48-7C94FF16BFA5}"/>
              </a:ext>
            </a:extLst>
          </p:cNvPr>
          <p:cNvSpPr txBox="1">
            <a:spLocks/>
          </p:cNvSpPr>
          <p:nvPr/>
        </p:nvSpPr>
        <p:spPr>
          <a:xfrm>
            <a:off x="104749" y="4241812"/>
            <a:ext cx="4652781" cy="10987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Notice that each input field must have a name attribute to be submitted.</a:t>
            </a:r>
          </a:p>
          <a:p>
            <a:pPr marL="0" indent="0">
              <a:buFont typeface="Wingdings" panose="05000000000000000000" pitchFamily="2" charset="2"/>
              <a:buNone/>
            </a:pPr>
            <a:r>
              <a:rPr lang="en-US" sz="1700" dirty="0">
                <a:solidFill>
                  <a:srgbClr val="000000"/>
                </a:solidFill>
                <a:latin typeface="Verdana" panose="020B0604030504040204" pitchFamily="34" charset="0"/>
              </a:rPr>
              <a:t>If the name attribute is omitted, the value of the input field will not be sent at all.</a:t>
            </a:r>
            <a:endParaRPr lang="en-US" sz="1700" dirty="0">
              <a:solidFill>
                <a:srgbClr val="00B050"/>
              </a:solidFill>
              <a:latin typeface="Verdana" panose="020B0604030504040204" pitchFamily="34" charset="0"/>
            </a:endParaRPr>
          </a:p>
        </p:txBody>
      </p:sp>
      <p:sp>
        <p:nvSpPr>
          <p:cNvPr id="8" name="Title 16">
            <a:extLst>
              <a:ext uri="{FF2B5EF4-FFF2-40B4-BE49-F238E27FC236}">
                <a16:creationId xmlns:a16="http://schemas.microsoft.com/office/drawing/2014/main" id="{E5131A02-3CD2-63CD-44A9-AC607EF8B66D}"/>
              </a:ext>
            </a:extLst>
          </p:cNvPr>
          <p:cNvSpPr txBox="1">
            <a:spLocks/>
          </p:cNvSpPr>
          <p:nvPr/>
        </p:nvSpPr>
        <p:spPr>
          <a:xfrm>
            <a:off x="296501" y="3725080"/>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The Name Attribute for &lt;input&gt;</a:t>
            </a:r>
          </a:p>
        </p:txBody>
      </p:sp>
      <p:pic>
        <p:nvPicPr>
          <p:cNvPr id="7" name="Picture 6">
            <a:extLst>
              <a:ext uri="{FF2B5EF4-FFF2-40B4-BE49-F238E27FC236}">
                <a16:creationId xmlns:a16="http://schemas.microsoft.com/office/drawing/2014/main" id="{083B0869-41D0-A617-6659-F9D4BE2853C7}"/>
              </a:ext>
            </a:extLst>
          </p:cNvPr>
          <p:cNvPicPr>
            <a:picLocks noChangeAspect="1"/>
          </p:cNvPicPr>
          <p:nvPr/>
        </p:nvPicPr>
        <p:blipFill>
          <a:blip r:embed="rId4"/>
          <a:stretch>
            <a:fillRect/>
          </a:stretch>
        </p:blipFill>
        <p:spPr>
          <a:xfrm>
            <a:off x="5715975" y="4011490"/>
            <a:ext cx="5372236" cy="1360778"/>
          </a:xfrm>
          <a:prstGeom prst="rect">
            <a:avLst/>
          </a:prstGeom>
        </p:spPr>
      </p:pic>
      <p:sp>
        <p:nvSpPr>
          <p:cNvPr id="11" name="Text Placeholder 5">
            <a:extLst>
              <a:ext uri="{FF2B5EF4-FFF2-40B4-BE49-F238E27FC236}">
                <a16:creationId xmlns:a16="http://schemas.microsoft.com/office/drawing/2014/main" id="{6E3DDFAB-C35D-AB60-AF3B-72872A5427A4}"/>
              </a:ext>
            </a:extLst>
          </p:cNvPr>
          <p:cNvSpPr txBox="1">
            <a:spLocks/>
          </p:cNvSpPr>
          <p:nvPr/>
        </p:nvSpPr>
        <p:spPr>
          <a:xfrm>
            <a:off x="145139" y="5628028"/>
            <a:ext cx="11437894"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FF0000"/>
                </a:solidFill>
                <a:latin typeface="Verdana" panose="020B0604030504040204" pitchFamily="34" charset="0"/>
              </a:rPr>
              <a:t>ASSIGNMENT =&gt; Create a html page showing all the form input types, form attributes and their respective attributes </a:t>
            </a:r>
            <a:r>
              <a:rPr lang="en-US" sz="1700" dirty="0" err="1">
                <a:solidFill>
                  <a:srgbClr val="FF0000"/>
                </a:solidFill>
                <a:latin typeface="Verdana" panose="020B0604030504040204" pitchFamily="34" charset="0"/>
              </a:rPr>
              <a:t>ie</a:t>
            </a:r>
            <a:r>
              <a:rPr lang="en-US" sz="1700" dirty="0">
                <a:solidFill>
                  <a:srgbClr val="FF0000"/>
                </a:solidFill>
                <a:latin typeface="Verdana" panose="020B0604030504040204" pitchFamily="34" charset="0"/>
              </a:rPr>
              <a:t> </a:t>
            </a:r>
            <a:r>
              <a:rPr lang="en-US" sz="1700" dirty="0" err="1">
                <a:solidFill>
                  <a:srgbClr val="FF0000"/>
                </a:solidFill>
                <a:latin typeface="Verdana" panose="020B0604030504040204" pitchFamily="34" charset="0"/>
              </a:rPr>
              <a:t>Placeholder,pattern,multiple,min</a:t>
            </a:r>
            <a:r>
              <a:rPr lang="en-US" sz="1700" dirty="0">
                <a:solidFill>
                  <a:srgbClr val="FF0000"/>
                </a:solidFill>
                <a:latin typeface="Verdana" panose="020B0604030504040204" pitchFamily="34" charset="0"/>
              </a:rPr>
              <a:t> &amp; max size, </a:t>
            </a:r>
            <a:r>
              <a:rPr lang="en-US" sz="1700" dirty="0" err="1">
                <a:solidFill>
                  <a:srgbClr val="FF0000"/>
                </a:solidFill>
                <a:latin typeface="Verdana" panose="020B0604030504040204" pitchFamily="34" charset="0"/>
              </a:rPr>
              <a:t>maxlength,minlength</a:t>
            </a:r>
            <a:r>
              <a:rPr lang="en-US" sz="1700" dirty="0">
                <a:solidFill>
                  <a:srgbClr val="FF0000"/>
                </a:solidFill>
                <a:latin typeface="Verdana" panose="020B0604030504040204" pitchFamily="34" charset="0"/>
              </a:rPr>
              <a:t> </a:t>
            </a:r>
            <a:r>
              <a:rPr lang="en-US" sz="1700" dirty="0" err="1">
                <a:solidFill>
                  <a:srgbClr val="FF0000"/>
                </a:solidFill>
                <a:latin typeface="Verdana" panose="020B0604030504040204" pitchFamily="34" charset="0"/>
              </a:rPr>
              <a:t>etc</a:t>
            </a:r>
            <a:endParaRPr lang="en-US" sz="1700" dirty="0">
              <a:solidFill>
                <a:srgbClr val="FF0000"/>
              </a:solidFill>
              <a:latin typeface="Verdana" panose="020B0604030504040204" pitchFamily="34" charset="0"/>
            </a:endParaRPr>
          </a:p>
        </p:txBody>
      </p:sp>
      <p:sp>
        <p:nvSpPr>
          <p:cNvPr id="12" name="Text Placeholder 5">
            <a:extLst>
              <a:ext uri="{FF2B5EF4-FFF2-40B4-BE49-F238E27FC236}">
                <a16:creationId xmlns:a16="http://schemas.microsoft.com/office/drawing/2014/main" id="{CB6587BD-2DA7-A9B5-B51F-75CC9CA16F55}"/>
              </a:ext>
            </a:extLst>
          </p:cNvPr>
          <p:cNvSpPr txBox="1">
            <a:spLocks/>
          </p:cNvSpPr>
          <p:nvPr/>
        </p:nvSpPr>
        <p:spPr>
          <a:xfrm>
            <a:off x="259708" y="968362"/>
            <a:ext cx="10881509" cy="115108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autocomplete attribute specifies whether a form should have autocomplete on or off.</a:t>
            </a:r>
          </a:p>
          <a:p>
            <a:pPr marL="0" indent="0">
              <a:buFont typeface="Wingdings" panose="05000000000000000000" pitchFamily="2" charset="2"/>
              <a:buNone/>
            </a:pPr>
            <a:r>
              <a:rPr lang="en-US" sz="1700" dirty="0">
                <a:solidFill>
                  <a:srgbClr val="000000"/>
                </a:solidFill>
                <a:latin typeface="Verdana" panose="020B0604030504040204" pitchFamily="34" charset="0"/>
              </a:rPr>
              <a:t>When autocomplete is on, the browser automatically complete values based on values that the user has entered before.</a:t>
            </a:r>
          </a:p>
          <a:p>
            <a:pPr marL="0" indent="0">
              <a:buFont typeface="Wingdings" panose="05000000000000000000" pitchFamily="2" charset="2"/>
              <a:buNone/>
            </a:pP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a:solidFill>
                  <a:srgbClr val="A52A2A"/>
                </a:solidFill>
                <a:effectLst/>
                <a:latin typeface="Verdana" panose="020B0604030504040204" pitchFamily="34" charset="0"/>
                <a:ea typeface="Verdana" panose="020B0604030504040204" pitchFamily="34" charset="0"/>
              </a:rPr>
              <a:t>form</a:t>
            </a:r>
            <a:r>
              <a:rPr lang="en-US" sz="1700" b="0" i="0" dirty="0">
                <a:solidFill>
                  <a:srgbClr val="FF0000"/>
                </a:solidFill>
                <a:effectLst/>
                <a:latin typeface="Verdana" panose="020B0604030504040204" pitchFamily="34" charset="0"/>
                <a:ea typeface="Verdana" panose="020B0604030504040204" pitchFamily="34" charset="0"/>
              </a:rPr>
              <a:t> action</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err="1">
                <a:solidFill>
                  <a:srgbClr val="0000CD"/>
                </a:solidFill>
                <a:effectLst/>
                <a:latin typeface="Verdana" panose="020B0604030504040204" pitchFamily="34" charset="0"/>
                <a:ea typeface="Verdana" panose="020B0604030504040204" pitchFamily="34" charset="0"/>
              </a:rPr>
              <a:t>action_page.php</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a:solidFill>
                  <a:srgbClr val="FF0000"/>
                </a:solidFill>
                <a:effectLst/>
                <a:latin typeface="Verdana" panose="020B0604030504040204" pitchFamily="34" charset="0"/>
                <a:ea typeface="Verdana" panose="020B0604030504040204" pitchFamily="34" charset="0"/>
              </a:rPr>
              <a:t> autocomplete</a:t>
            </a:r>
            <a:r>
              <a:rPr lang="en-US" sz="1700" b="0" i="0" dirty="0">
                <a:solidFill>
                  <a:srgbClr val="0000CD"/>
                </a:solidFill>
                <a:effectLst/>
                <a:latin typeface="Verdana" panose="020B0604030504040204" pitchFamily="34" charset="0"/>
                <a:ea typeface="Verdana" panose="020B0604030504040204" pitchFamily="34" charset="0"/>
              </a:rPr>
              <a:t>="on"&gt;</a:t>
            </a:r>
            <a:endParaRPr lang="en-US" sz="1700" dirty="0">
              <a:solidFill>
                <a:srgbClr val="00B050"/>
              </a:solidFill>
              <a:latin typeface="Verdana" panose="020B0604030504040204" pitchFamily="34" charset="0"/>
              <a:ea typeface="Verdana" panose="020B0604030504040204" pitchFamily="34" charset="0"/>
            </a:endParaRPr>
          </a:p>
        </p:txBody>
      </p:sp>
      <p:sp>
        <p:nvSpPr>
          <p:cNvPr id="14" name="Title 16">
            <a:extLst>
              <a:ext uri="{FF2B5EF4-FFF2-40B4-BE49-F238E27FC236}">
                <a16:creationId xmlns:a16="http://schemas.microsoft.com/office/drawing/2014/main" id="{1AED1E25-7850-28B1-5783-9771DBF2EF8A}"/>
              </a:ext>
            </a:extLst>
          </p:cNvPr>
          <p:cNvSpPr txBox="1">
            <a:spLocks/>
          </p:cNvSpPr>
          <p:nvPr/>
        </p:nvSpPr>
        <p:spPr>
          <a:xfrm>
            <a:off x="451460" y="597405"/>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Autocomplete Attribute</a:t>
            </a:r>
          </a:p>
        </p:txBody>
      </p:sp>
      <p:sp>
        <p:nvSpPr>
          <p:cNvPr id="18" name="Text Placeholder 5">
            <a:extLst>
              <a:ext uri="{FF2B5EF4-FFF2-40B4-BE49-F238E27FC236}">
                <a16:creationId xmlns:a16="http://schemas.microsoft.com/office/drawing/2014/main" id="{7209A4F7-4A3D-5724-D37E-94E996ACAFDC}"/>
              </a:ext>
            </a:extLst>
          </p:cNvPr>
          <p:cNvSpPr txBox="1">
            <a:spLocks/>
          </p:cNvSpPr>
          <p:nvPr/>
        </p:nvSpPr>
        <p:spPr>
          <a:xfrm>
            <a:off x="145139" y="2715200"/>
            <a:ext cx="11901721" cy="83715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a:t>
            </a:r>
            <a:r>
              <a:rPr lang="en-US" sz="1700" dirty="0" err="1">
                <a:solidFill>
                  <a:srgbClr val="000000"/>
                </a:solidFill>
                <a:latin typeface="Verdana" panose="020B0604030504040204" pitchFamily="34" charset="0"/>
              </a:rPr>
              <a:t>novalidate</a:t>
            </a:r>
            <a:r>
              <a:rPr lang="en-US" sz="1700" dirty="0">
                <a:solidFill>
                  <a:srgbClr val="000000"/>
                </a:solidFill>
                <a:latin typeface="Verdana" panose="020B0604030504040204" pitchFamily="34" charset="0"/>
              </a:rPr>
              <a:t> attribute is a </a:t>
            </a:r>
            <a:r>
              <a:rPr lang="en-US" sz="1700" dirty="0" err="1">
                <a:solidFill>
                  <a:srgbClr val="000000"/>
                </a:solidFill>
                <a:latin typeface="Verdana" panose="020B0604030504040204" pitchFamily="34" charset="0"/>
              </a:rPr>
              <a:t>boolean</a:t>
            </a:r>
            <a:r>
              <a:rPr lang="en-US" sz="1700" dirty="0">
                <a:solidFill>
                  <a:srgbClr val="000000"/>
                </a:solidFill>
                <a:latin typeface="Verdana" panose="020B0604030504040204" pitchFamily="34" charset="0"/>
              </a:rPr>
              <a:t> attribute. When present, it specifies that the form-data (input) should not be validated when submitted.</a:t>
            </a:r>
          </a:p>
          <a:p>
            <a:pPr marL="0" indent="0">
              <a:buFont typeface="Wingdings" panose="05000000000000000000" pitchFamily="2" charset="2"/>
              <a:buNone/>
            </a:pP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a:solidFill>
                  <a:srgbClr val="A52A2A"/>
                </a:solidFill>
                <a:effectLst/>
                <a:latin typeface="Verdana" panose="020B0604030504040204" pitchFamily="34" charset="0"/>
                <a:ea typeface="Verdana" panose="020B0604030504040204" pitchFamily="34" charset="0"/>
              </a:rPr>
              <a:t>form</a:t>
            </a:r>
            <a:r>
              <a:rPr lang="en-US" sz="1700" b="0" i="0" dirty="0">
                <a:solidFill>
                  <a:srgbClr val="FF0000"/>
                </a:solidFill>
                <a:effectLst/>
                <a:latin typeface="Verdana" panose="020B0604030504040204" pitchFamily="34" charset="0"/>
                <a:ea typeface="Verdana" panose="020B0604030504040204" pitchFamily="34" charset="0"/>
              </a:rPr>
              <a:t> action</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err="1">
                <a:solidFill>
                  <a:srgbClr val="0000CD"/>
                </a:solidFill>
                <a:effectLst/>
                <a:latin typeface="Verdana" panose="020B0604030504040204" pitchFamily="34" charset="0"/>
                <a:ea typeface="Verdana" panose="020B0604030504040204" pitchFamily="34" charset="0"/>
              </a:rPr>
              <a:t>action_page.php</a:t>
            </a:r>
            <a:r>
              <a:rPr lang="en-US" sz="1700" b="0" i="0" dirty="0">
                <a:solidFill>
                  <a:srgbClr val="0000CD"/>
                </a:solidFill>
                <a:effectLst/>
                <a:latin typeface="Verdana" panose="020B0604030504040204" pitchFamily="34" charset="0"/>
                <a:ea typeface="Verdana" panose="020B0604030504040204" pitchFamily="34" charset="0"/>
              </a:rPr>
              <a:t>"</a:t>
            </a:r>
            <a:r>
              <a:rPr lang="en-US" sz="1700" b="0" i="0" dirty="0">
                <a:solidFill>
                  <a:srgbClr val="FF0000"/>
                </a:solidFill>
                <a:effectLst/>
                <a:latin typeface="Verdana" panose="020B0604030504040204" pitchFamily="34" charset="0"/>
                <a:ea typeface="Verdana" panose="020B0604030504040204" pitchFamily="34" charset="0"/>
              </a:rPr>
              <a:t> </a:t>
            </a:r>
            <a:r>
              <a:rPr lang="en-US" sz="1700" b="0" i="0" dirty="0" err="1">
                <a:solidFill>
                  <a:srgbClr val="FF0000"/>
                </a:solidFill>
                <a:effectLst/>
                <a:latin typeface="Verdana" panose="020B0604030504040204" pitchFamily="34" charset="0"/>
                <a:ea typeface="Verdana" panose="020B0604030504040204" pitchFamily="34" charset="0"/>
              </a:rPr>
              <a:t>novalidate</a:t>
            </a:r>
            <a:r>
              <a:rPr lang="en-US" sz="1700" b="0" i="0" dirty="0">
                <a:solidFill>
                  <a:srgbClr val="0000CD"/>
                </a:solidFill>
                <a:effectLst/>
                <a:latin typeface="Verdana" panose="020B0604030504040204" pitchFamily="34" charset="0"/>
                <a:ea typeface="Verdana" panose="020B0604030504040204" pitchFamily="34" charset="0"/>
              </a:rPr>
              <a:t>&gt;</a:t>
            </a:r>
            <a:endParaRPr lang="en-US" sz="1700" dirty="0">
              <a:solidFill>
                <a:srgbClr val="00B050"/>
              </a:solidFill>
              <a:latin typeface="Verdana" panose="020B0604030504040204" pitchFamily="34" charset="0"/>
              <a:ea typeface="Verdana" panose="020B0604030504040204" pitchFamily="34" charset="0"/>
            </a:endParaRPr>
          </a:p>
        </p:txBody>
      </p:sp>
      <p:sp>
        <p:nvSpPr>
          <p:cNvPr id="22" name="Title 16">
            <a:extLst>
              <a:ext uri="{FF2B5EF4-FFF2-40B4-BE49-F238E27FC236}">
                <a16:creationId xmlns:a16="http://schemas.microsoft.com/office/drawing/2014/main" id="{64297B23-4343-6ED4-9457-7BD794A9C353}"/>
              </a:ext>
            </a:extLst>
          </p:cNvPr>
          <p:cNvSpPr txBox="1">
            <a:spLocks/>
          </p:cNvSpPr>
          <p:nvPr/>
        </p:nvSpPr>
        <p:spPr>
          <a:xfrm>
            <a:off x="296500" y="2267981"/>
            <a:ext cx="10511871"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The Name Attribute for &lt;input&gt;</a:t>
            </a:r>
          </a:p>
        </p:txBody>
      </p:sp>
    </p:spTree>
    <p:extLst>
      <p:ext uri="{BB962C8B-B14F-4D97-AF65-F5344CB8AC3E}">
        <p14:creationId xmlns:p14="http://schemas.microsoft.com/office/powerpoint/2010/main" val="100631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Multimedia</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12" name="Text Placeholder 5">
            <a:extLst>
              <a:ext uri="{FF2B5EF4-FFF2-40B4-BE49-F238E27FC236}">
                <a16:creationId xmlns:a16="http://schemas.microsoft.com/office/drawing/2014/main" id="{CB6587BD-2DA7-A9B5-B51F-75CC9CA16F55}"/>
              </a:ext>
            </a:extLst>
          </p:cNvPr>
          <p:cNvSpPr txBox="1">
            <a:spLocks/>
          </p:cNvSpPr>
          <p:nvPr/>
        </p:nvSpPr>
        <p:spPr>
          <a:xfrm>
            <a:off x="104749" y="1723735"/>
            <a:ext cx="10881509" cy="151426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700" dirty="0">
                <a:solidFill>
                  <a:srgbClr val="000000"/>
                </a:solidFill>
                <a:latin typeface="Verdana" panose="020B0604030504040204" pitchFamily="34" charset="0"/>
              </a:rPr>
              <a:t>The HTML &lt;video&gt; element is used to show a video on a web page. To start a video automatically, use the autoplay attribute:</a:t>
            </a:r>
            <a:endParaRPr lang="en-US" sz="1700" dirty="0">
              <a:solidFill>
                <a:srgbClr val="000000"/>
              </a:solidFill>
              <a:latin typeface="Verdana" panose="020B0604030504040204" pitchFamily="34" charset="0"/>
              <a:ea typeface="Verdana" panose="020B0604030504040204" pitchFamily="34" charset="0"/>
            </a:endParaRPr>
          </a:p>
          <a:p>
            <a:pPr marL="0" indent="0">
              <a:buFont typeface="Wingdings" panose="05000000000000000000" pitchFamily="2" charset="2"/>
              <a:buNone/>
            </a:pPr>
            <a:r>
              <a:rPr lang="en-US" sz="1600" b="0" i="0" dirty="0">
                <a:solidFill>
                  <a:srgbClr val="0000CD"/>
                </a:solidFill>
                <a:effectLst/>
                <a:latin typeface="Verdana" panose="020B0604030504040204" pitchFamily="34" charset="0"/>
                <a:ea typeface="Verdana" panose="020B0604030504040204" pitchFamily="34" charset="0"/>
              </a:rPr>
              <a:t>&lt;</a:t>
            </a:r>
            <a:r>
              <a:rPr lang="en-US" sz="1600" b="0" i="0" dirty="0">
                <a:solidFill>
                  <a:srgbClr val="A52A2A"/>
                </a:solidFill>
                <a:effectLst/>
                <a:latin typeface="Verdana" panose="020B0604030504040204" pitchFamily="34" charset="0"/>
                <a:ea typeface="Verdana" panose="020B0604030504040204" pitchFamily="34" charset="0"/>
              </a:rPr>
              <a:t>video</a:t>
            </a:r>
            <a:r>
              <a:rPr lang="en-US" sz="1600" b="0" i="0" dirty="0">
                <a:solidFill>
                  <a:srgbClr val="FF0000"/>
                </a:solidFill>
                <a:effectLst/>
                <a:latin typeface="Verdana" panose="020B0604030504040204" pitchFamily="34" charset="0"/>
                <a:ea typeface="Verdana" panose="020B0604030504040204" pitchFamily="34" charset="0"/>
              </a:rPr>
              <a:t> width</a:t>
            </a:r>
            <a:r>
              <a:rPr lang="en-US" sz="1600" b="0" i="0" dirty="0">
                <a:solidFill>
                  <a:srgbClr val="0000CD"/>
                </a:solidFill>
                <a:effectLst/>
                <a:latin typeface="Verdana" panose="020B0604030504040204" pitchFamily="34" charset="0"/>
                <a:ea typeface="Verdana" panose="020B0604030504040204" pitchFamily="34" charset="0"/>
              </a:rPr>
              <a:t>="320"</a:t>
            </a:r>
            <a:r>
              <a:rPr lang="en-US" sz="1600" b="0" i="0" dirty="0">
                <a:solidFill>
                  <a:srgbClr val="FF0000"/>
                </a:solidFill>
                <a:effectLst/>
                <a:latin typeface="Verdana" panose="020B0604030504040204" pitchFamily="34" charset="0"/>
                <a:ea typeface="Verdana" panose="020B0604030504040204" pitchFamily="34" charset="0"/>
              </a:rPr>
              <a:t> height</a:t>
            </a:r>
            <a:r>
              <a:rPr lang="en-US" sz="1600" b="0" i="0" dirty="0">
                <a:solidFill>
                  <a:srgbClr val="0000CD"/>
                </a:solidFill>
                <a:effectLst/>
                <a:latin typeface="Verdana" panose="020B0604030504040204" pitchFamily="34" charset="0"/>
                <a:ea typeface="Verdana" panose="020B0604030504040204" pitchFamily="34" charset="0"/>
              </a:rPr>
              <a:t>="240"</a:t>
            </a:r>
            <a:r>
              <a:rPr lang="en-US" sz="1600" b="0" i="0" dirty="0">
                <a:solidFill>
                  <a:srgbClr val="FF0000"/>
                </a:solidFill>
                <a:effectLst/>
                <a:latin typeface="Verdana" panose="020B0604030504040204" pitchFamily="34" charset="0"/>
                <a:ea typeface="Verdana" panose="020B0604030504040204" pitchFamily="34" charset="0"/>
              </a:rPr>
              <a:t> controls autoplay </a:t>
            </a:r>
            <a:r>
              <a:rPr lang="en-US" sz="1600" b="0" i="0" dirty="0">
                <a:solidFill>
                  <a:srgbClr val="0000CD"/>
                </a:solidFill>
                <a:effectLst/>
                <a:latin typeface="Verdana" panose="020B0604030504040204" pitchFamily="34" charset="0"/>
                <a:ea typeface="Verdana" panose="020B0604030504040204" pitchFamily="34" charset="0"/>
              </a:rPr>
              <a:t>&gt;</a:t>
            </a:r>
            <a:br>
              <a:rPr lang="en-US" sz="1600" dirty="0">
                <a:latin typeface="Verdana" panose="020B0604030504040204" pitchFamily="34" charset="0"/>
                <a:ea typeface="Verdana" panose="020B0604030504040204" pitchFamily="34" charset="0"/>
              </a:rPr>
            </a:br>
            <a:r>
              <a:rPr lang="en-US" sz="1600" b="0" i="0" dirty="0">
                <a:solidFill>
                  <a:srgbClr val="000000"/>
                </a:solidFill>
                <a:effectLst/>
                <a:latin typeface="Verdana" panose="020B0604030504040204" pitchFamily="34" charset="0"/>
                <a:ea typeface="Verdana" panose="020B0604030504040204" pitchFamily="34" charset="0"/>
              </a:rPr>
              <a:t>  </a:t>
            </a:r>
            <a:r>
              <a:rPr lang="en-US" sz="1600" b="0" i="0" dirty="0">
                <a:solidFill>
                  <a:srgbClr val="0000CD"/>
                </a:solidFill>
                <a:effectLst/>
                <a:latin typeface="Verdana" panose="020B0604030504040204" pitchFamily="34" charset="0"/>
                <a:ea typeface="Verdana" panose="020B0604030504040204" pitchFamily="34" charset="0"/>
              </a:rPr>
              <a:t>&lt;</a:t>
            </a:r>
            <a:r>
              <a:rPr lang="en-US" sz="1600" b="0" i="0" dirty="0">
                <a:solidFill>
                  <a:srgbClr val="A52A2A"/>
                </a:solidFill>
                <a:effectLst/>
                <a:latin typeface="Verdana" panose="020B0604030504040204" pitchFamily="34" charset="0"/>
                <a:ea typeface="Verdana" panose="020B0604030504040204" pitchFamily="34" charset="0"/>
              </a:rPr>
              <a:t>source</a:t>
            </a:r>
            <a:r>
              <a:rPr lang="en-US" sz="1600" b="0" i="0" dirty="0">
                <a:solidFill>
                  <a:srgbClr val="FF0000"/>
                </a:solidFill>
                <a:effectLst/>
                <a:latin typeface="Verdana" panose="020B0604030504040204" pitchFamily="34" charset="0"/>
                <a:ea typeface="Verdana" panose="020B0604030504040204" pitchFamily="34" charset="0"/>
              </a:rPr>
              <a:t> </a:t>
            </a:r>
            <a:r>
              <a:rPr lang="en-US" sz="1600" b="0" i="0" dirty="0" err="1">
                <a:solidFill>
                  <a:srgbClr val="FF0000"/>
                </a:solidFill>
                <a:effectLst/>
                <a:latin typeface="Verdana" panose="020B0604030504040204" pitchFamily="34" charset="0"/>
                <a:ea typeface="Verdana" panose="020B0604030504040204" pitchFamily="34" charset="0"/>
              </a:rPr>
              <a:t>src</a:t>
            </a:r>
            <a:r>
              <a:rPr lang="en-US" sz="1600" b="0" i="0" dirty="0">
                <a:solidFill>
                  <a:srgbClr val="0000CD"/>
                </a:solidFill>
                <a:effectLst/>
                <a:latin typeface="Verdana" panose="020B0604030504040204" pitchFamily="34" charset="0"/>
                <a:ea typeface="Verdana" panose="020B0604030504040204" pitchFamily="34" charset="0"/>
              </a:rPr>
              <a:t>="movie.mp4"</a:t>
            </a:r>
            <a:r>
              <a:rPr lang="en-US" sz="1600" b="0" i="0" dirty="0">
                <a:solidFill>
                  <a:srgbClr val="FF0000"/>
                </a:solidFill>
                <a:effectLst/>
                <a:latin typeface="Verdana" panose="020B0604030504040204" pitchFamily="34" charset="0"/>
                <a:ea typeface="Verdana" panose="020B0604030504040204" pitchFamily="34" charset="0"/>
              </a:rPr>
              <a:t> type</a:t>
            </a:r>
            <a:r>
              <a:rPr lang="en-US" sz="1600" b="0" i="0" dirty="0">
                <a:solidFill>
                  <a:srgbClr val="0000CD"/>
                </a:solidFill>
                <a:effectLst/>
                <a:latin typeface="Verdana" panose="020B0604030504040204" pitchFamily="34" charset="0"/>
                <a:ea typeface="Verdana" panose="020B0604030504040204" pitchFamily="34" charset="0"/>
              </a:rPr>
              <a:t>="video/mp4"&gt;</a:t>
            </a:r>
          </a:p>
          <a:p>
            <a:pPr marL="0" indent="0">
              <a:buFont typeface="Wingdings" panose="05000000000000000000" pitchFamily="2" charset="2"/>
              <a:buNone/>
            </a:pPr>
            <a:r>
              <a:rPr lang="en-US" sz="1100" b="0" i="0" dirty="0">
                <a:solidFill>
                  <a:srgbClr val="000000"/>
                </a:solidFill>
                <a:effectLst/>
                <a:latin typeface="Consolas" panose="020B0609020204030204" pitchFamily="49" charset="0"/>
              </a:rPr>
              <a:t>  Your browser does not support the video element.</a:t>
            </a:r>
            <a:br>
              <a:rPr lang="en-US" sz="1600" dirty="0">
                <a:latin typeface="Verdana" panose="020B0604030504040204" pitchFamily="34" charset="0"/>
                <a:ea typeface="Verdana" panose="020B0604030504040204" pitchFamily="34" charset="0"/>
              </a:rPr>
            </a:br>
            <a:r>
              <a:rPr lang="en-US" sz="1600" b="0" i="0" dirty="0">
                <a:solidFill>
                  <a:srgbClr val="0000CD"/>
                </a:solidFill>
                <a:effectLst/>
                <a:latin typeface="Verdana" panose="020B0604030504040204" pitchFamily="34" charset="0"/>
                <a:ea typeface="Verdana" panose="020B0604030504040204" pitchFamily="34" charset="0"/>
              </a:rPr>
              <a:t>&lt;</a:t>
            </a:r>
            <a:r>
              <a:rPr lang="en-US" sz="1600" b="0" i="0" dirty="0">
                <a:solidFill>
                  <a:srgbClr val="A52A2A"/>
                </a:solidFill>
                <a:effectLst/>
                <a:latin typeface="Verdana" panose="020B0604030504040204" pitchFamily="34" charset="0"/>
                <a:ea typeface="Verdana" panose="020B0604030504040204" pitchFamily="34" charset="0"/>
              </a:rPr>
              <a:t>/video</a:t>
            </a:r>
            <a:r>
              <a:rPr lang="en-US" sz="1600" b="0" i="0" dirty="0">
                <a:solidFill>
                  <a:srgbClr val="0000CD"/>
                </a:solidFill>
                <a:effectLst/>
                <a:latin typeface="Verdana" panose="020B0604030504040204" pitchFamily="34" charset="0"/>
                <a:ea typeface="Verdana" panose="020B0604030504040204" pitchFamily="34" charset="0"/>
              </a:rPr>
              <a:t>&gt;</a:t>
            </a:r>
            <a:endParaRPr lang="en-US" sz="1600" dirty="0">
              <a:solidFill>
                <a:srgbClr val="00B050"/>
              </a:solidFill>
              <a:latin typeface="Verdana" panose="020B0604030504040204" pitchFamily="34" charset="0"/>
              <a:ea typeface="Verdana" panose="020B0604030504040204" pitchFamily="34" charset="0"/>
            </a:endParaRPr>
          </a:p>
        </p:txBody>
      </p:sp>
      <p:sp>
        <p:nvSpPr>
          <p:cNvPr id="14" name="Title 16">
            <a:extLst>
              <a:ext uri="{FF2B5EF4-FFF2-40B4-BE49-F238E27FC236}">
                <a16:creationId xmlns:a16="http://schemas.microsoft.com/office/drawing/2014/main" id="{1AED1E25-7850-28B1-5783-9771DBF2EF8A}"/>
              </a:ext>
            </a:extLst>
          </p:cNvPr>
          <p:cNvSpPr txBox="1">
            <a:spLocks/>
          </p:cNvSpPr>
          <p:nvPr/>
        </p:nvSpPr>
        <p:spPr>
          <a:xfrm>
            <a:off x="259708" y="1308906"/>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b="0" i="0" dirty="0">
                <a:solidFill>
                  <a:srgbClr val="0078D4"/>
                </a:solidFill>
                <a:effectLst/>
                <a:latin typeface="Segoe UI" panose="020B0502040204020203" pitchFamily="34" charset="0"/>
              </a:rPr>
              <a:t>HTML Video</a:t>
            </a:r>
          </a:p>
        </p:txBody>
      </p:sp>
      <p:sp>
        <p:nvSpPr>
          <p:cNvPr id="5" name="Text Placeholder 5">
            <a:extLst>
              <a:ext uri="{FF2B5EF4-FFF2-40B4-BE49-F238E27FC236}">
                <a16:creationId xmlns:a16="http://schemas.microsoft.com/office/drawing/2014/main" id="{5D2236B5-2F7D-6E99-AE1E-BFDB0E04FAE0}"/>
              </a:ext>
            </a:extLst>
          </p:cNvPr>
          <p:cNvSpPr txBox="1">
            <a:spLocks/>
          </p:cNvSpPr>
          <p:nvPr/>
        </p:nvSpPr>
        <p:spPr>
          <a:xfrm>
            <a:off x="104749" y="485806"/>
            <a:ext cx="10881509" cy="52322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Multimedia on the web is sound, music, videos, movies, and animations. Multimedia files have formats and different extensions like: .wav, .mp3, .mp4, .mpg, .</a:t>
            </a:r>
            <a:r>
              <a:rPr lang="en-US" sz="1700" dirty="0" err="1">
                <a:solidFill>
                  <a:srgbClr val="000000"/>
                </a:solidFill>
                <a:latin typeface="Verdana" panose="020B0604030504040204" pitchFamily="34" charset="0"/>
              </a:rPr>
              <a:t>wmv</a:t>
            </a:r>
            <a:r>
              <a:rPr lang="en-US" sz="1700" dirty="0">
                <a:solidFill>
                  <a:srgbClr val="000000"/>
                </a:solidFill>
                <a:latin typeface="Verdana" panose="020B0604030504040204" pitchFamily="34" charset="0"/>
              </a:rPr>
              <a:t>, and .</a:t>
            </a:r>
            <a:r>
              <a:rPr lang="en-US" sz="1700" dirty="0" err="1">
                <a:solidFill>
                  <a:srgbClr val="000000"/>
                </a:solidFill>
                <a:latin typeface="Verdana" panose="020B0604030504040204" pitchFamily="34" charset="0"/>
              </a:rPr>
              <a:t>avi</a:t>
            </a:r>
            <a:r>
              <a:rPr lang="en-US" sz="1700" dirty="0">
                <a:solidFill>
                  <a:srgbClr val="000000"/>
                </a:solidFill>
                <a:latin typeface="Verdana" panose="020B0604030504040204" pitchFamily="34" charset="0"/>
              </a:rPr>
              <a:t>.</a:t>
            </a:r>
            <a:endParaRPr lang="en-US" sz="1700" dirty="0">
              <a:solidFill>
                <a:srgbClr val="00B050"/>
              </a:solidFill>
              <a:latin typeface="Verdana" panose="020B0604030504040204" pitchFamily="34" charset="0"/>
              <a:ea typeface="Verdana" panose="020B0604030504040204" pitchFamily="34" charset="0"/>
            </a:endParaRPr>
          </a:p>
        </p:txBody>
      </p:sp>
      <p:pic>
        <p:nvPicPr>
          <p:cNvPr id="23" name="Picture 22" descr="Graphical user interface, text, application&#10;&#10;Description automatically generated">
            <a:extLst>
              <a:ext uri="{FF2B5EF4-FFF2-40B4-BE49-F238E27FC236}">
                <a16:creationId xmlns:a16="http://schemas.microsoft.com/office/drawing/2014/main" id="{A00D6AAA-F2D4-6027-2C79-A8B766292E56}"/>
              </a:ext>
            </a:extLst>
          </p:cNvPr>
          <p:cNvPicPr>
            <a:picLocks noChangeAspect="1"/>
          </p:cNvPicPr>
          <p:nvPr/>
        </p:nvPicPr>
        <p:blipFill>
          <a:blip r:embed="rId4"/>
          <a:stretch>
            <a:fillRect/>
          </a:stretch>
        </p:blipFill>
        <p:spPr>
          <a:xfrm>
            <a:off x="104749" y="3429000"/>
            <a:ext cx="10440600" cy="2256183"/>
          </a:xfrm>
          <a:prstGeom prst="rect">
            <a:avLst/>
          </a:prstGeom>
        </p:spPr>
      </p:pic>
    </p:spTree>
    <p:extLst>
      <p:ext uri="{BB962C8B-B14F-4D97-AF65-F5344CB8AC3E}">
        <p14:creationId xmlns:p14="http://schemas.microsoft.com/office/powerpoint/2010/main" val="366847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844E01E1-3405-9153-563F-23DD2AB8CCFB}"/>
              </a:ext>
            </a:extLst>
          </p:cNvPr>
          <p:cNvSpPr txBox="1">
            <a:spLocks/>
          </p:cNvSpPr>
          <p:nvPr/>
        </p:nvSpPr>
        <p:spPr>
          <a:xfrm>
            <a:off x="104749" y="87556"/>
            <a:ext cx="4109442" cy="3539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300" b="0" i="0" dirty="0">
                <a:solidFill>
                  <a:srgbClr val="C00000"/>
                </a:solidFill>
                <a:effectLst/>
                <a:latin typeface="Segoe UI" panose="020B0502040204020203" pitchFamily="34" charset="0"/>
              </a:rPr>
              <a:t>HTML Multimedia</a:t>
            </a:r>
          </a:p>
        </p:txBody>
      </p:sp>
      <p:pic>
        <p:nvPicPr>
          <p:cNvPr id="4" name="Picture 3" descr="Icon&#10;&#10;Description automatically generated">
            <a:extLst>
              <a:ext uri="{FF2B5EF4-FFF2-40B4-BE49-F238E27FC236}">
                <a16:creationId xmlns:a16="http://schemas.microsoft.com/office/drawing/2014/main" id="{FDDD7FB3-395C-71BC-AEA0-4F56A8867048}"/>
              </a:ext>
            </a:extLst>
          </p:cNvPr>
          <p:cNvPicPr>
            <a:picLocks noChangeAspect="1"/>
          </p:cNvPicPr>
          <p:nvPr/>
        </p:nvPicPr>
        <p:blipFill>
          <a:blip r:embed="rId3"/>
          <a:stretch>
            <a:fillRect/>
          </a:stretch>
        </p:blipFill>
        <p:spPr>
          <a:xfrm>
            <a:off x="11141217" y="-39585"/>
            <a:ext cx="1050783" cy="1050783"/>
          </a:xfrm>
          <a:prstGeom prst="rect">
            <a:avLst/>
          </a:prstGeom>
        </p:spPr>
      </p:pic>
      <p:sp>
        <p:nvSpPr>
          <p:cNvPr id="9" name="Text Placeholder 5">
            <a:extLst>
              <a:ext uri="{FF2B5EF4-FFF2-40B4-BE49-F238E27FC236}">
                <a16:creationId xmlns:a16="http://schemas.microsoft.com/office/drawing/2014/main" id="{1FE6147E-B47B-5B32-D9F4-58DD46D883EF}"/>
              </a:ext>
            </a:extLst>
          </p:cNvPr>
          <p:cNvSpPr txBox="1">
            <a:spLocks/>
          </p:cNvSpPr>
          <p:nvPr/>
        </p:nvSpPr>
        <p:spPr>
          <a:xfrm>
            <a:off x="259708" y="1099403"/>
            <a:ext cx="10881509" cy="18435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700" dirty="0">
                <a:solidFill>
                  <a:srgbClr val="000000"/>
                </a:solidFill>
                <a:latin typeface="Verdana" panose="020B0604030504040204" pitchFamily="34" charset="0"/>
              </a:rPr>
              <a:t>The controls attribute adds audio controls, like play, pause, and volume. The text between the &lt;audio&gt; and &lt;/audio&gt; tags will only be displayed in browsers that do not support the &lt;audio&gt; element. </a:t>
            </a:r>
          </a:p>
          <a:p>
            <a:pPr marL="0" indent="0">
              <a:buFont typeface="Wingdings" panose="05000000000000000000" pitchFamily="2" charset="2"/>
              <a:buNone/>
            </a:pP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a:solidFill>
                  <a:srgbClr val="A52A2A"/>
                </a:solidFill>
                <a:effectLst/>
                <a:latin typeface="Verdana" panose="020B0604030504040204" pitchFamily="34" charset="0"/>
                <a:ea typeface="Verdana" panose="020B0604030504040204" pitchFamily="34" charset="0"/>
              </a:rPr>
              <a:t>audio </a:t>
            </a:r>
            <a:r>
              <a:rPr lang="en-US" sz="1700" b="0" i="0" dirty="0">
                <a:solidFill>
                  <a:srgbClr val="FF0000"/>
                </a:solidFill>
                <a:effectLst/>
                <a:latin typeface="Verdana" panose="020B0604030504040204" pitchFamily="34" charset="0"/>
                <a:ea typeface="Verdana" panose="020B0604030504040204" pitchFamily="34" charset="0"/>
              </a:rPr>
              <a:t> width</a:t>
            </a:r>
            <a:r>
              <a:rPr lang="en-US" sz="1700" b="0" i="0" dirty="0">
                <a:solidFill>
                  <a:srgbClr val="0000CD"/>
                </a:solidFill>
                <a:effectLst/>
                <a:latin typeface="Verdana" panose="020B0604030504040204" pitchFamily="34" charset="0"/>
                <a:ea typeface="Verdana" panose="020B0604030504040204" pitchFamily="34" charset="0"/>
              </a:rPr>
              <a:t>="320"</a:t>
            </a:r>
            <a:r>
              <a:rPr lang="en-US" sz="1700" b="0" i="0" dirty="0">
                <a:solidFill>
                  <a:srgbClr val="FF0000"/>
                </a:solidFill>
                <a:effectLst/>
                <a:latin typeface="Verdana" panose="020B0604030504040204" pitchFamily="34" charset="0"/>
                <a:ea typeface="Verdana" panose="020B0604030504040204" pitchFamily="34" charset="0"/>
              </a:rPr>
              <a:t> height</a:t>
            </a:r>
            <a:r>
              <a:rPr lang="en-US" sz="1700" b="0" i="0" dirty="0">
                <a:solidFill>
                  <a:srgbClr val="0000CD"/>
                </a:solidFill>
                <a:effectLst/>
                <a:latin typeface="Verdana" panose="020B0604030504040204" pitchFamily="34" charset="0"/>
                <a:ea typeface="Verdana" panose="020B0604030504040204" pitchFamily="34" charset="0"/>
              </a:rPr>
              <a:t>="240"</a:t>
            </a:r>
            <a:r>
              <a:rPr lang="en-US" sz="1700" b="0" i="0" dirty="0">
                <a:solidFill>
                  <a:srgbClr val="FF0000"/>
                </a:solidFill>
                <a:effectLst/>
                <a:latin typeface="Verdana" panose="020B0604030504040204" pitchFamily="34" charset="0"/>
                <a:ea typeface="Verdana" panose="020B0604030504040204" pitchFamily="34" charset="0"/>
              </a:rPr>
              <a:t> </a:t>
            </a:r>
            <a:r>
              <a:rPr lang="en-US" sz="1700" b="0" i="0" dirty="0">
                <a:solidFill>
                  <a:srgbClr val="0000CD"/>
                </a:solidFill>
                <a:effectLst/>
                <a:latin typeface="Verdana" panose="020B0604030504040204" pitchFamily="34" charset="0"/>
                <a:ea typeface="Verdana" panose="020B0604030504040204" pitchFamily="34" charset="0"/>
              </a:rPr>
              <a:t>&gt;</a:t>
            </a:r>
            <a:br>
              <a:rPr lang="en-US" sz="1700" dirty="0">
                <a:latin typeface="Verdana" panose="020B0604030504040204" pitchFamily="34" charset="0"/>
                <a:ea typeface="Verdana" panose="020B0604030504040204" pitchFamily="34" charset="0"/>
              </a:rPr>
            </a:br>
            <a:r>
              <a:rPr lang="en-US" sz="1700" b="0" i="0" dirty="0">
                <a:solidFill>
                  <a:srgbClr val="000000"/>
                </a:solidFill>
                <a:effectLst/>
                <a:latin typeface="Verdana" panose="020B0604030504040204" pitchFamily="34" charset="0"/>
                <a:ea typeface="Verdana" panose="020B0604030504040204" pitchFamily="34" charset="0"/>
              </a:rPr>
              <a:t>  </a:t>
            </a: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a:solidFill>
                  <a:srgbClr val="A52A2A"/>
                </a:solidFill>
                <a:effectLst/>
                <a:latin typeface="Verdana" panose="020B0604030504040204" pitchFamily="34" charset="0"/>
                <a:ea typeface="Verdana" panose="020B0604030504040204" pitchFamily="34" charset="0"/>
              </a:rPr>
              <a:t>source</a:t>
            </a:r>
            <a:r>
              <a:rPr lang="en-US" sz="1700" b="0" i="0" dirty="0">
                <a:solidFill>
                  <a:srgbClr val="FF0000"/>
                </a:solidFill>
                <a:effectLst/>
                <a:latin typeface="Verdana" panose="020B0604030504040204" pitchFamily="34" charset="0"/>
                <a:ea typeface="Verdana" panose="020B0604030504040204" pitchFamily="34" charset="0"/>
              </a:rPr>
              <a:t> </a:t>
            </a:r>
            <a:r>
              <a:rPr lang="en-US" sz="1700" b="0" i="0" dirty="0" err="1">
                <a:solidFill>
                  <a:srgbClr val="FF0000"/>
                </a:solidFill>
                <a:effectLst/>
                <a:latin typeface="Verdana" panose="020B0604030504040204" pitchFamily="34" charset="0"/>
                <a:ea typeface="Verdana" panose="020B0604030504040204" pitchFamily="34" charset="0"/>
              </a:rPr>
              <a:t>src</a:t>
            </a:r>
            <a:r>
              <a:rPr lang="en-US" sz="1700" b="0" i="0" dirty="0">
                <a:solidFill>
                  <a:srgbClr val="0000CD"/>
                </a:solidFill>
                <a:effectLst/>
                <a:latin typeface="Verdana" panose="020B0604030504040204" pitchFamily="34" charset="0"/>
                <a:ea typeface="Verdana" panose="020B0604030504040204" pitchFamily="34" charset="0"/>
              </a:rPr>
              <a:t>=“audio.mp3"</a:t>
            </a:r>
            <a:r>
              <a:rPr lang="en-US" sz="1700" b="0" i="0" dirty="0">
                <a:solidFill>
                  <a:srgbClr val="FF0000"/>
                </a:solidFill>
                <a:effectLst/>
                <a:latin typeface="Verdana" panose="020B0604030504040204" pitchFamily="34" charset="0"/>
                <a:ea typeface="Verdana" panose="020B0604030504040204" pitchFamily="34" charset="0"/>
              </a:rPr>
              <a:t> type</a:t>
            </a:r>
            <a:r>
              <a:rPr lang="en-US" sz="1700" b="0" i="0" dirty="0">
                <a:solidFill>
                  <a:srgbClr val="0000CD"/>
                </a:solidFill>
                <a:effectLst/>
                <a:latin typeface="Verdana" panose="020B0604030504040204" pitchFamily="34" charset="0"/>
                <a:ea typeface="Verdana" panose="020B0604030504040204" pitchFamily="34" charset="0"/>
              </a:rPr>
              <a:t>="audio/mpeg"&gt;</a:t>
            </a:r>
          </a:p>
          <a:p>
            <a:pPr marL="0" indent="0">
              <a:buFont typeface="Wingdings" panose="05000000000000000000" pitchFamily="2" charset="2"/>
              <a:buNone/>
            </a:pPr>
            <a:r>
              <a:rPr lang="en-US" sz="1200" dirty="0">
                <a:solidFill>
                  <a:srgbClr val="000000"/>
                </a:solidFill>
                <a:latin typeface="Consolas" panose="020B0609020204030204" pitchFamily="49" charset="0"/>
              </a:rPr>
              <a:t>  </a:t>
            </a:r>
            <a:r>
              <a:rPr lang="en-US" sz="1200" b="0" i="0" dirty="0">
                <a:solidFill>
                  <a:srgbClr val="000000"/>
                </a:solidFill>
                <a:effectLst/>
                <a:latin typeface="Consolas" panose="020B0609020204030204" pitchFamily="49" charset="0"/>
              </a:rPr>
              <a:t>Your browser does not support the audio element.</a:t>
            </a:r>
            <a:br>
              <a:rPr lang="en-US" sz="1700" dirty="0">
                <a:latin typeface="Verdana" panose="020B0604030504040204" pitchFamily="34" charset="0"/>
                <a:ea typeface="Verdana" panose="020B0604030504040204" pitchFamily="34" charset="0"/>
              </a:rPr>
            </a:br>
            <a:r>
              <a:rPr lang="en-US" sz="1700" b="0" i="0" dirty="0">
                <a:solidFill>
                  <a:srgbClr val="0000CD"/>
                </a:solidFill>
                <a:effectLst/>
                <a:latin typeface="Verdana" panose="020B0604030504040204" pitchFamily="34" charset="0"/>
                <a:ea typeface="Verdana" panose="020B0604030504040204" pitchFamily="34" charset="0"/>
              </a:rPr>
              <a:t>&lt;</a:t>
            </a:r>
            <a:r>
              <a:rPr lang="en-US" sz="1700" b="0" i="0" dirty="0">
                <a:solidFill>
                  <a:srgbClr val="A52A2A"/>
                </a:solidFill>
                <a:effectLst/>
                <a:latin typeface="Verdana" panose="020B0604030504040204" pitchFamily="34" charset="0"/>
                <a:ea typeface="Verdana" panose="020B0604030504040204" pitchFamily="34" charset="0"/>
              </a:rPr>
              <a:t>/audio </a:t>
            </a:r>
            <a:r>
              <a:rPr lang="en-US" sz="1700" b="0" i="0" dirty="0">
                <a:solidFill>
                  <a:srgbClr val="0000CD"/>
                </a:solidFill>
                <a:effectLst/>
                <a:latin typeface="Verdana" panose="020B0604030504040204" pitchFamily="34" charset="0"/>
                <a:ea typeface="Verdana" panose="020B0604030504040204" pitchFamily="34" charset="0"/>
              </a:rPr>
              <a:t>&gt;</a:t>
            </a:r>
            <a:endParaRPr lang="en-US" sz="1700" dirty="0">
              <a:solidFill>
                <a:srgbClr val="000000"/>
              </a:solidFill>
              <a:latin typeface="Verdana" panose="020B0604030504040204" pitchFamily="34" charset="0"/>
              <a:ea typeface="Verdana" panose="020B0604030504040204" pitchFamily="34" charset="0"/>
            </a:endParaRPr>
          </a:p>
        </p:txBody>
      </p:sp>
      <p:sp>
        <p:nvSpPr>
          <p:cNvPr id="10" name="Title 16">
            <a:extLst>
              <a:ext uri="{FF2B5EF4-FFF2-40B4-BE49-F238E27FC236}">
                <a16:creationId xmlns:a16="http://schemas.microsoft.com/office/drawing/2014/main" id="{8A73D0FE-BF77-2CFD-B550-C1FDFCFB0F0E}"/>
              </a:ext>
            </a:extLst>
          </p:cNvPr>
          <p:cNvSpPr txBox="1">
            <a:spLocks/>
          </p:cNvSpPr>
          <p:nvPr/>
        </p:nvSpPr>
        <p:spPr>
          <a:xfrm>
            <a:off x="414667" y="684574"/>
            <a:ext cx="4109442"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sz="2000" dirty="0">
                <a:solidFill>
                  <a:srgbClr val="0078D4"/>
                </a:solidFill>
                <a:latin typeface="Segoe UI" panose="020B0502040204020203" pitchFamily="34" charset="0"/>
              </a:rPr>
              <a:t>HTML A</a:t>
            </a:r>
            <a:r>
              <a:rPr lang="en-US" sz="2000" b="0" i="0" dirty="0">
                <a:solidFill>
                  <a:srgbClr val="0078D4"/>
                </a:solidFill>
                <a:effectLst/>
                <a:latin typeface="Segoe UI" panose="020B0502040204020203" pitchFamily="34" charset="0"/>
              </a:rPr>
              <a:t>udio</a:t>
            </a:r>
          </a:p>
        </p:txBody>
      </p:sp>
      <p:pic>
        <p:nvPicPr>
          <p:cNvPr id="20" name="Picture 19" descr="Graphical user interface, application&#10;&#10;Description automatically generated">
            <a:extLst>
              <a:ext uri="{FF2B5EF4-FFF2-40B4-BE49-F238E27FC236}">
                <a16:creationId xmlns:a16="http://schemas.microsoft.com/office/drawing/2014/main" id="{CF5FD7D9-CCE6-51F6-61FC-460EFC7DC7D4}"/>
              </a:ext>
            </a:extLst>
          </p:cNvPr>
          <p:cNvPicPr>
            <a:picLocks noChangeAspect="1"/>
          </p:cNvPicPr>
          <p:nvPr/>
        </p:nvPicPr>
        <p:blipFill>
          <a:blip r:embed="rId4"/>
          <a:stretch>
            <a:fillRect/>
          </a:stretch>
        </p:blipFill>
        <p:spPr>
          <a:xfrm>
            <a:off x="529971" y="3172294"/>
            <a:ext cx="10134232" cy="2274349"/>
          </a:xfrm>
          <a:prstGeom prst="rect">
            <a:avLst/>
          </a:prstGeom>
        </p:spPr>
      </p:pic>
    </p:spTree>
    <p:extLst>
      <p:ext uri="{BB962C8B-B14F-4D97-AF65-F5344CB8AC3E}">
        <p14:creationId xmlns:p14="http://schemas.microsoft.com/office/powerpoint/2010/main" val="2988897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Justin Garrett</DisplayName>
        <AccountId>13</AccountId>
        <AccountType/>
      </UserInfo>
    </SharedWithUsers>
    <MediaLengthInSeconds xmlns="b38ad2e8-7385-42ac-a943-76e9ea801cf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6" ma:contentTypeDescription="Create a new document." ma:contentTypeScope="" ma:versionID="6f9df93dbb38d2fa3f3e4a66f474d9fa">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d4594fc471f6b18a7a06048b98b19a2e"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211ea7d1-7d09-49a0-8c96-644562ad20a0"/>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b38ad2e8-7385-42ac-a943-76e9ea801cf0"/>
    <ds:schemaRef ds:uri="http://schemas.microsoft.com/office/2006/metadata/properties"/>
  </ds:schemaRefs>
</ds:datastoreItem>
</file>

<file path=customXml/itemProps3.xml><?xml version="1.0" encoding="utf-8"?>
<ds:datastoreItem xmlns:ds="http://schemas.openxmlformats.org/officeDocument/2006/customXml" ds:itemID="{5DB83B76-7D03-4DE5-AF1E-BB7DE9851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8ad2e8-7385-42ac-a943-76e9ea801cf0"/>
    <ds:schemaRef ds:uri="211ea7d1-7d09-49a0-8c96-644562ad20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1088</TotalTime>
  <Words>2805</Words>
  <Application>Microsoft Office PowerPoint</Application>
  <PresentationFormat>Widescreen</PresentationFormat>
  <Paragraphs>283</Paragraphs>
  <Slides>23</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Arial</vt:lpstr>
      <vt:lpstr>Consolas</vt:lpstr>
      <vt:lpstr>Segoe UI</vt:lpstr>
      <vt:lpstr>Segoe UI Light</vt:lpstr>
      <vt:lpstr>Segoe UI Semibold</vt:lpstr>
      <vt:lpstr>Segoe UI Semilight</vt:lpstr>
      <vt:lpstr>Verdana</vt:lpstr>
      <vt:lpstr>Wingdings</vt:lpstr>
      <vt:lpstr>WHITE TEMPLATE</vt:lpstr>
      <vt:lpstr>SOFT BLACK TEMPLATE</vt:lpstr>
      <vt:lpstr>By: Brian Kemboi</vt:lpstr>
      <vt:lpstr>HTML</vt:lpstr>
      <vt:lpstr>HTML</vt:lpstr>
      <vt:lpstr>HTML</vt:lpstr>
      <vt:lpstr>HTML</vt:lpstr>
      <vt:lpstr>HTML</vt:lpstr>
      <vt:lpstr>HTML</vt:lpstr>
      <vt:lpstr>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keywords/>
  <dc:description/>
  <cp:lastModifiedBy>Brian Kemboi</cp:lastModifiedBy>
  <cp:revision>59</cp:revision>
  <dcterms:created xsi:type="dcterms:W3CDTF">2019-03-28T18:40:02Z</dcterms:created>
  <dcterms:modified xsi:type="dcterms:W3CDTF">2025-05-03T12:42:42Z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Order">
    <vt:r8>728100</vt:r8>
  </property>
  <property fmtid="{D5CDD505-2E9C-101B-9397-08002B2CF9AE}" pid="21" name="xd_Signature">
    <vt:bool>false</vt:bool>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MediaServiceImageTags">
    <vt:lpwstr/>
  </property>
  <property fmtid="{D5CDD505-2E9C-101B-9397-08002B2CF9AE}" pid="26" name="_ExtendedDescription">
    <vt:lpwstr/>
  </property>
  <property fmtid="{D5CDD505-2E9C-101B-9397-08002B2CF9AE}" pid="27" name="TriggerFlowInfo">
    <vt:lpwstr/>
  </property>
</Properties>
</file>