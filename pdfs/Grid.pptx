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27"/>
  </p:notesMasterIdLst>
  <p:handoutMasterIdLst>
    <p:handoutMasterId r:id="rId28"/>
  </p:handoutMasterIdLst>
  <p:sldIdLst>
    <p:sldId id="1670" r:id="rId6"/>
    <p:sldId id="1689" r:id="rId7"/>
    <p:sldId id="1688" r:id="rId8"/>
    <p:sldId id="1671" r:id="rId9"/>
    <p:sldId id="1672" r:id="rId10"/>
    <p:sldId id="1674" r:id="rId11"/>
    <p:sldId id="1679" r:id="rId12"/>
    <p:sldId id="1680" r:id="rId13"/>
    <p:sldId id="1681" r:id="rId14"/>
    <p:sldId id="1682" r:id="rId15"/>
    <p:sldId id="1683" r:id="rId16"/>
    <p:sldId id="1684" r:id="rId17"/>
    <p:sldId id="1685" r:id="rId18"/>
    <p:sldId id="1696" r:id="rId19"/>
    <p:sldId id="1690" r:id="rId20"/>
    <p:sldId id="1691" r:id="rId21"/>
    <p:sldId id="1692" r:id="rId22"/>
    <p:sldId id="1693" r:id="rId23"/>
    <p:sldId id="1694" r:id="rId24"/>
    <p:sldId id="1695" r:id="rId25"/>
    <p:sldId id="1687" r:id="rId2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84008F-2DF4-4AEA-A8A1-91660BB5EF4C}">
          <p14:sldIdLst>
            <p14:sldId id="1670"/>
            <p14:sldId id="1689"/>
            <p14:sldId id="1688"/>
            <p14:sldId id="1671"/>
            <p14:sldId id="1672"/>
            <p14:sldId id="1674"/>
            <p14:sldId id="1679"/>
            <p14:sldId id="1680"/>
            <p14:sldId id="1681"/>
            <p14:sldId id="1682"/>
            <p14:sldId id="1683"/>
            <p14:sldId id="1684"/>
            <p14:sldId id="1685"/>
            <p14:sldId id="1696"/>
          </p14:sldIdLst>
        </p14:section>
        <p14:section name="Container" id="{8EE697E3-A55F-4ABB-A571-E935B0E4595B}">
          <p14:sldIdLst>
            <p14:sldId id="1690"/>
            <p14:sldId id="1691"/>
            <p14:sldId id="1692"/>
            <p14:sldId id="1693"/>
          </p14:sldIdLst>
        </p14:section>
        <p14:section name="Children" id="{9391F74B-CC1D-425D-96C7-D858E0BAAEED}">
          <p14:sldIdLst>
            <p14:sldId id="1694"/>
            <p14:sldId id="1695"/>
            <p14:sldId id="168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5C2D91"/>
    <a:srgbClr val="E6E6E6"/>
    <a:srgbClr val="2F2F2F"/>
    <a:srgbClr val="F2F2F2"/>
    <a:srgbClr val="D2D2D2"/>
    <a:srgbClr val="00BCF2"/>
    <a:srgbClr val="037BDA"/>
    <a:srgbClr val="1A1A1A"/>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0B808-46D8-40E5-B6F6-7880C2AE0A5E}" v="5" dt="2024-05-09T06:34:18.8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58" autoAdjust="0"/>
    <p:restoredTop sz="92133" autoAdjust="0"/>
  </p:normalViewPr>
  <p:slideViewPr>
    <p:cSldViewPr snapToGrid="0">
      <p:cViewPr varScale="1">
        <p:scale>
          <a:sx n="74" d="100"/>
          <a:sy n="74" d="100"/>
        </p:scale>
        <p:origin x="172" y="56"/>
      </p:cViewPr>
      <p:guideLst/>
    </p:cSldViewPr>
  </p:slideViewPr>
  <p:outlineViewPr>
    <p:cViewPr>
      <p:scale>
        <a:sx n="33" d="100"/>
        <a:sy n="33" d="100"/>
      </p:scale>
      <p:origin x="0" y="-6516"/>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51" d="100"/>
          <a:sy n="51" d="100"/>
        </p:scale>
        <p:origin x="269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omba" userId="2b567b3b-fb93-46f1-8cbc-0c356b39981a" providerId="ADAL" clId="{7780B808-46D8-40E5-B6F6-7880C2AE0A5E}"/>
    <pc:docChg chg="custSel addSld delSld modSld sldOrd addSection modSection">
      <pc:chgData name="Kevin Comba" userId="2b567b3b-fb93-46f1-8cbc-0c356b39981a" providerId="ADAL" clId="{7780B808-46D8-40E5-B6F6-7880C2AE0A5E}" dt="2024-05-09T08:48:12.573" v="228" actId="20577"/>
      <pc:docMkLst>
        <pc:docMk/>
      </pc:docMkLst>
      <pc:sldChg chg="addSp delSp modSp mod">
        <pc:chgData name="Kevin Comba" userId="2b567b3b-fb93-46f1-8cbc-0c356b39981a" providerId="ADAL" clId="{7780B808-46D8-40E5-B6F6-7880C2AE0A5E}" dt="2024-05-08T13:13:43.826" v="102" actId="1076"/>
        <pc:sldMkLst>
          <pc:docMk/>
          <pc:sldMk cId="1793706927" sldId="1670"/>
        </pc:sldMkLst>
        <pc:spChg chg="mod">
          <ac:chgData name="Kevin Comba" userId="2b567b3b-fb93-46f1-8cbc-0c356b39981a" providerId="ADAL" clId="{7780B808-46D8-40E5-B6F6-7880C2AE0A5E}" dt="2024-05-08T13:13:43.826" v="102" actId="1076"/>
          <ac:spMkLst>
            <pc:docMk/>
            <pc:sldMk cId="1793706927" sldId="1670"/>
            <ac:spMk id="7" creationId="{D5C8DBCD-E250-744A-5B5D-DCBF5B833176}"/>
          </ac:spMkLst>
        </pc:spChg>
        <pc:spChg chg="mod">
          <ac:chgData name="Kevin Comba" userId="2b567b3b-fb93-46f1-8cbc-0c356b39981a" providerId="ADAL" clId="{7780B808-46D8-40E5-B6F6-7880C2AE0A5E}" dt="2024-05-05T10:09:48.200" v="6" actId="1076"/>
          <ac:spMkLst>
            <pc:docMk/>
            <pc:sldMk cId="1793706927" sldId="1670"/>
            <ac:spMk id="8" creationId="{45D0F0F5-AC9E-9B15-049A-56B4791D822C}"/>
          </ac:spMkLst>
        </pc:spChg>
        <pc:picChg chg="add del mod">
          <ac:chgData name="Kevin Comba" userId="2b567b3b-fb93-46f1-8cbc-0c356b39981a" providerId="ADAL" clId="{7780B808-46D8-40E5-B6F6-7880C2AE0A5E}" dt="2024-05-07T18:43:25.531" v="84" actId="478"/>
          <ac:picMkLst>
            <pc:docMk/>
            <pc:sldMk cId="1793706927" sldId="1670"/>
            <ac:picMk id="2" creationId="{5E3FD1C4-3EFF-145E-1779-7F4082AE7C7A}"/>
          </ac:picMkLst>
        </pc:picChg>
        <pc:picChg chg="add mod">
          <ac:chgData name="Kevin Comba" userId="2b567b3b-fb93-46f1-8cbc-0c356b39981a" providerId="ADAL" clId="{7780B808-46D8-40E5-B6F6-7880C2AE0A5E}" dt="2024-05-07T18:43:26.749" v="85"/>
          <ac:picMkLst>
            <pc:docMk/>
            <pc:sldMk cId="1793706927" sldId="1670"/>
            <ac:picMk id="3" creationId="{4F5B435E-22BC-C1E1-A024-1BD7E1FB4743}"/>
          </ac:picMkLst>
        </pc:picChg>
        <pc:picChg chg="del">
          <ac:chgData name="Kevin Comba" userId="2b567b3b-fb93-46f1-8cbc-0c356b39981a" providerId="ADAL" clId="{7780B808-46D8-40E5-B6F6-7880C2AE0A5E}" dt="2024-05-05T10:09:33.131" v="0" actId="478"/>
          <ac:picMkLst>
            <pc:docMk/>
            <pc:sldMk cId="1793706927" sldId="1670"/>
            <ac:picMk id="3" creationId="{6213792C-451B-3FBB-3838-8D7148C79AB0}"/>
          </ac:picMkLst>
        </pc:picChg>
        <pc:picChg chg="del">
          <ac:chgData name="Kevin Comba" userId="2b567b3b-fb93-46f1-8cbc-0c356b39981a" providerId="ADAL" clId="{7780B808-46D8-40E5-B6F6-7880C2AE0A5E}" dt="2024-05-05T10:09:36.991" v="2" actId="478"/>
          <ac:picMkLst>
            <pc:docMk/>
            <pc:sldMk cId="1793706927" sldId="1670"/>
            <ac:picMk id="9" creationId="{22FFAA5E-55C6-CD2D-7773-1BBF3CF6EF95}"/>
          </ac:picMkLst>
        </pc:picChg>
        <pc:picChg chg="del">
          <ac:chgData name="Kevin Comba" userId="2b567b3b-fb93-46f1-8cbc-0c356b39981a" providerId="ADAL" clId="{7780B808-46D8-40E5-B6F6-7880C2AE0A5E}" dt="2024-05-08T13:13:23.048" v="88" actId="478"/>
          <ac:picMkLst>
            <pc:docMk/>
            <pc:sldMk cId="1793706927" sldId="1670"/>
            <ac:picMk id="16" creationId="{41C9A300-857D-8FA4-6E0A-35E562BE486A}"/>
          </ac:picMkLst>
        </pc:picChg>
      </pc:sldChg>
      <pc:sldChg chg="delSp mod">
        <pc:chgData name="Kevin Comba" userId="2b567b3b-fb93-46f1-8cbc-0c356b39981a" providerId="ADAL" clId="{7780B808-46D8-40E5-B6F6-7880C2AE0A5E}" dt="2024-05-05T10:11:14.245" v="24" actId="478"/>
        <pc:sldMkLst>
          <pc:docMk/>
          <pc:sldMk cId="1036277177" sldId="1671"/>
        </pc:sldMkLst>
        <pc:picChg chg="del">
          <ac:chgData name="Kevin Comba" userId="2b567b3b-fb93-46f1-8cbc-0c356b39981a" providerId="ADAL" clId="{7780B808-46D8-40E5-B6F6-7880C2AE0A5E}" dt="2024-05-05T10:11:14.245" v="24" actId="478"/>
          <ac:picMkLst>
            <pc:docMk/>
            <pc:sldMk cId="1036277177" sldId="1671"/>
            <ac:picMk id="3" creationId="{6213792C-451B-3FBB-3838-8D7148C79AB0}"/>
          </ac:picMkLst>
        </pc:picChg>
      </pc:sldChg>
      <pc:sldChg chg="delSp mod">
        <pc:chgData name="Kevin Comba" userId="2b567b3b-fb93-46f1-8cbc-0c356b39981a" providerId="ADAL" clId="{7780B808-46D8-40E5-B6F6-7880C2AE0A5E}" dt="2024-05-05T10:11:11.803" v="23" actId="478"/>
        <pc:sldMkLst>
          <pc:docMk/>
          <pc:sldMk cId="1855526435" sldId="1672"/>
        </pc:sldMkLst>
        <pc:picChg chg="del">
          <ac:chgData name="Kevin Comba" userId="2b567b3b-fb93-46f1-8cbc-0c356b39981a" providerId="ADAL" clId="{7780B808-46D8-40E5-B6F6-7880C2AE0A5E}" dt="2024-05-05T10:11:11.803" v="23" actId="478"/>
          <ac:picMkLst>
            <pc:docMk/>
            <pc:sldMk cId="1855526435" sldId="1672"/>
            <ac:picMk id="3" creationId="{6213792C-451B-3FBB-3838-8D7148C79AB0}"/>
          </ac:picMkLst>
        </pc:picChg>
      </pc:sldChg>
      <pc:sldChg chg="delSp del mod">
        <pc:chgData name="Kevin Comba" userId="2b567b3b-fb93-46f1-8cbc-0c356b39981a" providerId="ADAL" clId="{7780B808-46D8-40E5-B6F6-7880C2AE0A5E}" dt="2024-05-08T13:17:10.045" v="104" actId="47"/>
        <pc:sldMkLst>
          <pc:docMk/>
          <pc:sldMk cId="1570439454" sldId="1673"/>
        </pc:sldMkLst>
        <pc:picChg chg="del">
          <ac:chgData name="Kevin Comba" userId="2b567b3b-fb93-46f1-8cbc-0c356b39981a" providerId="ADAL" clId="{7780B808-46D8-40E5-B6F6-7880C2AE0A5E}" dt="2024-05-05T10:11:08.982" v="22" actId="478"/>
          <ac:picMkLst>
            <pc:docMk/>
            <pc:sldMk cId="1570439454" sldId="1673"/>
            <ac:picMk id="3" creationId="{6213792C-451B-3FBB-3838-8D7148C79AB0}"/>
          </ac:picMkLst>
        </pc:picChg>
      </pc:sldChg>
      <pc:sldChg chg="delSp mod">
        <pc:chgData name="Kevin Comba" userId="2b567b3b-fb93-46f1-8cbc-0c356b39981a" providerId="ADAL" clId="{7780B808-46D8-40E5-B6F6-7880C2AE0A5E}" dt="2024-05-05T10:11:05.881" v="21" actId="478"/>
        <pc:sldMkLst>
          <pc:docMk/>
          <pc:sldMk cId="2342823164" sldId="1674"/>
        </pc:sldMkLst>
        <pc:picChg chg="del">
          <ac:chgData name="Kevin Comba" userId="2b567b3b-fb93-46f1-8cbc-0c356b39981a" providerId="ADAL" clId="{7780B808-46D8-40E5-B6F6-7880C2AE0A5E}" dt="2024-05-05T10:11:05.881" v="21" actId="478"/>
          <ac:picMkLst>
            <pc:docMk/>
            <pc:sldMk cId="2342823164" sldId="1674"/>
            <ac:picMk id="3" creationId="{6213792C-451B-3FBB-3838-8D7148C79AB0}"/>
          </ac:picMkLst>
        </pc:picChg>
      </pc:sldChg>
      <pc:sldChg chg="delSp del mod">
        <pc:chgData name="Kevin Comba" userId="2b567b3b-fb93-46f1-8cbc-0c356b39981a" providerId="ADAL" clId="{7780B808-46D8-40E5-B6F6-7880C2AE0A5E}" dt="2024-05-08T13:17:21.663" v="105" actId="47"/>
        <pc:sldMkLst>
          <pc:docMk/>
          <pc:sldMk cId="3939429965" sldId="1675"/>
        </pc:sldMkLst>
        <pc:picChg chg="del">
          <ac:chgData name="Kevin Comba" userId="2b567b3b-fb93-46f1-8cbc-0c356b39981a" providerId="ADAL" clId="{7780B808-46D8-40E5-B6F6-7880C2AE0A5E}" dt="2024-05-05T10:11:00.291" v="19" actId="478"/>
          <ac:picMkLst>
            <pc:docMk/>
            <pc:sldMk cId="3939429965" sldId="1675"/>
            <ac:picMk id="3" creationId="{6213792C-451B-3FBB-3838-8D7148C79AB0}"/>
          </ac:picMkLst>
        </pc:picChg>
      </pc:sldChg>
      <pc:sldChg chg="delSp del mod">
        <pc:chgData name="Kevin Comba" userId="2b567b3b-fb93-46f1-8cbc-0c356b39981a" providerId="ADAL" clId="{7780B808-46D8-40E5-B6F6-7880C2AE0A5E}" dt="2024-05-08T13:17:27.053" v="106" actId="47"/>
        <pc:sldMkLst>
          <pc:docMk/>
          <pc:sldMk cId="1634890307" sldId="1676"/>
        </pc:sldMkLst>
        <pc:picChg chg="del">
          <ac:chgData name="Kevin Comba" userId="2b567b3b-fb93-46f1-8cbc-0c356b39981a" providerId="ADAL" clId="{7780B808-46D8-40E5-B6F6-7880C2AE0A5E}" dt="2024-05-05T10:10:57.432" v="18" actId="478"/>
          <ac:picMkLst>
            <pc:docMk/>
            <pc:sldMk cId="1634890307" sldId="1676"/>
            <ac:picMk id="3" creationId="{6213792C-451B-3FBB-3838-8D7148C79AB0}"/>
          </ac:picMkLst>
        </pc:picChg>
      </pc:sldChg>
      <pc:sldChg chg="delSp del mod">
        <pc:chgData name="Kevin Comba" userId="2b567b3b-fb93-46f1-8cbc-0c356b39981a" providerId="ADAL" clId="{7780B808-46D8-40E5-B6F6-7880C2AE0A5E}" dt="2024-05-07T18:44:16.370" v="86" actId="47"/>
        <pc:sldMkLst>
          <pc:docMk/>
          <pc:sldMk cId="3624766298" sldId="1677"/>
        </pc:sldMkLst>
        <pc:picChg chg="del">
          <ac:chgData name="Kevin Comba" userId="2b567b3b-fb93-46f1-8cbc-0c356b39981a" providerId="ADAL" clId="{7780B808-46D8-40E5-B6F6-7880C2AE0A5E}" dt="2024-05-05T10:10:54.563" v="17" actId="478"/>
          <ac:picMkLst>
            <pc:docMk/>
            <pc:sldMk cId="3624766298" sldId="1677"/>
            <ac:picMk id="3" creationId="{6213792C-451B-3FBB-3838-8D7148C79AB0}"/>
          </ac:picMkLst>
        </pc:picChg>
      </pc:sldChg>
      <pc:sldChg chg="delSp del mod">
        <pc:chgData name="Kevin Comba" userId="2b567b3b-fb93-46f1-8cbc-0c356b39981a" providerId="ADAL" clId="{7780B808-46D8-40E5-B6F6-7880C2AE0A5E}" dt="2024-05-07T18:44:23.676" v="87" actId="47"/>
        <pc:sldMkLst>
          <pc:docMk/>
          <pc:sldMk cId="3568630432" sldId="1678"/>
        </pc:sldMkLst>
        <pc:picChg chg="del">
          <ac:chgData name="Kevin Comba" userId="2b567b3b-fb93-46f1-8cbc-0c356b39981a" providerId="ADAL" clId="{7780B808-46D8-40E5-B6F6-7880C2AE0A5E}" dt="2024-05-05T10:10:50.583" v="16" actId="478"/>
          <ac:picMkLst>
            <pc:docMk/>
            <pc:sldMk cId="3568630432" sldId="1678"/>
            <ac:picMk id="3" creationId="{6213792C-451B-3FBB-3838-8D7148C79AB0}"/>
          </ac:picMkLst>
        </pc:picChg>
      </pc:sldChg>
      <pc:sldChg chg="delSp mod">
        <pc:chgData name="Kevin Comba" userId="2b567b3b-fb93-46f1-8cbc-0c356b39981a" providerId="ADAL" clId="{7780B808-46D8-40E5-B6F6-7880C2AE0A5E}" dt="2024-05-05T10:11:03.020" v="20" actId="478"/>
        <pc:sldMkLst>
          <pc:docMk/>
          <pc:sldMk cId="1834225017" sldId="1679"/>
        </pc:sldMkLst>
        <pc:picChg chg="del">
          <ac:chgData name="Kevin Comba" userId="2b567b3b-fb93-46f1-8cbc-0c356b39981a" providerId="ADAL" clId="{7780B808-46D8-40E5-B6F6-7880C2AE0A5E}" dt="2024-05-05T10:11:03.020" v="20" actId="478"/>
          <ac:picMkLst>
            <pc:docMk/>
            <pc:sldMk cId="1834225017" sldId="1679"/>
            <ac:picMk id="3" creationId="{6213792C-451B-3FBB-3838-8D7148C79AB0}"/>
          </ac:picMkLst>
        </pc:picChg>
      </pc:sldChg>
      <pc:sldChg chg="delSp mod">
        <pc:chgData name="Kevin Comba" userId="2b567b3b-fb93-46f1-8cbc-0c356b39981a" providerId="ADAL" clId="{7780B808-46D8-40E5-B6F6-7880C2AE0A5E}" dt="2024-05-05T10:10:47.159" v="15" actId="478"/>
        <pc:sldMkLst>
          <pc:docMk/>
          <pc:sldMk cId="377667044" sldId="1680"/>
        </pc:sldMkLst>
        <pc:picChg chg="del">
          <ac:chgData name="Kevin Comba" userId="2b567b3b-fb93-46f1-8cbc-0c356b39981a" providerId="ADAL" clId="{7780B808-46D8-40E5-B6F6-7880C2AE0A5E}" dt="2024-05-05T10:10:47.159" v="15" actId="478"/>
          <ac:picMkLst>
            <pc:docMk/>
            <pc:sldMk cId="377667044" sldId="1680"/>
            <ac:picMk id="3" creationId="{6213792C-451B-3FBB-3838-8D7148C79AB0}"/>
          </ac:picMkLst>
        </pc:picChg>
      </pc:sldChg>
      <pc:sldChg chg="delSp mod">
        <pc:chgData name="Kevin Comba" userId="2b567b3b-fb93-46f1-8cbc-0c356b39981a" providerId="ADAL" clId="{7780B808-46D8-40E5-B6F6-7880C2AE0A5E}" dt="2024-05-05T10:10:44.570" v="14" actId="478"/>
        <pc:sldMkLst>
          <pc:docMk/>
          <pc:sldMk cId="548725457" sldId="1681"/>
        </pc:sldMkLst>
        <pc:picChg chg="del">
          <ac:chgData name="Kevin Comba" userId="2b567b3b-fb93-46f1-8cbc-0c356b39981a" providerId="ADAL" clId="{7780B808-46D8-40E5-B6F6-7880C2AE0A5E}" dt="2024-05-05T10:10:44.570" v="14" actId="478"/>
          <ac:picMkLst>
            <pc:docMk/>
            <pc:sldMk cId="548725457" sldId="1681"/>
            <ac:picMk id="3" creationId="{6213792C-451B-3FBB-3838-8D7148C79AB0}"/>
          </ac:picMkLst>
        </pc:picChg>
      </pc:sldChg>
      <pc:sldChg chg="delSp mod">
        <pc:chgData name="Kevin Comba" userId="2b567b3b-fb93-46f1-8cbc-0c356b39981a" providerId="ADAL" clId="{7780B808-46D8-40E5-B6F6-7880C2AE0A5E}" dt="2024-05-05T10:10:41.511" v="13" actId="478"/>
        <pc:sldMkLst>
          <pc:docMk/>
          <pc:sldMk cId="2642939291" sldId="1682"/>
        </pc:sldMkLst>
        <pc:picChg chg="del">
          <ac:chgData name="Kevin Comba" userId="2b567b3b-fb93-46f1-8cbc-0c356b39981a" providerId="ADAL" clId="{7780B808-46D8-40E5-B6F6-7880C2AE0A5E}" dt="2024-05-05T10:10:41.511" v="13" actId="478"/>
          <ac:picMkLst>
            <pc:docMk/>
            <pc:sldMk cId="2642939291" sldId="1682"/>
            <ac:picMk id="3" creationId="{6213792C-451B-3FBB-3838-8D7148C79AB0}"/>
          </ac:picMkLst>
        </pc:picChg>
      </pc:sldChg>
      <pc:sldChg chg="delSp mod">
        <pc:chgData name="Kevin Comba" userId="2b567b3b-fb93-46f1-8cbc-0c356b39981a" providerId="ADAL" clId="{7780B808-46D8-40E5-B6F6-7880C2AE0A5E}" dt="2024-05-05T10:10:37.980" v="12" actId="478"/>
        <pc:sldMkLst>
          <pc:docMk/>
          <pc:sldMk cId="1470327768" sldId="1683"/>
        </pc:sldMkLst>
        <pc:picChg chg="del">
          <ac:chgData name="Kevin Comba" userId="2b567b3b-fb93-46f1-8cbc-0c356b39981a" providerId="ADAL" clId="{7780B808-46D8-40E5-B6F6-7880C2AE0A5E}" dt="2024-05-05T10:10:37.980" v="12" actId="478"/>
          <ac:picMkLst>
            <pc:docMk/>
            <pc:sldMk cId="1470327768" sldId="1683"/>
            <ac:picMk id="3" creationId="{6213792C-451B-3FBB-3838-8D7148C79AB0}"/>
          </ac:picMkLst>
        </pc:picChg>
      </pc:sldChg>
      <pc:sldChg chg="delSp mod">
        <pc:chgData name="Kevin Comba" userId="2b567b3b-fb93-46f1-8cbc-0c356b39981a" providerId="ADAL" clId="{7780B808-46D8-40E5-B6F6-7880C2AE0A5E}" dt="2024-05-05T10:10:35.188" v="11" actId="478"/>
        <pc:sldMkLst>
          <pc:docMk/>
          <pc:sldMk cId="741837280" sldId="1684"/>
        </pc:sldMkLst>
        <pc:picChg chg="del">
          <ac:chgData name="Kevin Comba" userId="2b567b3b-fb93-46f1-8cbc-0c356b39981a" providerId="ADAL" clId="{7780B808-46D8-40E5-B6F6-7880C2AE0A5E}" dt="2024-05-05T10:10:35.188" v="11" actId="478"/>
          <ac:picMkLst>
            <pc:docMk/>
            <pc:sldMk cId="741837280" sldId="1684"/>
            <ac:picMk id="3" creationId="{6213792C-451B-3FBB-3838-8D7148C79AB0}"/>
          </ac:picMkLst>
        </pc:picChg>
      </pc:sldChg>
      <pc:sldChg chg="delSp mod">
        <pc:chgData name="Kevin Comba" userId="2b567b3b-fb93-46f1-8cbc-0c356b39981a" providerId="ADAL" clId="{7780B808-46D8-40E5-B6F6-7880C2AE0A5E}" dt="2024-05-05T10:10:32.675" v="10" actId="478"/>
        <pc:sldMkLst>
          <pc:docMk/>
          <pc:sldMk cId="2014069493" sldId="1685"/>
        </pc:sldMkLst>
        <pc:picChg chg="del">
          <ac:chgData name="Kevin Comba" userId="2b567b3b-fb93-46f1-8cbc-0c356b39981a" providerId="ADAL" clId="{7780B808-46D8-40E5-B6F6-7880C2AE0A5E}" dt="2024-05-05T10:10:32.675" v="10" actId="478"/>
          <ac:picMkLst>
            <pc:docMk/>
            <pc:sldMk cId="2014069493" sldId="1685"/>
            <ac:picMk id="3" creationId="{6213792C-451B-3FBB-3838-8D7148C79AB0}"/>
          </ac:picMkLst>
        </pc:picChg>
      </pc:sldChg>
      <pc:sldChg chg="delSp modSp del mod">
        <pc:chgData name="Kevin Comba" userId="2b567b3b-fb93-46f1-8cbc-0c356b39981a" providerId="ADAL" clId="{7780B808-46D8-40E5-B6F6-7880C2AE0A5E}" dt="2024-05-08T13:17:33.737" v="107" actId="47"/>
        <pc:sldMkLst>
          <pc:docMk/>
          <pc:sldMk cId="1023038640" sldId="1686"/>
        </pc:sldMkLst>
        <pc:spChg chg="mod">
          <ac:chgData name="Kevin Comba" userId="2b567b3b-fb93-46f1-8cbc-0c356b39981a" providerId="ADAL" clId="{7780B808-46D8-40E5-B6F6-7880C2AE0A5E}" dt="2024-05-05T10:10:24.866" v="7" actId="6549"/>
          <ac:spMkLst>
            <pc:docMk/>
            <pc:sldMk cId="1023038640" sldId="1686"/>
            <ac:spMk id="13" creationId="{BBDA116D-C3B7-154B-F1CF-10D64853156B}"/>
          </ac:spMkLst>
        </pc:spChg>
        <pc:picChg chg="del">
          <ac:chgData name="Kevin Comba" userId="2b567b3b-fb93-46f1-8cbc-0c356b39981a" providerId="ADAL" clId="{7780B808-46D8-40E5-B6F6-7880C2AE0A5E}" dt="2024-05-05T10:10:27.995" v="8" actId="478"/>
          <ac:picMkLst>
            <pc:docMk/>
            <pc:sldMk cId="1023038640" sldId="1686"/>
            <ac:picMk id="4" creationId="{1AAFEF99-7919-FFA9-757C-BB0EFA84A133}"/>
          </ac:picMkLst>
        </pc:picChg>
      </pc:sldChg>
      <pc:sldChg chg="delSp modSp mod ord">
        <pc:chgData name="Kevin Comba" userId="2b567b3b-fb93-46f1-8cbc-0c356b39981a" providerId="ADAL" clId="{7780B808-46D8-40E5-B6F6-7880C2AE0A5E}" dt="2024-05-09T06:35:14.661" v="210" actId="1076"/>
        <pc:sldMkLst>
          <pc:docMk/>
          <pc:sldMk cId="4097362708" sldId="1687"/>
        </pc:sldMkLst>
        <pc:spChg chg="mod">
          <ac:chgData name="Kevin Comba" userId="2b567b3b-fb93-46f1-8cbc-0c356b39981a" providerId="ADAL" clId="{7780B808-46D8-40E5-B6F6-7880C2AE0A5E}" dt="2024-05-09T06:35:14.661" v="210" actId="1076"/>
          <ac:spMkLst>
            <pc:docMk/>
            <pc:sldMk cId="4097362708" sldId="1687"/>
            <ac:spMk id="10" creationId="{5806DAE3-4510-F542-38C7-86F819C84A88}"/>
          </ac:spMkLst>
        </pc:spChg>
        <pc:spChg chg="mod">
          <ac:chgData name="Kevin Comba" userId="2b567b3b-fb93-46f1-8cbc-0c356b39981a" providerId="ADAL" clId="{7780B808-46D8-40E5-B6F6-7880C2AE0A5E}" dt="2024-05-09T06:34:55.513" v="188" actId="207"/>
          <ac:spMkLst>
            <pc:docMk/>
            <pc:sldMk cId="4097362708" sldId="1687"/>
            <ac:spMk id="11" creationId="{533712B4-B6E2-6F27-74ED-C2195340BEF4}"/>
          </ac:spMkLst>
        </pc:spChg>
        <pc:picChg chg="del">
          <ac:chgData name="Kevin Comba" userId="2b567b3b-fb93-46f1-8cbc-0c356b39981a" providerId="ADAL" clId="{7780B808-46D8-40E5-B6F6-7880C2AE0A5E}" dt="2024-05-05T10:10:30.403" v="9" actId="478"/>
          <ac:picMkLst>
            <pc:docMk/>
            <pc:sldMk cId="4097362708" sldId="1687"/>
            <ac:picMk id="3" creationId="{6213792C-451B-3FBB-3838-8D7148C79AB0}"/>
          </ac:picMkLst>
        </pc:picChg>
      </pc:sldChg>
      <pc:sldChg chg="delSp mod">
        <pc:chgData name="Kevin Comba" userId="2b567b3b-fb93-46f1-8cbc-0c356b39981a" providerId="ADAL" clId="{7780B808-46D8-40E5-B6F6-7880C2AE0A5E}" dt="2024-05-05T10:11:17.045" v="25" actId="478"/>
        <pc:sldMkLst>
          <pc:docMk/>
          <pc:sldMk cId="136674207" sldId="1688"/>
        </pc:sldMkLst>
        <pc:picChg chg="del">
          <ac:chgData name="Kevin Comba" userId="2b567b3b-fb93-46f1-8cbc-0c356b39981a" providerId="ADAL" clId="{7780B808-46D8-40E5-B6F6-7880C2AE0A5E}" dt="2024-05-05T10:11:17.045" v="25" actId="478"/>
          <ac:picMkLst>
            <pc:docMk/>
            <pc:sldMk cId="136674207" sldId="1688"/>
            <ac:picMk id="3" creationId="{6213792C-451B-3FBB-3838-8D7148C79AB0}"/>
          </ac:picMkLst>
        </pc:picChg>
      </pc:sldChg>
      <pc:sldChg chg="addSp delSp modSp add mod ord">
        <pc:chgData name="Kevin Comba" userId="2b567b3b-fb93-46f1-8cbc-0c356b39981a" providerId="ADAL" clId="{7780B808-46D8-40E5-B6F6-7880C2AE0A5E}" dt="2024-05-05T10:18:52.222" v="51" actId="1076"/>
        <pc:sldMkLst>
          <pc:docMk/>
          <pc:sldMk cId="994848794" sldId="1689"/>
        </pc:sldMkLst>
        <pc:spChg chg="mod">
          <ac:chgData name="Kevin Comba" userId="2b567b3b-fb93-46f1-8cbc-0c356b39981a" providerId="ADAL" clId="{7780B808-46D8-40E5-B6F6-7880C2AE0A5E}" dt="2024-05-05T10:18:47.725" v="50" actId="1076"/>
          <ac:spMkLst>
            <pc:docMk/>
            <pc:sldMk cId="994848794" sldId="1689"/>
            <ac:spMk id="2" creationId="{AB7E9C93-609A-751F-FD8E-D4C24939D05E}"/>
          </ac:spMkLst>
        </pc:spChg>
        <pc:picChg chg="add mod">
          <ac:chgData name="Kevin Comba" userId="2b567b3b-fb93-46f1-8cbc-0c356b39981a" providerId="ADAL" clId="{7780B808-46D8-40E5-B6F6-7880C2AE0A5E}" dt="2024-05-05T10:18:52.222" v="51" actId="1076"/>
          <ac:picMkLst>
            <pc:docMk/>
            <pc:sldMk cId="994848794" sldId="1689"/>
            <ac:picMk id="4" creationId="{5A9C2BC9-8F44-9632-BC01-E35C49C8E5FE}"/>
          </ac:picMkLst>
        </pc:picChg>
        <pc:picChg chg="del">
          <ac:chgData name="Kevin Comba" userId="2b567b3b-fb93-46f1-8cbc-0c356b39981a" providerId="ADAL" clId="{7780B808-46D8-40E5-B6F6-7880C2AE0A5E}" dt="2024-05-05T10:12:10.979" v="27" actId="478"/>
          <ac:picMkLst>
            <pc:docMk/>
            <pc:sldMk cId="994848794" sldId="1689"/>
            <ac:picMk id="5" creationId="{02538B7D-983E-78F5-80AA-29B7DFDC5E46}"/>
          </ac:picMkLst>
        </pc:picChg>
        <pc:picChg chg="del">
          <ac:chgData name="Kevin Comba" userId="2b567b3b-fb93-46f1-8cbc-0c356b39981a" providerId="ADAL" clId="{7780B808-46D8-40E5-B6F6-7880C2AE0A5E}" dt="2024-05-05T10:12:11.851" v="28" actId="478"/>
          <ac:picMkLst>
            <pc:docMk/>
            <pc:sldMk cId="994848794" sldId="1689"/>
            <ac:picMk id="6" creationId="{C3285DD9-E47B-8ED4-E009-4EAB9E7F76A4}"/>
          </ac:picMkLst>
        </pc:picChg>
        <pc:picChg chg="del">
          <ac:chgData name="Kevin Comba" userId="2b567b3b-fb93-46f1-8cbc-0c356b39981a" providerId="ADAL" clId="{7780B808-46D8-40E5-B6F6-7880C2AE0A5E}" dt="2024-05-05T10:12:12.713" v="29" actId="478"/>
          <ac:picMkLst>
            <pc:docMk/>
            <pc:sldMk cId="994848794" sldId="1689"/>
            <ac:picMk id="9" creationId="{449F6F5D-87EE-7C14-FA88-DFB18F358DAD}"/>
          </ac:picMkLst>
        </pc:picChg>
      </pc:sldChg>
      <pc:sldChg chg="addSp delSp modSp add del mod">
        <pc:chgData name="Kevin Comba" userId="2b567b3b-fb93-46f1-8cbc-0c356b39981a" providerId="ADAL" clId="{7780B808-46D8-40E5-B6F6-7880C2AE0A5E}" dt="2024-05-08T13:16:56.851" v="103" actId="2696"/>
        <pc:sldMkLst>
          <pc:docMk/>
          <pc:sldMk cId="1306633533" sldId="1690"/>
        </pc:sldMkLst>
        <pc:spChg chg="mod">
          <ac:chgData name="Kevin Comba" userId="2b567b3b-fb93-46f1-8cbc-0c356b39981a" providerId="ADAL" clId="{7780B808-46D8-40E5-B6F6-7880C2AE0A5E}" dt="2024-05-05T10:24:56.483" v="83" actId="1076"/>
          <ac:spMkLst>
            <pc:docMk/>
            <pc:sldMk cId="1306633533" sldId="1690"/>
            <ac:spMk id="2" creationId="{AB7E9C93-609A-751F-FD8E-D4C24939D05E}"/>
          </ac:spMkLst>
        </pc:spChg>
        <pc:picChg chg="del">
          <ac:chgData name="Kevin Comba" userId="2b567b3b-fb93-46f1-8cbc-0c356b39981a" providerId="ADAL" clId="{7780B808-46D8-40E5-B6F6-7880C2AE0A5E}" dt="2024-05-05T10:20:19.968" v="53" actId="478"/>
          <ac:picMkLst>
            <pc:docMk/>
            <pc:sldMk cId="1306633533" sldId="1690"/>
            <ac:picMk id="4" creationId="{5A9C2BC9-8F44-9632-BC01-E35C49C8E5FE}"/>
          </ac:picMkLst>
        </pc:picChg>
        <pc:picChg chg="add mod">
          <ac:chgData name="Kevin Comba" userId="2b567b3b-fb93-46f1-8cbc-0c356b39981a" providerId="ADAL" clId="{7780B808-46D8-40E5-B6F6-7880C2AE0A5E}" dt="2024-05-05T10:24:42.474" v="81" actId="1076"/>
          <ac:picMkLst>
            <pc:docMk/>
            <pc:sldMk cId="1306633533" sldId="1690"/>
            <ac:picMk id="5" creationId="{4BB0146C-3550-3916-8511-696B427A5AE7}"/>
          </ac:picMkLst>
        </pc:picChg>
      </pc:sldChg>
      <pc:sldChg chg="addSp delSp modSp add mod ord">
        <pc:chgData name="Kevin Comba" userId="2b567b3b-fb93-46f1-8cbc-0c356b39981a" providerId="ADAL" clId="{7780B808-46D8-40E5-B6F6-7880C2AE0A5E}" dt="2024-05-08T13:28:28.660" v="179" actId="478"/>
        <pc:sldMkLst>
          <pc:docMk/>
          <pc:sldMk cId="1342915372" sldId="1690"/>
        </pc:sldMkLst>
        <pc:spChg chg="mod">
          <ac:chgData name="Kevin Comba" userId="2b567b3b-fb93-46f1-8cbc-0c356b39981a" providerId="ADAL" clId="{7780B808-46D8-40E5-B6F6-7880C2AE0A5E}" dt="2024-05-08T13:21:21.228" v="137" actId="20577"/>
          <ac:spMkLst>
            <pc:docMk/>
            <pc:sldMk cId="1342915372" sldId="1690"/>
            <ac:spMk id="10" creationId="{5806DAE3-4510-F542-38C7-86F819C84A88}"/>
          </ac:spMkLst>
        </pc:spChg>
        <pc:spChg chg="del">
          <ac:chgData name="Kevin Comba" userId="2b567b3b-fb93-46f1-8cbc-0c356b39981a" providerId="ADAL" clId="{7780B808-46D8-40E5-B6F6-7880C2AE0A5E}" dt="2024-05-08T13:19:57.709" v="115" actId="478"/>
          <ac:spMkLst>
            <pc:docMk/>
            <pc:sldMk cId="1342915372" sldId="1690"/>
            <ac:spMk id="11" creationId="{533712B4-B6E2-6F27-74ED-C2195340BEF4}"/>
          </ac:spMkLst>
        </pc:spChg>
        <pc:picChg chg="add">
          <ac:chgData name="Kevin Comba" userId="2b567b3b-fb93-46f1-8cbc-0c356b39981a" providerId="ADAL" clId="{7780B808-46D8-40E5-B6F6-7880C2AE0A5E}" dt="2024-05-08T13:21:07.577" v="116" actId="22"/>
          <ac:picMkLst>
            <pc:docMk/>
            <pc:sldMk cId="1342915372" sldId="1690"/>
            <ac:picMk id="3" creationId="{173B0690-6DAE-6AB6-9384-51E1B5D7D4C9}"/>
          </ac:picMkLst>
        </pc:picChg>
        <pc:picChg chg="del">
          <ac:chgData name="Kevin Comba" userId="2b567b3b-fb93-46f1-8cbc-0c356b39981a" providerId="ADAL" clId="{7780B808-46D8-40E5-B6F6-7880C2AE0A5E}" dt="2024-05-08T13:28:28.660" v="179" actId="478"/>
          <ac:picMkLst>
            <pc:docMk/>
            <pc:sldMk cId="1342915372" sldId="1690"/>
            <ac:picMk id="16" creationId="{41C9A300-857D-8FA4-6E0A-35E562BE486A}"/>
          </ac:picMkLst>
        </pc:picChg>
      </pc:sldChg>
      <pc:sldChg chg="addSp delSp add mod">
        <pc:chgData name="Kevin Comba" userId="2b567b3b-fb93-46f1-8cbc-0c356b39981a" providerId="ADAL" clId="{7780B808-46D8-40E5-B6F6-7880C2AE0A5E}" dt="2024-05-08T13:28:25.828" v="178" actId="478"/>
        <pc:sldMkLst>
          <pc:docMk/>
          <pc:sldMk cId="2236163038" sldId="1691"/>
        </pc:sldMkLst>
        <pc:picChg chg="del">
          <ac:chgData name="Kevin Comba" userId="2b567b3b-fb93-46f1-8cbc-0c356b39981a" providerId="ADAL" clId="{7780B808-46D8-40E5-B6F6-7880C2AE0A5E}" dt="2024-05-08T13:21:49.144" v="139" actId="478"/>
          <ac:picMkLst>
            <pc:docMk/>
            <pc:sldMk cId="2236163038" sldId="1691"/>
            <ac:picMk id="3" creationId="{173B0690-6DAE-6AB6-9384-51E1B5D7D4C9}"/>
          </ac:picMkLst>
        </pc:picChg>
        <pc:picChg chg="add">
          <ac:chgData name="Kevin Comba" userId="2b567b3b-fb93-46f1-8cbc-0c356b39981a" providerId="ADAL" clId="{7780B808-46D8-40E5-B6F6-7880C2AE0A5E}" dt="2024-05-08T13:21:50.210" v="140" actId="22"/>
          <ac:picMkLst>
            <pc:docMk/>
            <pc:sldMk cId="2236163038" sldId="1691"/>
            <ac:picMk id="4" creationId="{45824938-422A-FCAA-9180-0D282E037161}"/>
          </ac:picMkLst>
        </pc:picChg>
        <pc:picChg chg="del">
          <ac:chgData name="Kevin Comba" userId="2b567b3b-fb93-46f1-8cbc-0c356b39981a" providerId="ADAL" clId="{7780B808-46D8-40E5-B6F6-7880C2AE0A5E}" dt="2024-05-08T13:28:25.828" v="178" actId="478"/>
          <ac:picMkLst>
            <pc:docMk/>
            <pc:sldMk cId="2236163038" sldId="1691"/>
            <ac:picMk id="16" creationId="{41C9A300-857D-8FA4-6E0A-35E562BE486A}"/>
          </ac:picMkLst>
        </pc:picChg>
      </pc:sldChg>
      <pc:sldChg chg="addSp delSp modSp add mod modClrScheme chgLayout">
        <pc:chgData name="Kevin Comba" userId="2b567b3b-fb93-46f1-8cbc-0c356b39981a" providerId="ADAL" clId="{7780B808-46D8-40E5-B6F6-7880C2AE0A5E}" dt="2024-05-08T13:28:17.745" v="177" actId="207"/>
        <pc:sldMkLst>
          <pc:docMk/>
          <pc:sldMk cId="2962698881" sldId="1692"/>
        </pc:sldMkLst>
        <pc:spChg chg="mod ord">
          <ac:chgData name="Kevin Comba" userId="2b567b3b-fb93-46f1-8cbc-0c356b39981a" providerId="ADAL" clId="{7780B808-46D8-40E5-B6F6-7880C2AE0A5E}" dt="2024-05-08T13:28:17.745" v="177" actId="207"/>
          <ac:spMkLst>
            <pc:docMk/>
            <pc:sldMk cId="2962698881" sldId="1692"/>
            <ac:spMk id="10" creationId="{5806DAE3-4510-F542-38C7-86F819C84A88}"/>
          </ac:spMkLst>
        </pc:spChg>
        <pc:picChg chg="add mod ord modCrop">
          <ac:chgData name="Kevin Comba" userId="2b567b3b-fb93-46f1-8cbc-0c356b39981a" providerId="ADAL" clId="{7780B808-46D8-40E5-B6F6-7880C2AE0A5E}" dt="2024-05-08T13:28:14.839" v="176" actId="14100"/>
          <ac:picMkLst>
            <pc:docMk/>
            <pc:sldMk cId="2962698881" sldId="1692"/>
            <ac:picMk id="3" creationId="{4B5A696C-B934-FD0F-C73C-8AF006CFA3CD}"/>
          </ac:picMkLst>
        </pc:picChg>
        <pc:picChg chg="del">
          <ac:chgData name="Kevin Comba" userId="2b567b3b-fb93-46f1-8cbc-0c356b39981a" providerId="ADAL" clId="{7780B808-46D8-40E5-B6F6-7880C2AE0A5E}" dt="2024-05-08T13:22:28.025" v="142" actId="478"/>
          <ac:picMkLst>
            <pc:docMk/>
            <pc:sldMk cId="2962698881" sldId="1692"/>
            <ac:picMk id="4" creationId="{45824938-422A-FCAA-9180-0D282E037161}"/>
          </ac:picMkLst>
        </pc:picChg>
        <pc:picChg chg="del">
          <ac:chgData name="Kevin Comba" userId="2b567b3b-fb93-46f1-8cbc-0c356b39981a" providerId="ADAL" clId="{7780B808-46D8-40E5-B6F6-7880C2AE0A5E}" dt="2024-05-08T13:23:13.233" v="149" actId="478"/>
          <ac:picMkLst>
            <pc:docMk/>
            <pc:sldMk cId="2962698881" sldId="1692"/>
            <ac:picMk id="16" creationId="{41C9A300-857D-8FA4-6E0A-35E562BE486A}"/>
          </ac:picMkLst>
        </pc:picChg>
      </pc:sldChg>
      <pc:sldChg chg="addSp delSp modSp add mod modClrScheme chgLayout">
        <pc:chgData name="Kevin Comba" userId="2b567b3b-fb93-46f1-8cbc-0c356b39981a" providerId="ADAL" clId="{7780B808-46D8-40E5-B6F6-7880C2AE0A5E}" dt="2024-05-08T13:27:56.707" v="173" actId="207"/>
        <pc:sldMkLst>
          <pc:docMk/>
          <pc:sldMk cId="389000505" sldId="1693"/>
        </pc:sldMkLst>
        <pc:spChg chg="mod">
          <ac:chgData name="Kevin Comba" userId="2b567b3b-fb93-46f1-8cbc-0c356b39981a" providerId="ADAL" clId="{7780B808-46D8-40E5-B6F6-7880C2AE0A5E}" dt="2024-05-08T13:27:56.707" v="173" actId="207"/>
          <ac:spMkLst>
            <pc:docMk/>
            <pc:sldMk cId="389000505" sldId="1693"/>
            <ac:spMk id="10" creationId="{5806DAE3-4510-F542-38C7-86F819C84A88}"/>
          </ac:spMkLst>
        </pc:spChg>
        <pc:picChg chg="del">
          <ac:chgData name="Kevin Comba" userId="2b567b3b-fb93-46f1-8cbc-0c356b39981a" providerId="ADAL" clId="{7780B808-46D8-40E5-B6F6-7880C2AE0A5E}" dt="2024-05-08T13:25:11.359" v="155" actId="478"/>
          <ac:picMkLst>
            <pc:docMk/>
            <pc:sldMk cId="389000505" sldId="1693"/>
            <ac:picMk id="3" creationId="{4B5A696C-B934-FD0F-C73C-8AF006CFA3CD}"/>
          </ac:picMkLst>
        </pc:picChg>
        <pc:picChg chg="add mod">
          <ac:chgData name="Kevin Comba" userId="2b567b3b-fb93-46f1-8cbc-0c356b39981a" providerId="ADAL" clId="{7780B808-46D8-40E5-B6F6-7880C2AE0A5E}" dt="2024-05-08T13:27:48.820" v="172" actId="14100"/>
          <ac:picMkLst>
            <pc:docMk/>
            <pc:sldMk cId="389000505" sldId="1693"/>
            <ac:picMk id="4" creationId="{7656F8F7-F4D7-8A8C-FF61-9080C9F427B5}"/>
          </ac:picMkLst>
        </pc:picChg>
      </pc:sldChg>
      <pc:sldChg chg="addSp delSp modSp add mod ord modClrScheme chgLayout">
        <pc:chgData name="Kevin Comba" userId="2b567b3b-fb93-46f1-8cbc-0c356b39981a" providerId="ADAL" clId="{7780B808-46D8-40E5-B6F6-7880C2AE0A5E}" dt="2024-05-09T08:48:05.767" v="220" actId="20577"/>
        <pc:sldMkLst>
          <pc:docMk/>
          <pc:sldMk cId="1427822523" sldId="1694"/>
        </pc:sldMkLst>
        <pc:spChg chg="mod">
          <ac:chgData name="Kevin Comba" userId="2b567b3b-fb93-46f1-8cbc-0c356b39981a" providerId="ADAL" clId="{7780B808-46D8-40E5-B6F6-7880C2AE0A5E}" dt="2024-05-09T08:48:05.767" v="220" actId="20577"/>
          <ac:spMkLst>
            <pc:docMk/>
            <pc:sldMk cId="1427822523" sldId="1694"/>
            <ac:spMk id="10" creationId="{5806DAE3-4510-F542-38C7-86F819C84A88}"/>
          </ac:spMkLst>
        </pc:spChg>
        <pc:picChg chg="add mod">
          <ac:chgData name="Kevin Comba" userId="2b567b3b-fb93-46f1-8cbc-0c356b39981a" providerId="ADAL" clId="{7780B808-46D8-40E5-B6F6-7880C2AE0A5E}" dt="2024-05-08T13:27:24.413" v="169" actId="26606"/>
          <ac:picMkLst>
            <pc:docMk/>
            <pc:sldMk cId="1427822523" sldId="1694"/>
            <ac:picMk id="3" creationId="{817AF162-E1B1-651F-15C7-8D05F63089FF}"/>
          </ac:picMkLst>
        </pc:picChg>
        <pc:picChg chg="del">
          <ac:chgData name="Kevin Comba" userId="2b567b3b-fb93-46f1-8cbc-0c356b39981a" providerId="ADAL" clId="{7780B808-46D8-40E5-B6F6-7880C2AE0A5E}" dt="2024-05-08T13:26:23.784" v="162" actId="478"/>
          <ac:picMkLst>
            <pc:docMk/>
            <pc:sldMk cId="1427822523" sldId="1694"/>
            <ac:picMk id="4" creationId="{7656F8F7-F4D7-8A8C-FF61-9080C9F427B5}"/>
          </ac:picMkLst>
        </pc:picChg>
      </pc:sldChg>
      <pc:sldChg chg="addSp delSp modSp add mod modClrScheme chgLayout">
        <pc:chgData name="Kevin Comba" userId="2b567b3b-fb93-46f1-8cbc-0c356b39981a" providerId="ADAL" clId="{7780B808-46D8-40E5-B6F6-7880C2AE0A5E}" dt="2024-05-09T08:48:12.573" v="228" actId="20577"/>
        <pc:sldMkLst>
          <pc:docMk/>
          <pc:sldMk cId="2418914573" sldId="1695"/>
        </pc:sldMkLst>
        <pc:spChg chg="mod">
          <ac:chgData name="Kevin Comba" userId="2b567b3b-fb93-46f1-8cbc-0c356b39981a" providerId="ADAL" clId="{7780B808-46D8-40E5-B6F6-7880C2AE0A5E}" dt="2024-05-09T08:48:12.573" v="228" actId="20577"/>
          <ac:spMkLst>
            <pc:docMk/>
            <pc:sldMk cId="2418914573" sldId="1695"/>
            <ac:spMk id="10" creationId="{5806DAE3-4510-F542-38C7-86F819C84A88}"/>
          </ac:spMkLst>
        </pc:spChg>
        <pc:picChg chg="del">
          <ac:chgData name="Kevin Comba" userId="2b567b3b-fb93-46f1-8cbc-0c356b39981a" providerId="ADAL" clId="{7780B808-46D8-40E5-B6F6-7880C2AE0A5E}" dt="2024-05-08T13:27:06.447" v="166" actId="478"/>
          <ac:picMkLst>
            <pc:docMk/>
            <pc:sldMk cId="2418914573" sldId="1695"/>
            <ac:picMk id="3" creationId="{817AF162-E1B1-651F-15C7-8D05F63089FF}"/>
          </ac:picMkLst>
        </pc:picChg>
        <pc:picChg chg="add mod">
          <ac:chgData name="Kevin Comba" userId="2b567b3b-fb93-46f1-8cbc-0c356b39981a" providerId="ADAL" clId="{7780B808-46D8-40E5-B6F6-7880C2AE0A5E}" dt="2024-05-08T13:27:15.322" v="168" actId="26606"/>
          <ac:picMkLst>
            <pc:docMk/>
            <pc:sldMk cId="2418914573" sldId="1695"/>
            <ac:picMk id="4" creationId="{F346DFA3-7FA1-2E91-C4DE-5E37277B060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5/10/2025 2:37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5/10/2025 2:19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958519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6186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323610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777878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3040184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9140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197533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953325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95889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171946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651879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406980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579970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F9CA-D0C1-F943-3D00-3620B4B6E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EC26BB-498F-4445-A9EA-E1B1E3085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733C9-4A37-3E69-478F-0D1C5A015CD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C9BF4C7-F4FF-E79B-4396-32FD84FC157C}"/>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5E233708-31D6-3657-4603-C47FB54B3F0A}"/>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0C3AC1-C51F-85B5-1CE9-75A96B078214}"/>
              </a:ext>
            </a:extLst>
          </p:cNvPr>
          <p:cNvSpPr>
            <a:spLocks noGrp="1"/>
          </p:cNvSpPr>
          <p:nvPr>
            <p:ph type="dt" idx="12"/>
          </p:nvPr>
        </p:nvSpPr>
        <p:spPr/>
        <p:txBody>
          <a:bodyPr/>
          <a:lstStyle/>
          <a:p>
            <a:fld id="{9427A7F7-BB1E-479D-AFAA-B52F4D0C99F2}" type="datetime8">
              <a:rPr lang="en-US" smtClean="0"/>
              <a:t>5/10/2025 2:37 PM</a:t>
            </a:fld>
            <a:endParaRPr lang="en-US" dirty="0"/>
          </a:p>
        </p:txBody>
      </p:sp>
      <p:sp>
        <p:nvSpPr>
          <p:cNvPr id="7" name="Slide Number Placeholder 6">
            <a:extLst>
              <a:ext uri="{FF2B5EF4-FFF2-40B4-BE49-F238E27FC236}">
                <a16:creationId xmlns:a16="http://schemas.microsoft.com/office/drawing/2014/main" id="{C8851ADB-D7A5-32D5-E6BC-122A39597F63}"/>
              </a:ext>
            </a:extLst>
          </p:cNvPr>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3664249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1155946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1924898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718614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3095206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3326061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39282976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5/10/2025 2:19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28052344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l="51535" t="20885" r="1924" b="7746"/>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4" name="Picture 3" descr="A picture containing food, drawing, plate&#10;&#10;Description automatically generated">
            <a:extLst>
              <a:ext uri="{FF2B5EF4-FFF2-40B4-BE49-F238E27FC236}">
                <a16:creationId xmlns:a16="http://schemas.microsoft.com/office/drawing/2014/main" id="{732181C1-02C8-4170-8050-04F95DCD6088}"/>
              </a:ext>
            </a:extLst>
          </p:cNvPr>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206F3868-20C5-4830-B17D-6B8C97A93A75}"/>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meter&#10;&#10;Description automatically generated">
            <a:extLst>
              <a:ext uri="{FF2B5EF4-FFF2-40B4-BE49-F238E27FC236}">
                <a16:creationId xmlns:a16="http://schemas.microsoft.com/office/drawing/2014/main" id="{6BD5228B-DB0F-46DB-85CA-145A3C2DDEDB}"/>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C57AB98C-3D65-4B37-98D9-D5EA9098B772}"/>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91AB4B28-A3CA-482A-991F-44606913488A}"/>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8" name="Picture 7" descr="A close up of a logo&#10;&#10;Description automatically generated">
            <a:extLst>
              <a:ext uri="{FF2B5EF4-FFF2-40B4-BE49-F238E27FC236}">
                <a16:creationId xmlns:a16="http://schemas.microsoft.com/office/drawing/2014/main" id="{57F79CA3-BB63-4315-8892-95BCB51C21DD}"/>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A97FDC0C-A1E0-42E3-A6E6-4DC516B1ECF5}"/>
              </a:ext>
            </a:extLst>
          </p:cNvPr>
          <p:cNvPicPr>
            <a:picLocks noChangeAspect="1"/>
          </p:cNvPicPr>
          <p:nvPr userDrawn="1"/>
        </p:nvPicPr>
        <p:blipFill rotWithShape="1">
          <a:blip r:embed="rId2"/>
          <a:srcRect l="25163" t="-6474" r="8596" b="10240"/>
          <a:stretch/>
        </p:blipFill>
        <p:spPr>
          <a:xfrm>
            <a:off x="533400" y="729314"/>
            <a:ext cx="12192000" cy="6496986"/>
          </a:xfrm>
          <a:prstGeom prst="rect">
            <a:avLst/>
          </a:prstGeom>
        </p:spPr>
      </p:pic>
      <p:pic>
        <p:nvPicPr>
          <p:cNvPr id="5" name="Picture 4" descr="A picture containing food, drawing, plate&#10;&#10;Description automatically generated">
            <a:extLst>
              <a:ext uri="{FF2B5EF4-FFF2-40B4-BE49-F238E27FC236}">
                <a16:creationId xmlns:a16="http://schemas.microsoft.com/office/drawing/2014/main" id="{793ABA5D-327F-422E-A0DB-8C1167D731A0}"/>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0712E43-0ECA-47E9-BF15-501D117A36B8}"/>
              </a:ext>
            </a:extLst>
          </p:cNvPr>
          <p:cNvPicPr>
            <a:picLocks noChangeAspect="1"/>
          </p:cNvPicPr>
          <p:nvPr userDrawn="1"/>
        </p:nvPicPr>
        <p:blipFill rotWithShape="1">
          <a:blip r:embed="rId2"/>
          <a:srcRect l="52143" t="22177" r="2188" b="7791"/>
          <a:stretch/>
        </p:blipFill>
        <p:spPr>
          <a:xfrm>
            <a:off x="0" y="0"/>
            <a:ext cx="12192000"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dirty="0"/>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pic>
        <p:nvPicPr>
          <p:cNvPr id="5" name="Picture 4" descr="A close up of a logo&#10;&#10;Description automatically generated">
            <a:extLst>
              <a:ext uri="{FF2B5EF4-FFF2-40B4-BE49-F238E27FC236}">
                <a16:creationId xmlns:a16="http://schemas.microsoft.com/office/drawing/2014/main" id="{1E6BB193-C413-474A-B507-F1AFD01D9B83}"/>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330E47B-22FD-4E91-BA8B-26D94063CD57}"/>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337691AB-BE94-4B7B-8AA2-FA6630F3886A}"/>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2.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hyperlink" Target="https://css-tricks.com/a-complete-guide-to-css-media-quer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6">
            <a:extLst>
              <a:ext uri="{FF2B5EF4-FFF2-40B4-BE49-F238E27FC236}">
                <a16:creationId xmlns:a16="http://schemas.microsoft.com/office/drawing/2014/main" id="{D5C8DBCD-E250-744A-5B5D-DCBF5B833176}"/>
              </a:ext>
            </a:extLst>
          </p:cNvPr>
          <p:cNvSpPr txBox="1">
            <a:spLocks/>
          </p:cNvSpPr>
          <p:nvPr/>
        </p:nvSpPr>
        <p:spPr>
          <a:xfrm>
            <a:off x="1711729" y="2196490"/>
            <a:ext cx="5198030" cy="101566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6600" dirty="0">
                <a:solidFill>
                  <a:srgbClr val="00B0F0"/>
                </a:solidFill>
                <a:latin typeface="Segoe UI" panose="020B0502040204020203" pitchFamily="34" charset="0"/>
              </a:rPr>
              <a:t>Grid Layout</a:t>
            </a:r>
            <a:endParaRPr lang="en-US" sz="6600" b="0" i="0" dirty="0">
              <a:solidFill>
                <a:srgbClr val="92D050"/>
              </a:solidFill>
              <a:effectLst/>
              <a:latin typeface="Segoe UI" panose="020B0502040204020203" pitchFamily="34" charset="0"/>
            </a:endParaRPr>
          </a:p>
        </p:txBody>
      </p:sp>
      <p:sp>
        <p:nvSpPr>
          <p:cNvPr id="8" name="Title 16">
            <a:extLst>
              <a:ext uri="{FF2B5EF4-FFF2-40B4-BE49-F238E27FC236}">
                <a16:creationId xmlns:a16="http://schemas.microsoft.com/office/drawing/2014/main" id="{45D0F0F5-AC9E-9B15-049A-56B4791D822C}"/>
              </a:ext>
            </a:extLst>
          </p:cNvPr>
          <p:cNvSpPr>
            <a:spLocks noGrp="1"/>
          </p:cNvSpPr>
          <p:nvPr>
            <p:ph type="title"/>
          </p:nvPr>
        </p:nvSpPr>
        <p:spPr>
          <a:xfrm>
            <a:off x="6400799" y="6005322"/>
            <a:ext cx="3682539" cy="553998"/>
          </a:xfrm>
        </p:spPr>
        <p:txBody>
          <a:bodyPr/>
          <a:lstStyle/>
          <a:p>
            <a:pPr algn="l"/>
            <a:r>
              <a:rPr lang="en-US" b="1" dirty="0">
                <a:solidFill>
                  <a:srgbClr val="FFC000"/>
                </a:solidFill>
                <a:latin typeface="Segoe UI" panose="020B0502040204020203" pitchFamily="34" charset="0"/>
              </a:rPr>
              <a:t>By: Brian Kemboi</a:t>
            </a:r>
            <a:endParaRPr lang="en-US" b="1" i="0" dirty="0">
              <a:solidFill>
                <a:srgbClr val="FFC000"/>
              </a:solidFill>
              <a:effectLst/>
              <a:latin typeface="Segoe UI" panose="020B0502040204020203" pitchFamily="34" charset="0"/>
            </a:endParaRPr>
          </a:p>
        </p:txBody>
      </p:sp>
      <p:pic>
        <p:nvPicPr>
          <p:cNvPr id="2" name="Picture 1" descr="A person with a beard and mustache&#10;&#10;AI-generated content may be incorrect.">
            <a:extLst>
              <a:ext uri="{FF2B5EF4-FFF2-40B4-BE49-F238E27FC236}">
                <a16:creationId xmlns:a16="http://schemas.microsoft.com/office/drawing/2014/main" id="{52132F1D-0352-2F85-FE90-BF0C9B659B8C}"/>
              </a:ext>
            </a:extLst>
          </p:cNvPr>
          <p:cNvPicPr>
            <a:picLocks noChangeAspect="1"/>
          </p:cNvPicPr>
          <p:nvPr/>
        </p:nvPicPr>
        <p:blipFill>
          <a:blip r:embed="rId3"/>
          <a:stretch>
            <a:fillRect/>
          </a:stretch>
        </p:blipFill>
        <p:spPr>
          <a:xfrm>
            <a:off x="10310003" y="5029200"/>
            <a:ext cx="1742536" cy="1742536"/>
          </a:xfrm>
          <a:prstGeom prst="rect">
            <a:avLst/>
          </a:prstGeom>
        </p:spPr>
      </p:pic>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2" y="133818"/>
            <a:ext cx="4000763"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1" i="0" dirty="0">
                <a:solidFill>
                  <a:srgbClr val="00B0F0"/>
                </a:solidFill>
                <a:effectLst/>
                <a:latin typeface="Segoe UI" panose="020B0502040204020203" pitchFamily="34" charset="0"/>
              </a:rPr>
              <a:t>Grid Cheat sheet</a:t>
            </a:r>
            <a:endParaRPr lang="en-US" b="1" i="0" dirty="0">
              <a:solidFill>
                <a:srgbClr val="92D050"/>
              </a:solidFill>
              <a:effectLst/>
              <a:latin typeface="Segoe UI" panose="020B0502040204020203" pitchFamily="34" charset="0"/>
            </a:endParaRPr>
          </a:p>
        </p:txBody>
      </p:sp>
      <p:pic>
        <p:nvPicPr>
          <p:cNvPr id="4" name="Picture 3" descr="A screenshot of a computer&#10;&#10;Description automatically generated">
            <a:extLst>
              <a:ext uri="{FF2B5EF4-FFF2-40B4-BE49-F238E27FC236}">
                <a16:creationId xmlns:a16="http://schemas.microsoft.com/office/drawing/2014/main" id="{5A9C2BC9-8F44-9632-BC01-E35C49C8E5FE}"/>
              </a:ext>
            </a:extLst>
          </p:cNvPr>
          <p:cNvPicPr>
            <a:picLocks noChangeAspect="1"/>
          </p:cNvPicPr>
          <p:nvPr/>
        </p:nvPicPr>
        <p:blipFill>
          <a:blip r:embed="rId4"/>
          <a:stretch>
            <a:fillRect/>
          </a:stretch>
        </p:blipFill>
        <p:spPr>
          <a:xfrm>
            <a:off x="-1" y="977383"/>
            <a:ext cx="12192000" cy="5880617"/>
          </a:xfrm>
          <a:prstGeom prst="rect">
            <a:avLst/>
          </a:prstGeom>
        </p:spPr>
      </p:pic>
    </p:spTree>
    <p:extLst>
      <p:ext uri="{BB962C8B-B14F-4D97-AF65-F5344CB8AC3E}">
        <p14:creationId xmlns:p14="http://schemas.microsoft.com/office/powerpoint/2010/main" val="994848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gn="l"/>
            <a:r>
              <a:rPr lang="en-US" dirty="0">
                <a:solidFill>
                  <a:srgbClr val="000000"/>
                </a:solidFill>
                <a:latin typeface="Segoe UI" panose="020B0502040204020203" pitchFamily="34" charset="0"/>
              </a:rPr>
              <a:t>Grid</a:t>
            </a:r>
            <a:endParaRPr lang="en-US" b="0" i="0" dirty="0">
              <a:solidFill>
                <a:srgbClr val="000000"/>
              </a:solidFill>
              <a:effectLst/>
              <a:latin typeface="Segoe UI" panose="020B0502040204020203" pitchFamily="34" charset="0"/>
            </a:endParaRPr>
          </a:p>
        </p:txBody>
      </p:sp>
      <p:sp>
        <p:nvSpPr>
          <p:cNvPr id="7" name="Title 16">
            <a:extLst>
              <a:ext uri="{FF2B5EF4-FFF2-40B4-BE49-F238E27FC236}">
                <a16:creationId xmlns:a16="http://schemas.microsoft.com/office/drawing/2014/main" id="{D5C8DBCD-E250-744A-5B5D-DCBF5B833176}"/>
              </a:ext>
            </a:extLst>
          </p:cNvPr>
          <p:cNvSpPr txBox="1">
            <a:spLocks/>
          </p:cNvSpPr>
          <p:nvPr/>
        </p:nvSpPr>
        <p:spPr>
          <a:xfrm>
            <a:off x="534974" y="1280192"/>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What is </a:t>
            </a:r>
            <a:r>
              <a:rPr lang="en-US" dirty="0">
                <a:solidFill>
                  <a:srgbClr val="00B0F0"/>
                </a:solidFill>
                <a:latin typeface="Segoe UI" panose="020B0502040204020203" pitchFamily="34" charset="0"/>
              </a:rPr>
              <a:t>Grid Layout</a:t>
            </a:r>
            <a:r>
              <a:rPr lang="en-US" b="0" i="0" dirty="0">
                <a:solidFill>
                  <a:srgbClr val="92D050"/>
                </a:solidFill>
                <a:effectLst/>
                <a:latin typeface="Segoe UI" panose="020B0502040204020203" pitchFamily="34" charset="0"/>
              </a:rPr>
              <a:t>?</a:t>
            </a:r>
          </a:p>
        </p:txBody>
      </p:sp>
      <p:sp>
        <p:nvSpPr>
          <p:cNvPr id="14" name="Text Placeholder 5">
            <a:extLst>
              <a:ext uri="{FF2B5EF4-FFF2-40B4-BE49-F238E27FC236}">
                <a16:creationId xmlns:a16="http://schemas.microsoft.com/office/drawing/2014/main" id="{7E3DF4CE-9901-536C-74DE-76BE8CE54ADC}"/>
              </a:ext>
            </a:extLst>
          </p:cNvPr>
          <p:cNvSpPr>
            <a:spLocks noGrp="1"/>
          </p:cNvSpPr>
          <p:nvPr>
            <p:ph type="body" sz="quarter" idx="10"/>
          </p:nvPr>
        </p:nvSpPr>
        <p:spPr>
          <a:xfrm>
            <a:off x="534974" y="2900570"/>
            <a:ext cx="11018520" cy="1292662"/>
          </a:xfrm>
        </p:spPr>
        <p:txBody>
          <a:bodyPr/>
          <a:lstStyle/>
          <a:p>
            <a:pPr algn="l">
              <a:buFont typeface="Arial" panose="020B0604020202020204" pitchFamily="34" charset="0"/>
              <a:buChar char="•"/>
            </a:pPr>
            <a:r>
              <a:rPr lang="en-US" b="0" i="0" dirty="0">
                <a:solidFill>
                  <a:srgbClr val="000000"/>
                </a:solidFill>
                <a:effectLst/>
                <a:latin typeface="Verdana" panose="020B0604030504040204" pitchFamily="34" charset="0"/>
              </a:rPr>
              <a:t>The CSS Grid Layout Module offers a grid-based layout system, with rows and columns, making it easier to design web pages without having to use floats and positioning.</a:t>
            </a:r>
          </a:p>
        </p:txBody>
      </p:sp>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8330570" y="0"/>
            <a:ext cx="3861430" cy="1537252"/>
          </a:xfrm>
          <a:prstGeom prst="rect">
            <a:avLst/>
          </a:prstGeom>
        </p:spPr>
      </p:pic>
    </p:spTree>
    <p:extLst>
      <p:ext uri="{BB962C8B-B14F-4D97-AF65-F5344CB8AC3E}">
        <p14:creationId xmlns:p14="http://schemas.microsoft.com/office/powerpoint/2010/main" val="13667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755" y="0"/>
            <a:ext cx="3882887" cy="553998"/>
          </a:xfrm>
        </p:spPr>
        <p:txBody>
          <a:bodyPr/>
          <a:lstStyle/>
          <a:p>
            <a:pPr algn="l"/>
            <a:r>
              <a:rPr lang="en-US" dirty="0">
                <a:solidFill>
                  <a:srgbClr val="92D050"/>
                </a:solidFill>
                <a:latin typeface="Segoe UI" panose="020B0502040204020203" pitchFamily="34" charset="0"/>
              </a:rPr>
              <a:t>Flexbox vs Grid</a:t>
            </a:r>
            <a:endParaRPr lang="en-US" b="0" i="0" dirty="0">
              <a:solidFill>
                <a:srgbClr val="92D050"/>
              </a:solidFill>
              <a:effectLst/>
              <a:latin typeface="Segoe UI" panose="020B0502040204020203" pitchFamily="34" charset="0"/>
            </a:endParaRPr>
          </a:p>
        </p:txBody>
      </p:sp>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pic>
        <p:nvPicPr>
          <p:cNvPr id="6" name="Picture 5" descr="Bar chart&#10;&#10;Description automatically generated">
            <a:extLst>
              <a:ext uri="{FF2B5EF4-FFF2-40B4-BE49-F238E27FC236}">
                <a16:creationId xmlns:a16="http://schemas.microsoft.com/office/drawing/2014/main" id="{4E94EFC5-AFDF-5F3B-08F9-05755092C71F}"/>
              </a:ext>
            </a:extLst>
          </p:cNvPr>
          <p:cNvPicPr>
            <a:picLocks noChangeAspect="1"/>
          </p:cNvPicPr>
          <p:nvPr/>
        </p:nvPicPr>
        <p:blipFill rotWithShape="1">
          <a:blip r:embed="rId4"/>
          <a:srcRect t="7282"/>
          <a:stretch/>
        </p:blipFill>
        <p:spPr>
          <a:xfrm>
            <a:off x="0" y="861391"/>
            <a:ext cx="12192000" cy="5572946"/>
          </a:xfrm>
          <a:prstGeom prst="rect">
            <a:avLst/>
          </a:prstGeom>
        </p:spPr>
      </p:pic>
    </p:spTree>
    <p:extLst>
      <p:ext uri="{BB962C8B-B14F-4D97-AF65-F5344CB8AC3E}">
        <p14:creationId xmlns:p14="http://schemas.microsoft.com/office/powerpoint/2010/main" val="103627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755" y="0"/>
            <a:ext cx="3882887" cy="553998"/>
          </a:xfrm>
        </p:spPr>
        <p:txBody>
          <a:bodyPr/>
          <a:lstStyle/>
          <a:p>
            <a:pPr algn="l"/>
            <a:r>
              <a:rPr lang="en-US" dirty="0">
                <a:solidFill>
                  <a:srgbClr val="92D050"/>
                </a:solidFill>
                <a:latin typeface="Segoe UI" panose="020B0502040204020203" pitchFamily="34" charset="0"/>
              </a:rPr>
              <a:t>Flexbox vs Grid</a:t>
            </a:r>
            <a:endParaRPr lang="en-US" b="0" i="0" dirty="0">
              <a:solidFill>
                <a:srgbClr val="92D050"/>
              </a:solidFill>
              <a:effectLst/>
              <a:latin typeface="Segoe UI" panose="020B0502040204020203" pitchFamily="34" charset="0"/>
            </a:endParaRPr>
          </a:p>
        </p:txBody>
      </p:sp>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pic>
        <p:nvPicPr>
          <p:cNvPr id="6" name="Picture 5">
            <a:extLst>
              <a:ext uri="{FF2B5EF4-FFF2-40B4-BE49-F238E27FC236}">
                <a16:creationId xmlns:a16="http://schemas.microsoft.com/office/drawing/2014/main" id="{4E94EFC5-AFDF-5F3B-08F9-05755092C71F}"/>
              </a:ext>
            </a:extLst>
          </p:cNvPr>
          <p:cNvPicPr>
            <a:picLocks noChangeAspect="1"/>
          </p:cNvPicPr>
          <p:nvPr/>
        </p:nvPicPr>
        <p:blipFill rotWithShape="1">
          <a:blip r:embed="rId4"/>
          <a:srcRect t="9153" b="3641"/>
          <a:stretch/>
        </p:blipFill>
        <p:spPr>
          <a:xfrm>
            <a:off x="0" y="1192695"/>
            <a:ext cx="12192000" cy="5241641"/>
          </a:xfrm>
          <a:prstGeom prst="rect">
            <a:avLst/>
          </a:prstGeom>
        </p:spPr>
      </p:pic>
    </p:spTree>
    <p:extLst>
      <p:ext uri="{BB962C8B-B14F-4D97-AF65-F5344CB8AC3E}">
        <p14:creationId xmlns:p14="http://schemas.microsoft.com/office/powerpoint/2010/main" val="18555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3" y="0"/>
            <a:ext cx="2923844"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Grid Container</a:t>
            </a:r>
            <a:endParaRPr lang="en-US" b="0" i="0" dirty="0">
              <a:solidFill>
                <a:srgbClr val="92D050"/>
              </a:solidFill>
              <a:effectLst/>
              <a:latin typeface="Segoe UI" panose="020B0502040204020203" pitchFamily="34" charset="0"/>
            </a:endParaRPr>
          </a:p>
        </p:txBody>
      </p:sp>
      <p:sp>
        <p:nvSpPr>
          <p:cNvPr id="10" name="Text Placeholder 5">
            <a:extLst>
              <a:ext uri="{FF2B5EF4-FFF2-40B4-BE49-F238E27FC236}">
                <a16:creationId xmlns:a16="http://schemas.microsoft.com/office/drawing/2014/main" id="{40A461AE-FA73-56DF-CB8D-3847DC5E3AE7}"/>
              </a:ext>
            </a:extLst>
          </p:cNvPr>
          <p:cNvSpPr>
            <a:spLocks noGrp="1"/>
          </p:cNvSpPr>
          <p:nvPr>
            <p:ph type="body" sz="quarter" idx="10"/>
          </p:nvPr>
        </p:nvSpPr>
        <p:spPr>
          <a:xfrm>
            <a:off x="163913" y="644172"/>
            <a:ext cx="10808887" cy="1809726"/>
          </a:xfrm>
        </p:spPr>
        <p:txBody>
          <a:bodyPr/>
          <a:lstStyle/>
          <a:p>
            <a:pPr marL="0" indent="0" algn="l">
              <a:buNone/>
            </a:pPr>
            <a:r>
              <a:rPr lang="en-US" b="0" i="0" dirty="0">
                <a:solidFill>
                  <a:srgbClr val="000000"/>
                </a:solidFill>
                <a:effectLst/>
                <a:latin typeface="Verdana" panose="020B0604030504040204" pitchFamily="34" charset="0"/>
              </a:rPr>
              <a:t>To make an HTML element behave as a grid container, you have to set the display property to grid or inline-grid.</a:t>
            </a:r>
          </a:p>
          <a:p>
            <a:pPr marL="0" indent="0" algn="l">
              <a:buNone/>
            </a:pPr>
            <a:r>
              <a:rPr lang="en-US" b="0" i="0" dirty="0">
                <a:solidFill>
                  <a:srgbClr val="000000"/>
                </a:solidFill>
                <a:effectLst/>
                <a:latin typeface="Verdana" panose="020B0604030504040204" pitchFamily="34" charset="0"/>
              </a:rPr>
              <a:t>Grid containers consist of grid items, placed inside columns and rows.</a:t>
            </a:r>
          </a:p>
        </p:txBody>
      </p:sp>
      <p:sp>
        <p:nvSpPr>
          <p:cNvPr id="12" name="Title 16">
            <a:extLst>
              <a:ext uri="{FF2B5EF4-FFF2-40B4-BE49-F238E27FC236}">
                <a16:creationId xmlns:a16="http://schemas.microsoft.com/office/drawing/2014/main" id="{4992BF47-B558-E57E-EF85-85C78B83DDFB}"/>
              </a:ext>
            </a:extLst>
          </p:cNvPr>
          <p:cNvSpPr txBox="1">
            <a:spLocks/>
          </p:cNvSpPr>
          <p:nvPr/>
        </p:nvSpPr>
        <p:spPr>
          <a:xfrm>
            <a:off x="163912" y="2491061"/>
            <a:ext cx="7482591"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grid-template-columns Property</a:t>
            </a:r>
          </a:p>
        </p:txBody>
      </p:sp>
      <p:sp>
        <p:nvSpPr>
          <p:cNvPr id="13" name="Text Placeholder 5">
            <a:extLst>
              <a:ext uri="{FF2B5EF4-FFF2-40B4-BE49-F238E27FC236}">
                <a16:creationId xmlns:a16="http://schemas.microsoft.com/office/drawing/2014/main" id="{C9449010-4537-0A8C-4E07-C657D688D018}"/>
              </a:ext>
            </a:extLst>
          </p:cNvPr>
          <p:cNvSpPr txBox="1">
            <a:spLocks/>
          </p:cNvSpPr>
          <p:nvPr/>
        </p:nvSpPr>
        <p:spPr>
          <a:xfrm>
            <a:off x="163912" y="3172396"/>
            <a:ext cx="10808887" cy="31885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dirty="0">
                <a:solidFill>
                  <a:srgbClr val="000000"/>
                </a:solidFill>
                <a:latin typeface="Verdana" panose="020B0604030504040204" pitchFamily="34" charset="0"/>
              </a:rPr>
              <a:t>property defines the number of columns in your grid layout, and it can define the width of each column.</a:t>
            </a:r>
          </a:p>
          <a:p>
            <a:pPr marL="0" indent="0">
              <a:buFont typeface="Wingdings" panose="05000000000000000000" pitchFamily="2" charset="2"/>
              <a:buNone/>
            </a:pPr>
            <a:r>
              <a:rPr lang="en-US" dirty="0">
                <a:solidFill>
                  <a:srgbClr val="000000"/>
                </a:solidFill>
                <a:latin typeface="Verdana" panose="020B0604030504040204" pitchFamily="34" charset="0"/>
              </a:rPr>
              <a:t>The value is a space-separated-list, where each value defines the width of the respective column.</a:t>
            </a:r>
          </a:p>
          <a:p>
            <a:pPr marL="0" indent="0">
              <a:buFont typeface="Wingdings" panose="05000000000000000000" pitchFamily="2" charset="2"/>
              <a:buNone/>
            </a:pPr>
            <a:r>
              <a:rPr lang="en-US" dirty="0">
                <a:solidFill>
                  <a:srgbClr val="000000"/>
                </a:solidFill>
                <a:latin typeface="Verdana" panose="020B0604030504040204" pitchFamily="34" charset="0"/>
              </a:rPr>
              <a:t>If you want your grid layout to contain 4 columns, specify the width of the 4 columns, or "auto" if all columns should have the same width.</a:t>
            </a:r>
          </a:p>
        </p:txBody>
      </p:sp>
    </p:spTree>
    <p:extLst>
      <p:ext uri="{BB962C8B-B14F-4D97-AF65-F5344CB8AC3E}">
        <p14:creationId xmlns:p14="http://schemas.microsoft.com/office/powerpoint/2010/main" val="234282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2" y="0"/>
            <a:ext cx="6554939"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grid-template-rows Property</a:t>
            </a:r>
            <a:endParaRPr lang="en-US" b="0" i="0" dirty="0">
              <a:solidFill>
                <a:srgbClr val="92D050"/>
              </a:solidFill>
              <a:effectLst/>
              <a:latin typeface="Segoe UI" panose="020B0502040204020203" pitchFamily="34" charset="0"/>
            </a:endParaRPr>
          </a:p>
        </p:txBody>
      </p:sp>
      <p:sp>
        <p:nvSpPr>
          <p:cNvPr id="10" name="Text Placeholder 5">
            <a:extLst>
              <a:ext uri="{FF2B5EF4-FFF2-40B4-BE49-F238E27FC236}">
                <a16:creationId xmlns:a16="http://schemas.microsoft.com/office/drawing/2014/main" id="{40A461AE-FA73-56DF-CB8D-3847DC5E3AE7}"/>
              </a:ext>
            </a:extLst>
          </p:cNvPr>
          <p:cNvSpPr>
            <a:spLocks noGrp="1"/>
          </p:cNvSpPr>
          <p:nvPr>
            <p:ph type="body" sz="quarter" idx="10"/>
          </p:nvPr>
        </p:nvSpPr>
        <p:spPr>
          <a:xfrm>
            <a:off x="163912" y="757295"/>
            <a:ext cx="10808887" cy="430887"/>
          </a:xfrm>
        </p:spPr>
        <p:txBody>
          <a:bodyPr/>
          <a:lstStyle/>
          <a:p>
            <a:pPr marL="0" indent="0" algn="l">
              <a:buNone/>
            </a:pPr>
            <a:r>
              <a:rPr lang="en-US" b="0" i="0" dirty="0">
                <a:solidFill>
                  <a:srgbClr val="000000"/>
                </a:solidFill>
                <a:effectLst/>
                <a:latin typeface="Verdana" panose="020B0604030504040204" pitchFamily="34" charset="0"/>
              </a:rPr>
              <a:t>property defines the height of each row.</a:t>
            </a:r>
          </a:p>
        </p:txBody>
      </p:sp>
      <p:pic>
        <p:nvPicPr>
          <p:cNvPr id="5" name="Picture 4" descr="Table&#10;&#10;Description automatically generated">
            <a:extLst>
              <a:ext uri="{FF2B5EF4-FFF2-40B4-BE49-F238E27FC236}">
                <a16:creationId xmlns:a16="http://schemas.microsoft.com/office/drawing/2014/main" id="{6D25E17F-9741-68A1-B097-C0468FA87488}"/>
              </a:ext>
            </a:extLst>
          </p:cNvPr>
          <p:cNvPicPr>
            <a:picLocks noChangeAspect="1"/>
          </p:cNvPicPr>
          <p:nvPr/>
        </p:nvPicPr>
        <p:blipFill rotWithShape="1">
          <a:blip r:embed="rId4"/>
          <a:srcRect t="7768" r="1360" b="8816"/>
          <a:stretch/>
        </p:blipFill>
        <p:spPr>
          <a:xfrm>
            <a:off x="163912" y="1391479"/>
            <a:ext cx="10948703" cy="3260034"/>
          </a:xfrm>
          <a:prstGeom prst="rect">
            <a:avLst/>
          </a:prstGeom>
        </p:spPr>
      </p:pic>
      <p:pic>
        <p:nvPicPr>
          <p:cNvPr id="7" name="Picture 6" descr="Graphical user interface, application, Teams&#10;&#10;Description automatically generated">
            <a:extLst>
              <a:ext uri="{FF2B5EF4-FFF2-40B4-BE49-F238E27FC236}">
                <a16:creationId xmlns:a16="http://schemas.microsoft.com/office/drawing/2014/main" id="{3568F51A-5CC1-3D64-AFB8-A5829DFEDEF6}"/>
              </a:ext>
            </a:extLst>
          </p:cNvPr>
          <p:cNvPicPr>
            <a:picLocks noChangeAspect="1"/>
          </p:cNvPicPr>
          <p:nvPr/>
        </p:nvPicPr>
        <p:blipFill>
          <a:blip r:embed="rId5"/>
          <a:stretch>
            <a:fillRect/>
          </a:stretch>
        </p:blipFill>
        <p:spPr>
          <a:xfrm>
            <a:off x="294511" y="4854810"/>
            <a:ext cx="6927924" cy="1246501"/>
          </a:xfrm>
          <a:prstGeom prst="rect">
            <a:avLst/>
          </a:prstGeom>
        </p:spPr>
      </p:pic>
    </p:spTree>
    <p:extLst>
      <p:ext uri="{BB962C8B-B14F-4D97-AF65-F5344CB8AC3E}">
        <p14:creationId xmlns:p14="http://schemas.microsoft.com/office/powerpoint/2010/main" val="1834225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2" y="0"/>
            <a:ext cx="5163461"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Grid Container Properties</a:t>
            </a:r>
            <a:endParaRPr lang="en-US" b="0" i="0" dirty="0">
              <a:solidFill>
                <a:srgbClr val="92D050"/>
              </a:solidFill>
              <a:effectLst/>
              <a:latin typeface="Segoe UI" panose="020B0502040204020203" pitchFamily="34" charset="0"/>
            </a:endParaRPr>
          </a:p>
        </p:txBody>
      </p:sp>
      <p:sp>
        <p:nvSpPr>
          <p:cNvPr id="4" name="Text Placeholder 5">
            <a:extLst>
              <a:ext uri="{FF2B5EF4-FFF2-40B4-BE49-F238E27FC236}">
                <a16:creationId xmlns:a16="http://schemas.microsoft.com/office/drawing/2014/main" id="{AD962D03-4529-5E50-52E3-D47E68244A41}"/>
              </a:ext>
            </a:extLst>
          </p:cNvPr>
          <p:cNvSpPr>
            <a:spLocks noGrp="1"/>
          </p:cNvSpPr>
          <p:nvPr>
            <p:ph type="body" sz="quarter" idx="10"/>
          </p:nvPr>
        </p:nvSpPr>
        <p:spPr>
          <a:xfrm>
            <a:off x="163912" y="644172"/>
            <a:ext cx="11564261" cy="430887"/>
          </a:xfrm>
        </p:spPr>
        <p:txBody>
          <a:bodyPr/>
          <a:lstStyle/>
          <a:p>
            <a:pPr marL="0" indent="0">
              <a:buNone/>
            </a:pPr>
            <a:r>
              <a:rPr lang="en-US" b="1" i="0" dirty="0">
                <a:solidFill>
                  <a:srgbClr val="00B0F0"/>
                </a:solidFill>
                <a:effectLst/>
                <a:latin typeface="Operator Mono SSm A"/>
              </a:rPr>
              <a:t>justify-content : </a:t>
            </a:r>
            <a:r>
              <a:rPr lang="en-US" b="1" i="0" dirty="0">
                <a:solidFill>
                  <a:schemeClr val="tx1"/>
                </a:solidFill>
                <a:effectLst/>
                <a:latin typeface="Operator Mono SSm A"/>
              </a:rPr>
              <a:t>property is used to align the whole grid inside the container.</a:t>
            </a:r>
          </a:p>
        </p:txBody>
      </p:sp>
      <p:pic>
        <p:nvPicPr>
          <p:cNvPr id="8" name="Picture 7" descr="Shape&#10;&#10;Description automatically generated with medium confidence">
            <a:extLst>
              <a:ext uri="{FF2B5EF4-FFF2-40B4-BE49-F238E27FC236}">
                <a16:creationId xmlns:a16="http://schemas.microsoft.com/office/drawing/2014/main" id="{09835536-1D34-6E77-601A-7BF7299759D5}"/>
              </a:ext>
            </a:extLst>
          </p:cNvPr>
          <p:cNvPicPr>
            <a:picLocks noChangeAspect="1"/>
          </p:cNvPicPr>
          <p:nvPr/>
        </p:nvPicPr>
        <p:blipFill rotWithShape="1">
          <a:blip r:embed="rId4"/>
          <a:srcRect r="9640"/>
          <a:stretch/>
        </p:blipFill>
        <p:spPr>
          <a:xfrm>
            <a:off x="2144" y="3920870"/>
            <a:ext cx="2894491" cy="2477374"/>
          </a:xfrm>
          <a:prstGeom prst="rect">
            <a:avLst/>
          </a:prstGeom>
        </p:spPr>
      </p:pic>
      <p:pic>
        <p:nvPicPr>
          <p:cNvPr id="11" name="Picture 10" descr="Shape&#10;&#10;Description automatically generated with low confidence">
            <a:extLst>
              <a:ext uri="{FF2B5EF4-FFF2-40B4-BE49-F238E27FC236}">
                <a16:creationId xmlns:a16="http://schemas.microsoft.com/office/drawing/2014/main" id="{E02757D7-DF8B-1FD9-6EF6-CAD59E9F757A}"/>
              </a:ext>
            </a:extLst>
          </p:cNvPr>
          <p:cNvPicPr>
            <a:picLocks noChangeAspect="1"/>
          </p:cNvPicPr>
          <p:nvPr/>
        </p:nvPicPr>
        <p:blipFill>
          <a:blip r:embed="rId5"/>
          <a:stretch>
            <a:fillRect/>
          </a:stretch>
        </p:blipFill>
        <p:spPr>
          <a:xfrm>
            <a:off x="2896635" y="3954999"/>
            <a:ext cx="3108704" cy="2394363"/>
          </a:xfrm>
          <a:prstGeom prst="rect">
            <a:avLst/>
          </a:prstGeom>
        </p:spPr>
      </p:pic>
      <p:pic>
        <p:nvPicPr>
          <p:cNvPr id="13" name="Picture 12" descr="A picture containing shape&#10;&#10;Description automatically generated">
            <a:extLst>
              <a:ext uri="{FF2B5EF4-FFF2-40B4-BE49-F238E27FC236}">
                <a16:creationId xmlns:a16="http://schemas.microsoft.com/office/drawing/2014/main" id="{5824E43C-3A06-89EA-C100-765A182AFF69}"/>
              </a:ext>
            </a:extLst>
          </p:cNvPr>
          <p:cNvPicPr>
            <a:picLocks noChangeAspect="1"/>
          </p:cNvPicPr>
          <p:nvPr/>
        </p:nvPicPr>
        <p:blipFill>
          <a:blip r:embed="rId6"/>
          <a:stretch>
            <a:fillRect/>
          </a:stretch>
        </p:blipFill>
        <p:spPr>
          <a:xfrm>
            <a:off x="5946042" y="3962375"/>
            <a:ext cx="3106021" cy="2394363"/>
          </a:xfrm>
          <a:prstGeom prst="rect">
            <a:avLst/>
          </a:prstGeom>
        </p:spPr>
      </p:pic>
      <p:pic>
        <p:nvPicPr>
          <p:cNvPr id="15" name="Picture 14" descr="A picture containing graphical user interface&#10;&#10;Description automatically generated">
            <a:extLst>
              <a:ext uri="{FF2B5EF4-FFF2-40B4-BE49-F238E27FC236}">
                <a16:creationId xmlns:a16="http://schemas.microsoft.com/office/drawing/2014/main" id="{219B4188-B961-5BA2-309D-43C27BF24624}"/>
              </a:ext>
            </a:extLst>
          </p:cNvPr>
          <p:cNvPicPr>
            <a:picLocks noChangeAspect="1"/>
          </p:cNvPicPr>
          <p:nvPr/>
        </p:nvPicPr>
        <p:blipFill>
          <a:blip r:embed="rId7"/>
          <a:stretch>
            <a:fillRect/>
          </a:stretch>
        </p:blipFill>
        <p:spPr>
          <a:xfrm>
            <a:off x="8902962" y="3674312"/>
            <a:ext cx="3198508" cy="2723932"/>
          </a:xfrm>
          <a:prstGeom prst="rect">
            <a:avLst/>
          </a:prstGeom>
        </p:spPr>
      </p:pic>
      <p:pic>
        <p:nvPicPr>
          <p:cNvPr id="18" name="Picture 17" descr="A picture containing graphical user interface&#10;&#10;Description automatically generated">
            <a:extLst>
              <a:ext uri="{FF2B5EF4-FFF2-40B4-BE49-F238E27FC236}">
                <a16:creationId xmlns:a16="http://schemas.microsoft.com/office/drawing/2014/main" id="{C25AE538-F945-3995-5BFE-B7DB4BF88769}"/>
              </a:ext>
            </a:extLst>
          </p:cNvPr>
          <p:cNvPicPr>
            <a:picLocks noChangeAspect="1"/>
          </p:cNvPicPr>
          <p:nvPr/>
        </p:nvPicPr>
        <p:blipFill>
          <a:blip r:embed="rId8"/>
          <a:stretch>
            <a:fillRect/>
          </a:stretch>
        </p:blipFill>
        <p:spPr>
          <a:xfrm>
            <a:off x="8608082" y="1158070"/>
            <a:ext cx="3420006" cy="2716964"/>
          </a:xfrm>
          <a:prstGeom prst="rect">
            <a:avLst/>
          </a:prstGeom>
        </p:spPr>
      </p:pic>
      <p:pic>
        <p:nvPicPr>
          <p:cNvPr id="20" name="Picture 19" descr="A picture containing graphical user interface&#10;&#10;Description automatically generated">
            <a:extLst>
              <a:ext uri="{FF2B5EF4-FFF2-40B4-BE49-F238E27FC236}">
                <a16:creationId xmlns:a16="http://schemas.microsoft.com/office/drawing/2014/main" id="{3743C674-BAB3-D09C-A101-8F8E5DF4E507}"/>
              </a:ext>
            </a:extLst>
          </p:cNvPr>
          <p:cNvPicPr>
            <a:picLocks noChangeAspect="1"/>
          </p:cNvPicPr>
          <p:nvPr/>
        </p:nvPicPr>
        <p:blipFill>
          <a:blip r:embed="rId9"/>
          <a:stretch>
            <a:fillRect/>
          </a:stretch>
        </p:blipFill>
        <p:spPr>
          <a:xfrm>
            <a:off x="4347276" y="1075059"/>
            <a:ext cx="3420006" cy="2715455"/>
          </a:xfrm>
          <a:prstGeom prst="rect">
            <a:avLst/>
          </a:prstGeom>
        </p:spPr>
      </p:pic>
      <p:pic>
        <p:nvPicPr>
          <p:cNvPr id="22" name="Picture 21" descr="A picture containing graphical user interface&#10;&#10;Description automatically generated">
            <a:extLst>
              <a:ext uri="{FF2B5EF4-FFF2-40B4-BE49-F238E27FC236}">
                <a16:creationId xmlns:a16="http://schemas.microsoft.com/office/drawing/2014/main" id="{A25D76B8-75D7-6677-6B0C-8D33C0BF5F31}"/>
              </a:ext>
            </a:extLst>
          </p:cNvPr>
          <p:cNvPicPr>
            <a:picLocks noChangeAspect="1"/>
          </p:cNvPicPr>
          <p:nvPr/>
        </p:nvPicPr>
        <p:blipFill>
          <a:blip r:embed="rId10"/>
          <a:stretch>
            <a:fillRect/>
          </a:stretch>
        </p:blipFill>
        <p:spPr>
          <a:xfrm>
            <a:off x="424412" y="1164107"/>
            <a:ext cx="3131522" cy="2417670"/>
          </a:xfrm>
          <a:prstGeom prst="rect">
            <a:avLst/>
          </a:prstGeom>
        </p:spPr>
      </p:pic>
    </p:spTree>
    <p:extLst>
      <p:ext uri="{BB962C8B-B14F-4D97-AF65-F5344CB8AC3E}">
        <p14:creationId xmlns:p14="http://schemas.microsoft.com/office/powerpoint/2010/main" val="377667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2" y="0"/>
            <a:ext cx="5163461"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Grid Container Properties</a:t>
            </a:r>
            <a:endParaRPr lang="en-US" b="0" i="0" dirty="0">
              <a:solidFill>
                <a:srgbClr val="92D050"/>
              </a:solidFill>
              <a:effectLst/>
              <a:latin typeface="Segoe UI" panose="020B0502040204020203" pitchFamily="34" charset="0"/>
            </a:endParaRPr>
          </a:p>
        </p:txBody>
      </p:sp>
      <p:sp>
        <p:nvSpPr>
          <p:cNvPr id="4" name="Text Placeholder 5">
            <a:extLst>
              <a:ext uri="{FF2B5EF4-FFF2-40B4-BE49-F238E27FC236}">
                <a16:creationId xmlns:a16="http://schemas.microsoft.com/office/drawing/2014/main" id="{AD962D03-4529-5E50-52E3-D47E68244A41}"/>
              </a:ext>
            </a:extLst>
          </p:cNvPr>
          <p:cNvSpPr>
            <a:spLocks noGrp="1"/>
          </p:cNvSpPr>
          <p:nvPr>
            <p:ph type="body" sz="quarter" idx="10"/>
          </p:nvPr>
        </p:nvSpPr>
        <p:spPr>
          <a:xfrm>
            <a:off x="163912" y="644172"/>
            <a:ext cx="11564261" cy="430887"/>
          </a:xfrm>
        </p:spPr>
        <p:txBody>
          <a:bodyPr/>
          <a:lstStyle/>
          <a:p>
            <a:pPr marL="0" indent="0">
              <a:buNone/>
            </a:pPr>
            <a:r>
              <a:rPr lang="en-US" b="1" i="0" dirty="0">
                <a:solidFill>
                  <a:schemeClr val="accent3"/>
                </a:solidFill>
                <a:effectLst/>
                <a:latin typeface="Operator Mono SSm A"/>
              </a:rPr>
              <a:t>align-content</a:t>
            </a:r>
            <a:r>
              <a:rPr lang="en-US" b="1" i="0" dirty="0">
                <a:solidFill>
                  <a:srgbClr val="00B0F0"/>
                </a:solidFill>
                <a:effectLst/>
                <a:latin typeface="Operator Mono SSm A"/>
              </a:rPr>
              <a:t> : </a:t>
            </a:r>
            <a:r>
              <a:rPr lang="en-US" b="1" i="0" dirty="0">
                <a:solidFill>
                  <a:schemeClr val="tx1"/>
                </a:solidFill>
                <a:effectLst/>
                <a:latin typeface="Operator Mono SSm A"/>
              </a:rPr>
              <a:t>used to vertically align the whole grid inside the container.</a:t>
            </a:r>
          </a:p>
        </p:txBody>
      </p:sp>
      <p:pic>
        <p:nvPicPr>
          <p:cNvPr id="6" name="Picture 5">
            <a:extLst>
              <a:ext uri="{FF2B5EF4-FFF2-40B4-BE49-F238E27FC236}">
                <a16:creationId xmlns:a16="http://schemas.microsoft.com/office/drawing/2014/main" id="{68E0D34C-AB72-993E-288D-742B0E282DDA}"/>
              </a:ext>
            </a:extLst>
          </p:cNvPr>
          <p:cNvPicPr>
            <a:picLocks noChangeAspect="1"/>
          </p:cNvPicPr>
          <p:nvPr/>
        </p:nvPicPr>
        <p:blipFill>
          <a:blip r:embed="rId4"/>
          <a:stretch>
            <a:fillRect/>
          </a:stretch>
        </p:blipFill>
        <p:spPr>
          <a:xfrm>
            <a:off x="9331217" y="1200685"/>
            <a:ext cx="2561068" cy="2835861"/>
          </a:xfrm>
          <a:prstGeom prst="rect">
            <a:avLst/>
          </a:prstGeom>
        </p:spPr>
      </p:pic>
      <p:pic>
        <p:nvPicPr>
          <p:cNvPr id="9" name="Picture 8">
            <a:extLst>
              <a:ext uri="{FF2B5EF4-FFF2-40B4-BE49-F238E27FC236}">
                <a16:creationId xmlns:a16="http://schemas.microsoft.com/office/drawing/2014/main" id="{5AC7B6AC-891E-3F07-5107-73360D4A3BEF}"/>
              </a:ext>
            </a:extLst>
          </p:cNvPr>
          <p:cNvPicPr>
            <a:picLocks noChangeAspect="1"/>
          </p:cNvPicPr>
          <p:nvPr/>
        </p:nvPicPr>
        <p:blipFill>
          <a:blip r:embed="rId5"/>
          <a:stretch>
            <a:fillRect/>
          </a:stretch>
        </p:blipFill>
        <p:spPr>
          <a:xfrm>
            <a:off x="6383352" y="1151807"/>
            <a:ext cx="2538197" cy="2774947"/>
          </a:xfrm>
          <a:prstGeom prst="rect">
            <a:avLst/>
          </a:prstGeom>
        </p:spPr>
      </p:pic>
      <p:pic>
        <p:nvPicPr>
          <p:cNvPr id="12" name="Picture 11">
            <a:extLst>
              <a:ext uri="{FF2B5EF4-FFF2-40B4-BE49-F238E27FC236}">
                <a16:creationId xmlns:a16="http://schemas.microsoft.com/office/drawing/2014/main" id="{859D18E5-A325-79FA-9521-5C76EA4C8051}"/>
              </a:ext>
            </a:extLst>
          </p:cNvPr>
          <p:cNvPicPr>
            <a:picLocks noChangeAspect="1"/>
          </p:cNvPicPr>
          <p:nvPr/>
        </p:nvPicPr>
        <p:blipFill>
          <a:blip r:embed="rId6"/>
          <a:stretch>
            <a:fillRect/>
          </a:stretch>
        </p:blipFill>
        <p:spPr>
          <a:xfrm>
            <a:off x="8363243" y="4152974"/>
            <a:ext cx="2384438" cy="2636243"/>
          </a:xfrm>
          <a:prstGeom prst="rect">
            <a:avLst/>
          </a:prstGeom>
        </p:spPr>
      </p:pic>
      <p:pic>
        <p:nvPicPr>
          <p:cNvPr id="17" name="Picture 16">
            <a:extLst>
              <a:ext uri="{FF2B5EF4-FFF2-40B4-BE49-F238E27FC236}">
                <a16:creationId xmlns:a16="http://schemas.microsoft.com/office/drawing/2014/main" id="{6E5C4E59-F47E-B5A0-2E34-9E2D308A1876}"/>
              </a:ext>
            </a:extLst>
          </p:cNvPr>
          <p:cNvPicPr>
            <a:picLocks noChangeAspect="1"/>
          </p:cNvPicPr>
          <p:nvPr/>
        </p:nvPicPr>
        <p:blipFill>
          <a:blip r:embed="rId7"/>
          <a:stretch>
            <a:fillRect/>
          </a:stretch>
        </p:blipFill>
        <p:spPr>
          <a:xfrm>
            <a:off x="600556" y="4152974"/>
            <a:ext cx="2383946" cy="2636242"/>
          </a:xfrm>
          <a:prstGeom prst="rect">
            <a:avLst/>
          </a:prstGeom>
        </p:spPr>
      </p:pic>
      <p:pic>
        <p:nvPicPr>
          <p:cNvPr id="21" name="Picture 20">
            <a:extLst>
              <a:ext uri="{FF2B5EF4-FFF2-40B4-BE49-F238E27FC236}">
                <a16:creationId xmlns:a16="http://schemas.microsoft.com/office/drawing/2014/main" id="{C73BFEF1-5519-4E68-547A-CC9B6659F3D1}"/>
              </a:ext>
            </a:extLst>
          </p:cNvPr>
          <p:cNvPicPr>
            <a:picLocks noChangeAspect="1"/>
          </p:cNvPicPr>
          <p:nvPr/>
        </p:nvPicPr>
        <p:blipFill>
          <a:blip r:embed="rId8"/>
          <a:stretch>
            <a:fillRect/>
          </a:stretch>
        </p:blipFill>
        <p:spPr>
          <a:xfrm>
            <a:off x="4253606" y="4152974"/>
            <a:ext cx="2369540" cy="2636242"/>
          </a:xfrm>
          <a:prstGeom prst="rect">
            <a:avLst/>
          </a:prstGeom>
        </p:spPr>
      </p:pic>
      <p:pic>
        <p:nvPicPr>
          <p:cNvPr id="24" name="Picture 23">
            <a:extLst>
              <a:ext uri="{FF2B5EF4-FFF2-40B4-BE49-F238E27FC236}">
                <a16:creationId xmlns:a16="http://schemas.microsoft.com/office/drawing/2014/main" id="{19ED77BD-79C2-75B4-EDF3-77E273AFB5A7}"/>
              </a:ext>
            </a:extLst>
          </p:cNvPr>
          <p:cNvPicPr>
            <a:picLocks noChangeAspect="1"/>
          </p:cNvPicPr>
          <p:nvPr/>
        </p:nvPicPr>
        <p:blipFill>
          <a:blip r:embed="rId9"/>
          <a:stretch>
            <a:fillRect/>
          </a:stretch>
        </p:blipFill>
        <p:spPr>
          <a:xfrm>
            <a:off x="163912" y="1165233"/>
            <a:ext cx="2597426" cy="2837103"/>
          </a:xfrm>
          <a:prstGeom prst="rect">
            <a:avLst/>
          </a:prstGeom>
        </p:spPr>
      </p:pic>
      <p:pic>
        <p:nvPicPr>
          <p:cNvPr id="26" name="Picture 25" descr="A picture containing graphical user interface&#10;&#10;Description automatically generated">
            <a:extLst>
              <a:ext uri="{FF2B5EF4-FFF2-40B4-BE49-F238E27FC236}">
                <a16:creationId xmlns:a16="http://schemas.microsoft.com/office/drawing/2014/main" id="{7ED35ECF-0AE5-0F95-ADBE-3C45B5951AFA}"/>
              </a:ext>
            </a:extLst>
          </p:cNvPr>
          <p:cNvPicPr>
            <a:picLocks noChangeAspect="1"/>
          </p:cNvPicPr>
          <p:nvPr/>
        </p:nvPicPr>
        <p:blipFill>
          <a:blip r:embed="rId10"/>
          <a:stretch>
            <a:fillRect/>
          </a:stretch>
        </p:blipFill>
        <p:spPr>
          <a:xfrm>
            <a:off x="3148135" y="1200685"/>
            <a:ext cx="2561068" cy="2774947"/>
          </a:xfrm>
          <a:prstGeom prst="rect">
            <a:avLst/>
          </a:prstGeom>
        </p:spPr>
      </p:pic>
    </p:spTree>
    <p:extLst>
      <p:ext uri="{BB962C8B-B14F-4D97-AF65-F5344CB8AC3E}">
        <p14:creationId xmlns:p14="http://schemas.microsoft.com/office/powerpoint/2010/main" val="54872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3" y="0"/>
            <a:ext cx="2923844"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Grid Item</a:t>
            </a:r>
            <a:endParaRPr lang="en-US" b="0" i="0" dirty="0">
              <a:solidFill>
                <a:srgbClr val="92D050"/>
              </a:solidFill>
              <a:effectLst/>
              <a:latin typeface="Segoe UI" panose="020B0502040204020203" pitchFamily="34" charset="0"/>
            </a:endParaRPr>
          </a:p>
        </p:txBody>
      </p:sp>
      <p:sp>
        <p:nvSpPr>
          <p:cNvPr id="4" name="Text Placeholder 5">
            <a:extLst>
              <a:ext uri="{FF2B5EF4-FFF2-40B4-BE49-F238E27FC236}">
                <a16:creationId xmlns:a16="http://schemas.microsoft.com/office/drawing/2014/main" id="{1E17212B-96C4-5D0D-E747-86572F4DAF47}"/>
              </a:ext>
            </a:extLst>
          </p:cNvPr>
          <p:cNvSpPr>
            <a:spLocks noGrp="1"/>
          </p:cNvSpPr>
          <p:nvPr>
            <p:ph type="body" sz="quarter" idx="10"/>
          </p:nvPr>
        </p:nvSpPr>
        <p:spPr>
          <a:xfrm>
            <a:off x="111771" y="553998"/>
            <a:ext cx="11564261" cy="1292662"/>
          </a:xfrm>
        </p:spPr>
        <p:txBody>
          <a:bodyPr/>
          <a:lstStyle/>
          <a:p>
            <a:pPr marL="0" indent="0">
              <a:buNone/>
            </a:pPr>
            <a:r>
              <a:rPr lang="en-US" b="1" i="0" dirty="0">
                <a:solidFill>
                  <a:schemeClr val="tx1"/>
                </a:solidFill>
                <a:effectLst/>
                <a:latin typeface="Operator Mono SSm A"/>
              </a:rPr>
              <a:t>A grid container contains grid items. By default, a container has one grid item for each column, in each row, but you can style the grid items so that they will span multiple columns and/or rows.</a:t>
            </a:r>
          </a:p>
        </p:txBody>
      </p:sp>
      <p:pic>
        <p:nvPicPr>
          <p:cNvPr id="8" name="Picture 7">
            <a:extLst>
              <a:ext uri="{FF2B5EF4-FFF2-40B4-BE49-F238E27FC236}">
                <a16:creationId xmlns:a16="http://schemas.microsoft.com/office/drawing/2014/main" id="{C3F867FF-7337-3291-4385-8E06DE39D98B}"/>
              </a:ext>
            </a:extLst>
          </p:cNvPr>
          <p:cNvPicPr>
            <a:picLocks noChangeAspect="1"/>
          </p:cNvPicPr>
          <p:nvPr/>
        </p:nvPicPr>
        <p:blipFill rotWithShape="1">
          <a:blip r:embed="rId4"/>
          <a:srcRect t="31160"/>
          <a:stretch/>
        </p:blipFill>
        <p:spPr>
          <a:xfrm>
            <a:off x="111771" y="2996402"/>
            <a:ext cx="9579843" cy="2630492"/>
          </a:xfrm>
          <a:prstGeom prst="rect">
            <a:avLst/>
          </a:prstGeom>
        </p:spPr>
      </p:pic>
      <p:sp>
        <p:nvSpPr>
          <p:cNvPr id="10" name="Title 16">
            <a:extLst>
              <a:ext uri="{FF2B5EF4-FFF2-40B4-BE49-F238E27FC236}">
                <a16:creationId xmlns:a16="http://schemas.microsoft.com/office/drawing/2014/main" id="{5806DAE3-4510-F542-38C7-86F819C84A88}"/>
              </a:ext>
            </a:extLst>
          </p:cNvPr>
          <p:cNvSpPr txBox="1">
            <a:spLocks/>
          </p:cNvSpPr>
          <p:nvPr/>
        </p:nvSpPr>
        <p:spPr>
          <a:xfrm>
            <a:off x="163913" y="1853984"/>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b="0" i="0" dirty="0">
                <a:solidFill>
                  <a:srgbClr val="00B0F0"/>
                </a:solidFill>
                <a:effectLst/>
                <a:latin typeface="Segoe UI" panose="020B0502040204020203" pitchFamily="34" charset="0"/>
              </a:rPr>
              <a:t>The grid-column Property:</a:t>
            </a:r>
            <a:endParaRPr lang="en-US" sz="2500" b="0" i="0" dirty="0">
              <a:solidFill>
                <a:srgbClr val="92D050"/>
              </a:solidFill>
              <a:effectLst/>
              <a:latin typeface="Segoe UI" panose="020B0502040204020203" pitchFamily="34" charset="0"/>
            </a:endParaRPr>
          </a:p>
        </p:txBody>
      </p:sp>
      <p:sp>
        <p:nvSpPr>
          <p:cNvPr id="11" name="Text Placeholder 5">
            <a:extLst>
              <a:ext uri="{FF2B5EF4-FFF2-40B4-BE49-F238E27FC236}">
                <a16:creationId xmlns:a16="http://schemas.microsoft.com/office/drawing/2014/main" id="{533712B4-B6E2-6F27-74ED-C2195340BEF4}"/>
              </a:ext>
            </a:extLst>
          </p:cNvPr>
          <p:cNvSpPr txBox="1">
            <a:spLocks/>
          </p:cNvSpPr>
          <p:nvPr/>
        </p:nvSpPr>
        <p:spPr>
          <a:xfrm>
            <a:off x="163913" y="2238705"/>
            <a:ext cx="11564261" cy="61555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A grid container contains grid items. By default, a container has one grid item for each column, in each row, but you can style the grid items so that they will span multiple columns and/or rows.</a:t>
            </a:r>
          </a:p>
        </p:txBody>
      </p:sp>
      <p:sp>
        <p:nvSpPr>
          <p:cNvPr id="12" name="Text Placeholder 5">
            <a:extLst>
              <a:ext uri="{FF2B5EF4-FFF2-40B4-BE49-F238E27FC236}">
                <a16:creationId xmlns:a16="http://schemas.microsoft.com/office/drawing/2014/main" id="{8FABCC48-404F-9B17-37B6-81EFD18ECC47}"/>
              </a:ext>
            </a:extLst>
          </p:cNvPr>
          <p:cNvSpPr txBox="1">
            <a:spLocks/>
          </p:cNvSpPr>
          <p:nvPr/>
        </p:nvSpPr>
        <p:spPr>
          <a:xfrm>
            <a:off x="191284" y="5974810"/>
            <a:ext cx="11564261" cy="61555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The </a:t>
            </a:r>
            <a:r>
              <a:rPr lang="en-US" sz="2000" b="1" dirty="0">
                <a:solidFill>
                  <a:srgbClr val="00B0F0"/>
                </a:solidFill>
                <a:latin typeface="Operator Mono SSm A"/>
              </a:rPr>
              <a:t>grid-column property </a:t>
            </a:r>
            <a:r>
              <a:rPr lang="en-US" sz="2000" b="1" dirty="0">
                <a:solidFill>
                  <a:schemeClr val="tx1"/>
                </a:solidFill>
                <a:latin typeface="Operator Mono SSm A"/>
              </a:rPr>
              <a:t>is a shorthand property for the </a:t>
            </a:r>
            <a:r>
              <a:rPr lang="en-US" sz="2000" b="1" dirty="0">
                <a:solidFill>
                  <a:srgbClr val="00B0F0"/>
                </a:solidFill>
                <a:latin typeface="Operator Mono SSm A"/>
              </a:rPr>
              <a:t>grid-column-start</a:t>
            </a:r>
            <a:r>
              <a:rPr lang="en-US" sz="2000" b="1" dirty="0">
                <a:solidFill>
                  <a:schemeClr val="tx1"/>
                </a:solidFill>
                <a:latin typeface="Operator Mono SSm A"/>
              </a:rPr>
              <a:t> and the </a:t>
            </a:r>
            <a:r>
              <a:rPr lang="en-US" sz="2000" b="1" dirty="0">
                <a:solidFill>
                  <a:srgbClr val="00B0F0"/>
                </a:solidFill>
                <a:latin typeface="Operator Mono SSm A"/>
              </a:rPr>
              <a:t>grid-column-end </a:t>
            </a:r>
            <a:r>
              <a:rPr lang="en-US" sz="2000" b="1" dirty="0">
                <a:solidFill>
                  <a:schemeClr val="tx1"/>
                </a:solidFill>
                <a:latin typeface="Operator Mono SSm A"/>
              </a:rPr>
              <a:t>properties.</a:t>
            </a:r>
          </a:p>
        </p:txBody>
      </p:sp>
    </p:spTree>
    <p:extLst>
      <p:ext uri="{BB962C8B-B14F-4D97-AF65-F5344CB8AC3E}">
        <p14:creationId xmlns:p14="http://schemas.microsoft.com/office/powerpoint/2010/main" val="2642939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pic>
        <p:nvPicPr>
          <p:cNvPr id="8" name="Picture 7">
            <a:extLst>
              <a:ext uri="{FF2B5EF4-FFF2-40B4-BE49-F238E27FC236}">
                <a16:creationId xmlns:a16="http://schemas.microsoft.com/office/drawing/2014/main" id="{C3F867FF-7337-3291-4385-8E06DE39D98B}"/>
              </a:ext>
            </a:extLst>
          </p:cNvPr>
          <p:cNvPicPr>
            <a:picLocks noChangeAspect="1"/>
          </p:cNvPicPr>
          <p:nvPr/>
        </p:nvPicPr>
        <p:blipFill>
          <a:blip r:embed="rId4"/>
          <a:srcRect l="211" r="211"/>
          <a:stretch/>
        </p:blipFill>
        <p:spPr>
          <a:xfrm>
            <a:off x="111771" y="1406142"/>
            <a:ext cx="9579843" cy="2630492"/>
          </a:xfrm>
          <a:prstGeom prst="rect">
            <a:avLst/>
          </a:prstGeom>
        </p:spPr>
      </p:pic>
      <p:sp>
        <p:nvSpPr>
          <p:cNvPr id="10" name="Title 16">
            <a:extLst>
              <a:ext uri="{FF2B5EF4-FFF2-40B4-BE49-F238E27FC236}">
                <a16:creationId xmlns:a16="http://schemas.microsoft.com/office/drawing/2014/main" id="{5806DAE3-4510-F542-38C7-86F819C84A88}"/>
              </a:ext>
            </a:extLst>
          </p:cNvPr>
          <p:cNvSpPr txBox="1">
            <a:spLocks/>
          </p:cNvSpPr>
          <p:nvPr/>
        </p:nvSpPr>
        <p:spPr>
          <a:xfrm>
            <a:off x="163913" y="263724"/>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b="0" i="0" dirty="0">
                <a:solidFill>
                  <a:srgbClr val="00B0F0"/>
                </a:solidFill>
                <a:effectLst/>
                <a:latin typeface="Segoe UI" panose="020B0502040204020203" pitchFamily="34" charset="0"/>
              </a:rPr>
              <a:t>The grid-row Property:</a:t>
            </a:r>
            <a:endParaRPr lang="en-US" sz="2500" b="0" i="0" dirty="0">
              <a:solidFill>
                <a:srgbClr val="92D050"/>
              </a:solidFill>
              <a:effectLst/>
              <a:latin typeface="Segoe UI" panose="020B0502040204020203" pitchFamily="34" charset="0"/>
            </a:endParaRPr>
          </a:p>
        </p:txBody>
      </p:sp>
      <p:sp>
        <p:nvSpPr>
          <p:cNvPr id="11" name="Text Placeholder 5">
            <a:extLst>
              <a:ext uri="{FF2B5EF4-FFF2-40B4-BE49-F238E27FC236}">
                <a16:creationId xmlns:a16="http://schemas.microsoft.com/office/drawing/2014/main" id="{533712B4-B6E2-6F27-74ED-C2195340BEF4}"/>
              </a:ext>
            </a:extLst>
          </p:cNvPr>
          <p:cNvSpPr txBox="1">
            <a:spLocks/>
          </p:cNvSpPr>
          <p:nvPr/>
        </p:nvSpPr>
        <p:spPr>
          <a:xfrm>
            <a:off x="163913" y="648445"/>
            <a:ext cx="11564261" cy="67710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A grid-row property defines on which row to place an item.</a:t>
            </a:r>
          </a:p>
          <a:p>
            <a:pPr marL="0" indent="0">
              <a:buFont typeface="Wingdings" panose="05000000000000000000" pitchFamily="2" charset="2"/>
              <a:buNone/>
            </a:pPr>
            <a:r>
              <a:rPr lang="en-US" sz="2000" b="1" dirty="0">
                <a:solidFill>
                  <a:schemeClr val="tx1"/>
                </a:solidFill>
                <a:latin typeface="Operator Mono SSm A"/>
              </a:rPr>
              <a:t>You define where the item will start, and where the item will end.</a:t>
            </a:r>
          </a:p>
        </p:txBody>
      </p:sp>
      <p:sp>
        <p:nvSpPr>
          <p:cNvPr id="12" name="Text Placeholder 5">
            <a:extLst>
              <a:ext uri="{FF2B5EF4-FFF2-40B4-BE49-F238E27FC236}">
                <a16:creationId xmlns:a16="http://schemas.microsoft.com/office/drawing/2014/main" id="{8FABCC48-404F-9B17-37B6-81EFD18ECC47}"/>
              </a:ext>
            </a:extLst>
          </p:cNvPr>
          <p:cNvSpPr txBox="1">
            <a:spLocks/>
          </p:cNvSpPr>
          <p:nvPr/>
        </p:nvSpPr>
        <p:spPr>
          <a:xfrm>
            <a:off x="191284" y="4384550"/>
            <a:ext cx="11564261"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The </a:t>
            </a:r>
            <a:r>
              <a:rPr lang="en-US" sz="2000" b="1" dirty="0">
                <a:solidFill>
                  <a:srgbClr val="00B0F0"/>
                </a:solidFill>
                <a:latin typeface="Operator Mono SSm A"/>
              </a:rPr>
              <a:t>grid-row property </a:t>
            </a:r>
            <a:r>
              <a:rPr lang="en-US" sz="2000" b="1" dirty="0">
                <a:solidFill>
                  <a:schemeClr val="tx1"/>
                </a:solidFill>
                <a:latin typeface="Operator Mono SSm A"/>
              </a:rPr>
              <a:t>is a shorthand property for the </a:t>
            </a:r>
            <a:r>
              <a:rPr lang="en-US" sz="2000" b="1" dirty="0">
                <a:solidFill>
                  <a:srgbClr val="00B0F0"/>
                </a:solidFill>
                <a:latin typeface="Operator Mono SSm A"/>
              </a:rPr>
              <a:t>grid-row-start</a:t>
            </a:r>
            <a:r>
              <a:rPr lang="en-US" sz="2000" b="1" dirty="0">
                <a:solidFill>
                  <a:schemeClr val="tx1"/>
                </a:solidFill>
                <a:latin typeface="Operator Mono SSm A"/>
              </a:rPr>
              <a:t> and the </a:t>
            </a:r>
            <a:r>
              <a:rPr lang="en-US" sz="2000" b="1" dirty="0">
                <a:solidFill>
                  <a:srgbClr val="00B0F0"/>
                </a:solidFill>
                <a:latin typeface="Operator Mono SSm A"/>
              </a:rPr>
              <a:t>grid-row-end </a:t>
            </a:r>
            <a:r>
              <a:rPr lang="en-US" sz="2000" b="1" dirty="0">
                <a:solidFill>
                  <a:schemeClr val="tx1"/>
                </a:solidFill>
                <a:latin typeface="Operator Mono SSm A"/>
              </a:rPr>
              <a:t>properties.</a:t>
            </a:r>
          </a:p>
        </p:txBody>
      </p:sp>
    </p:spTree>
    <p:extLst>
      <p:ext uri="{BB962C8B-B14F-4D97-AF65-F5344CB8AC3E}">
        <p14:creationId xmlns:p14="http://schemas.microsoft.com/office/powerpoint/2010/main" val="147032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10" name="Title 16">
            <a:extLst>
              <a:ext uri="{FF2B5EF4-FFF2-40B4-BE49-F238E27FC236}">
                <a16:creationId xmlns:a16="http://schemas.microsoft.com/office/drawing/2014/main" id="{5806DAE3-4510-F542-38C7-86F819C84A88}"/>
              </a:ext>
            </a:extLst>
          </p:cNvPr>
          <p:cNvSpPr txBox="1">
            <a:spLocks/>
          </p:cNvSpPr>
          <p:nvPr/>
        </p:nvSpPr>
        <p:spPr>
          <a:xfrm>
            <a:off x="163913" y="263724"/>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b="0" i="0" dirty="0">
                <a:solidFill>
                  <a:srgbClr val="00B0F0"/>
                </a:solidFill>
                <a:effectLst/>
                <a:latin typeface="Segoe UI" panose="020B0502040204020203" pitchFamily="34" charset="0"/>
              </a:rPr>
              <a:t>The grid-area Property:</a:t>
            </a:r>
            <a:endParaRPr lang="en-US" sz="2500" b="0" i="0" dirty="0">
              <a:solidFill>
                <a:srgbClr val="92D050"/>
              </a:solidFill>
              <a:effectLst/>
              <a:latin typeface="Segoe UI" panose="020B0502040204020203" pitchFamily="34" charset="0"/>
            </a:endParaRPr>
          </a:p>
        </p:txBody>
      </p:sp>
      <p:sp>
        <p:nvSpPr>
          <p:cNvPr id="11" name="Text Placeholder 5">
            <a:extLst>
              <a:ext uri="{FF2B5EF4-FFF2-40B4-BE49-F238E27FC236}">
                <a16:creationId xmlns:a16="http://schemas.microsoft.com/office/drawing/2014/main" id="{533712B4-B6E2-6F27-74ED-C2195340BEF4}"/>
              </a:ext>
            </a:extLst>
          </p:cNvPr>
          <p:cNvSpPr txBox="1">
            <a:spLocks/>
          </p:cNvSpPr>
          <p:nvPr/>
        </p:nvSpPr>
        <p:spPr>
          <a:xfrm>
            <a:off x="163913" y="648445"/>
            <a:ext cx="11564261" cy="135421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The </a:t>
            </a:r>
            <a:r>
              <a:rPr lang="en-US" sz="2000" b="1" dirty="0">
                <a:solidFill>
                  <a:srgbClr val="00B0F0"/>
                </a:solidFill>
                <a:latin typeface="Operator Mono SSm A"/>
              </a:rPr>
              <a:t>grid-area</a:t>
            </a:r>
            <a:r>
              <a:rPr lang="en-US" sz="2000" b="1" dirty="0">
                <a:solidFill>
                  <a:schemeClr val="tx1"/>
                </a:solidFill>
                <a:latin typeface="Operator Mono SSm A"/>
              </a:rPr>
              <a:t> property can be used as a shorthand property for the </a:t>
            </a:r>
            <a:r>
              <a:rPr lang="en-US" sz="2000" b="1" dirty="0">
                <a:solidFill>
                  <a:srgbClr val="00B0F0"/>
                </a:solidFill>
                <a:latin typeface="Operator Mono SSm A"/>
              </a:rPr>
              <a:t>grid-row-start</a:t>
            </a:r>
            <a:r>
              <a:rPr lang="en-US" sz="2000" b="1" dirty="0">
                <a:solidFill>
                  <a:schemeClr val="tx1"/>
                </a:solidFill>
                <a:latin typeface="Operator Mono SSm A"/>
              </a:rPr>
              <a:t>, </a:t>
            </a:r>
            <a:r>
              <a:rPr lang="en-US" sz="2000" b="1" dirty="0">
                <a:solidFill>
                  <a:srgbClr val="00B0F0"/>
                </a:solidFill>
                <a:latin typeface="Operator Mono SSm A"/>
              </a:rPr>
              <a:t>grid-column-start</a:t>
            </a:r>
            <a:r>
              <a:rPr lang="en-US" sz="2000" b="1" dirty="0">
                <a:solidFill>
                  <a:schemeClr val="tx1"/>
                </a:solidFill>
                <a:latin typeface="Operator Mono SSm A"/>
              </a:rPr>
              <a:t>, </a:t>
            </a:r>
            <a:r>
              <a:rPr lang="en-US" sz="2000" b="1" dirty="0">
                <a:solidFill>
                  <a:srgbClr val="00B0F0"/>
                </a:solidFill>
                <a:latin typeface="Operator Mono SSm A"/>
              </a:rPr>
              <a:t>grid-row-end</a:t>
            </a:r>
            <a:r>
              <a:rPr lang="en-US" sz="2000" b="1" dirty="0">
                <a:solidFill>
                  <a:schemeClr val="tx1"/>
                </a:solidFill>
                <a:latin typeface="Operator Mono SSm A"/>
              </a:rPr>
              <a:t> and the </a:t>
            </a:r>
            <a:r>
              <a:rPr lang="en-US" sz="2000" b="1" dirty="0">
                <a:solidFill>
                  <a:srgbClr val="00B0F0"/>
                </a:solidFill>
                <a:latin typeface="Operator Mono SSm A"/>
              </a:rPr>
              <a:t>grid-column-end</a:t>
            </a:r>
            <a:r>
              <a:rPr lang="en-US" sz="2000" b="1" dirty="0">
                <a:solidFill>
                  <a:schemeClr val="tx1"/>
                </a:solidFill>
                <a:latin typeface="Operator Mono SSm A"/>
              </a:rPr>
              <a:t> properties.</a:t>
            </a:r>
          </a:p>
          <a:p>
            <a:pPr marL="0" indent="0">
              <a:buFont typeface="Wingdings" panose="05000000000000000000" pitchFamily="2" charset="2"/>
              <a:buNone/>
            </a:pPr>
            <a:r>
              <a:rPr lang="en-US" sz="2000" b="1" dirty="0">
                <a:solidFill>
                  <a:schemeClr val="tx1"/>
                </a:solidFill>
                <a:latin typeface="Operator Mono SSm A"/>
              </a:rPr>
              <a:t>The syntax is:</a:t>
            </a:r>
          </a:p>
          <a:p>
            <a:pPr marL="0" indent="0">
              <a:buFont typeface="Wingdings" panose="05000000000000000000" pitchFamily="2" charset="2"/>
              <a:buNone/>
            </a:pPr>
            <a:r>
              <a:rPr lang="en-US" sz="2000" b="1" dirty="0">
                <a:solidFill>
                  <a:schemeClr val="tx1"/>
                </a:solidFill>
                <a:latin typeface="Operator Mono SSm A"/>
              </a:rPr>
              <a:t>grid-row-start / grid-column-start / grid-row-end / grid-column-end.</a:t>
            </a:r>
          </a:p>
        </p:txBody>
      </p:sp>
      <p:pic>
        <p:nvPicPr>
          <p:cNvPr id="4" name="Picture 3" descr="Graphical user interface, application, table&#10;&#10;Description automatically generated">
            <a:extLst>
              <a:ext uri="{FF2B5EF4-FFF2-40B4-BE49-F238E27FC236}">
                <a16:creationId xmlns:a16="http://schemas.microsoft.com/office/drawing/2014/main" id="{DF343B66-5205-A2ED-5D66-C0AC39C819DA}"/>
              </a:ext>
            </a:extLst>
          </p:cNvPr>
          <p:cNvPicPr>
            <a:picLocks noChangeAspect="1"/>
          </p:cNvPicPr>
          <p:nvPr/>
        </p:nvPicPr>
        <p:blipFill>
          <a:blip r:embed="rId4"/>
          <a:stretch>
            <a:fillRect/>
          </a:stretch>
        </p:blipFill>
        <p:spPr>
          <a:xfrm>
            <a:off x="1144591" y="2474375"/>
            <a:ext cx="9032801" cy="3972807"/>
          </a:xfrm>
          <a:prstGeom prst="rect">
            <a:avLst/>
          </a:prstGeom>
        </p:spPr>
      </p:pic>
    </p:spTree>
    <p:extLst>
      <p:ext uri="{BB962C8B-B14F-4D97-AF65-F5344CB8AC3E}">
        <p14:creationId xmlns:p14="http://schemas.microsoft.com/office/powerpoint/2010/main" val="741837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10" name="Title 16">
            <a:extLst>
              <a:ext uri="{FF2B5EF4-FFF2-40B4-BE49-F238E27FC236}">
                <a16:creationId xmlns:a16="http://schemas.microsoft.com/office/drawing/2014/main" id="{5806DAE3-4510-F542-38C7-86F819C84A88}"/>
              </a:ext>
            </a:extLst>
          </p:cNvPr>
          <p:cNvSpPr txBox="1">
            <a:spLocks/>
          </p:cNvSpPr>
          <p:nvPr/>
        </p:nvSpPr>
        <p:spPr>
          <a:xfrm>
            <a:off x="163913" y="263724"/>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b="0" i="0" dirty="0">
                <a:solidFill>
                  <a:srgbClr val="00B0F0"/>
                </a:solidFill>
                <a:effectLst/>
                <a:latin typeface="Segoe UI" panose="020B0502040204020203" pitchFamily="34" charset="0"/>
              </a:rPr>
              <a:t>Naming Grid Items</a:t>
            </a:r>
            <a:endParaRPr lang="en-US" sz="2500" b="0" i="0" dirty="0">
              <a:solidFill>
                <a:srgbClr val="92D050"/>
              </a:solidFill>
              <a:effectLst/>
              <a:latin typeface="Segoe UI" panose="020B0502040204020203" pitchFamily="34" charset="0"/>
            </a:endParaRPr>
          </a:p>
        </p:txBody>
      </p:sp>
      <p:sp>
        <p:nvSpPr>
          <p:cNvPr id="11" name="Text Placeholder 5">
            <a:extLst>
              <a:ext uri="{FF2B5EF4-FFF2-40B4-BE49-F238E27FC236}">
                <a16:creationId xmlns:a16="http://schemas.microsoft.com/office/drawing/2014/main" id="{533712B4-B6E2-6F27-74ED-C2195340BEF4}"/>
              </a:ext>
            </a:extLst>
          </p:cNvPr>
          <p:cNvSpPr txBox="1">
            <a:spLocks/>
          </p:cNvSpPr>
          <p:nvPr/>
        </p:nvSpPr>
        <p:spPr>
          <a:xfrm>
            <a:off x="163913" y="674949"/>
            <a:ext cx="11564261"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The grid-area property can also be used to assign names to grid items.</a:t>
            </a:r>
          </a:p>
        </p:txBody>
      </p:sp>
      <p:sp>
        <p:nvSpPr>
          <p:cNvPr id="6" name="Text Placeholder 5">
            <a:extLst>
              <a:ext uri="{FF2B5EF4-FFF2-40B4-BE49-F238E27FC236}">
                <a16:creationId xmlns:a16="http://schemas.microsoft.com/office/drawing/2014/main" id="{9B2A776F-4FB1-7A93-B9E1-65710FDBF31B}"/>
              </a:ext>
            </a:extLst>
          </p:cNvPr>
          <p:cNvSpPr txBox="1">
            <a:spLocks/>
          </p:cNvSpPr>
          <p:nvPr/>
        </p:nvSpPr>
        <p:spPr>
          <a:xfrm>
            <a:off x="163913" y="4458445"/>
            <a:ext cx="11564261"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b="1" dirty="0">
                <a:solidFill>
                  <a:schemeClr val="tx1"/>
                </a:solidFill>
                <a:latin typeface="Operator Mono SSm A"/>
              </a:rPr>
              <a:t>Named grid items can be referred to by the grid-template-areas property of the grid container.</a:t>
            </a:r>
          </a:p>
        </p:txBody>
      </p:sp>
      <p:pic>
        <p:nvPicPr>
          <p:cNvPr id="8" name="Picture 7" descr="Graphical user interface, application, Word&#10;&#10;Description automatically generated">
            <a:extLst>
              <a:ext uri="{FF2B5EF4-FFF2-40B4-BE49-F238E27FC236}">
                <a16:creationId xmlns:a16="http://schemas.microsoft.com/office/drawing/2014/main" id="{2A33C1BC-7A94-A7C1-FF10-1BD385050141}"/>
              </a:ext>
            </a:extLst>
          </p:cNvPr>
          <p:cNvPicPr>
            <a:picLocks noChangeAspect="1"/>
          </p:cNvPicPr>
          <p:nvPr/>
        </p:nvPicPr>
        <p:blipFill>
          <a:blip r:embed="rId4"/>
          <a:stretch>
            <a:fillRect/>
          </a:stretch>
        </p:blipFill>
        <p:spPr>
          <a:xfrm>
            <a:off x="163913" y="1419136"/>
            <a:ext cx="10926267" cy="2228862"/>
          </a:xfrm>
          <a:prstGeom prst="rect">
            <a:avLst/>
          </a:prstGeom>
        </p:spPr>
      </p:pic>
      <p:pic>
        <p:nvPicPr>
          <p:cNvPr id="12" name="Picture 11">
            <a:extLst>
              <a:ext uri="{FF2B5EF4-FFF2-40B4-BE49-F238E27FC236}">
                <a16:creationId xmlns:a16="http://schemas.microsoft.com/office/drawing/2014/main" id="{BEDA51C2-8E6F-8321-6C77-B394BAE721C7}"/>
              </a:ext>
            </a:extLst>
          </p:cNvPr>
          <p:cNvPicPr>
            <a:picLocks noChangeAspect="1"/>
          </p:cNvPicPr>
          <p:nvPr/>
        </p:nvPicPr>
        <p:blipFill>
          <a:blip r:embed="rId5"/>
          <a:stretch>
            <a:fillRect/>
          </a:stretch>
        </p:blipFill>
        <p:spPr>
          <a:xfrm>
            <a:off x="214423" y="5041484"/>
            <a:ext cx="7868748" cy="1552792"/>
          </a:xfrm>
          <a:prstGeom prst="rect">
            <a:avLst/>
          </a:prstGeom>
        </p:spPr>
      </p:pic>
    </p:spTree>
    <p:extLst>
      <p:ext uri="{BB962C8B-B14F-4D97-AF65-F5344CB8AC3E}">
        <p14:creationId xmlns:p14="http://schemas.microsoft.com/office/powerpoint/2010/main" val="2014069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CFBB-E768-99F5-6B66-E697EE4FC6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22D5F2-B5C5-7B93-508A-CA7633B63B19}"/>
              </a:ext>
            </a:extLst>
          </p:cNvPr>
          <p:cNvPicPr>
            <a:picLocks noChangeAspect="1"/>
          </p:cNvPicPr>
          <p:nvPr/>
        </p:nvPicPr>
        <p:blipFill>
          <a:blip r:embed="rId3"/>
          <a:stretch>
            <a:fillRect/>
          </a:stretch>
        </p:blipFill>
        <p:spPr>
          <a:xfrm>
            <a:off x="182878" y="1716657"/>
            <a:ext cx="12074443" cy="3424686"/>
          </a:xfrm>
          <a:prstGeom prst="rect">
            <a:avLst/>
          </a:prstGeom>
        </p:spPr>
      </p:pic>
    </p:spTree>
    <p:extLst>
      <p:ext uri="{BB962C8B-B14F-4D97-AF65-F5344CB8AC3E}">
        <p14:creationId xmlns:p14="http://schemas.microsoft.com/office/powerpoint/2010/main" val="7096001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5806DAE3-4510-F542-38C7-86F819C84A88}"/>
              </a:ext>
            </a:extLst>
          </p:cNvPr>
          <p:cNvSpPr txBox="1">
            <a:spLocks/>
          </p:cNvSpPr>
          <p:nvPr/>
        </p:nvSpPr>
        <p:spPr>
          <a:xfrm>
            <a:off x="163913" y="263724"/>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dirty="0">
                <a:solidFill>
                  <a:srgbClr val="00B0F0"/>
                </a:solidFill>
                <a:latin typeface="Segoe UI" panose="020B0502040204020203" pitchFamily="34" charset="0"/>
              </a:rPr>
              <a:t>Container</a:t>
            </a:r>
            <a:endParaRPr lang="en-US" sz="2500" b="0" i="0" dirty="0">
              <a:solidFill>
                <a:srgbClr val="92D050"/>
              </a:solidFill>
              <a:effectLst/>
              <a:latin typeface="Segoe UI" panose="020B0502040204020203" pitchFamily="34" charset="0"/>
            </a:endParaRPr>
          </a:p>
        </p:txBody>
      </p:sp>
      <p:pic>
        <p:nvPicPr>
          <p:cNvPr id="3" name="Picture 2">
            <a:extLst>
              <a:ext uri="{FF2B5EF4-FFF2-40B4-BE49-F238E27FC236}">
                <a16:creationId xmlns:a16="http://schemas.microsoft.com/office/drawing/2014/main" id="{173B0690-6DAE-6AB6-9384-51E1B5D7D4C9}"/>
              </a:ext>
            </a:extLst>
          </p:cNvPr>
          <p:cNvPicPr>
            <a:picLocks noChangeAspect="1"/>
          </p:cNvPicPr>
          <p:nvPr/>
        </p:nvPicPr>
        <p:blipFill>
          <a:blip r:embed="rId3"/>
          <a:stretch>
            <a:fillRect/>
          </a:stretch>
        </p:blipFill>
        <p:spPr>
          <a:xfrm>
            <a:off x="0" y="925285"/>
            <a:ext cx="12192000" cy="5007429"/>
          </a:xfrm>
          <a:prstGeom prst="rect">
            <a:avLst/>
          </a:prstGeom>
        </p:spPr>
      </p:pic>
    </p:spTree>
    <p:extLst>
      <p:ext uri="{BB962C8B-B14F-4D97-AF65-F5344CB8AC3E}">
        <p14:creationId xmlns:p14="http://schemas.microsoft.com/office/powerpoint/2010/main" val="134291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5806DAE3-4510-F542-38C7-86F819C84A88}"/>
              </a:ext>
            </a:extLst>
          </p:cNvPr>
          <p:cNvSpPr txBox="1">
            <a:spLocks/>
          </p:cNvSpPr>
          <p:nvPr/>
        </p:nvSpPr>
        <p:spPr>
          <a:xfrm>
            <a:off x="163913" y="263724"/>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dirty="0">
                <a:solidFill>
                  <a:srgbClr val="00B0F0"/>
                </a:solidFill>
                <a:latin typeface="Segoe UI" panose="020B0502040204020203" pitchFamily="34" charset="0"/>
              </a:rPr>
              <a:t>Container</a:t>
            </a:r>
            <a:endParaRPr lang="en-US" sz="2500" b="0" i="0" dirty="0">
              <a:solidFill>
                <a:srgbClr val="92D05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45824938-422A-FCAA-9180-0D282E037161}"/>
              </a:ext>
            </a:extLst>
          </p:cNvPr>
          <p:cNvPicPr>
            <a:picLocks noChangeAspect="1"/>
          </p:cNvPicPr>
          <p:nvPr/>
        </p:nvPicPr>
        <p:blipFill>
          <a:blip r:embed="rId3"/>
          <a:stretch>
            <a:fillRect/>
          </a:stretch>
        </p:blipFill>
        <p:spPr>
          <a:xfrm>
            <a:off x="0" y="866065"/>
            <a:ext cx="12192000" cy="5125869"/>
          </a:xfrm>
          <a:prstGeom prst="rect">
            <a:avLst/>
          </a:prstGeom>
        </p:spPr>
      </p:pic>
    </p:spTree>
    <p:extLst>
      <p:ext uri="{BB962C8B-B14F-4D97-AF65-F5344CB8AC3E}">
        <p14:creationId xmlns:p14="http://schemas.microsoft.com/office/powerpoint/2010/main" val="2236163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5806DAE3-4510-F542-38C7-86F819C84A88}"/>
              </a:ext>
            </a:extLst>
          </p:cNvPr>
          <p:cNvSpPr txBox="1">
            <a:spLocks/>
          </p:cNvSpPr>
          <p:nvPr/>
        </p:nvSpPr>
        <p:spPr>
          <a:xfrm>
            <a:off x="584025" y="2875002"/>
            <a:ext cx="4161981" cy="1107996"/>
          </a:xfrm>
          <a:prstGeom prst="rect">
            <a:avLst/>
          </a:prstGeom>
        </p:spPr>
        <p:txBody>
          <a:bodyPr vert="horz" wrap="square" lIns="0" tIns="0" rIns="0" bIns="0" rtlCol="0" anchor="ctr" anchorCtr="0">
            <a:norm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spcAft>
                <a:spcPts val="600"/>
              </a:spcAft>
            </a:pPr>
            <a:r>
              <a:rPr lang="en-US" b="0" kern="1200" cap="none" spc="-49" baseline="0" dirty="0">
                <a:ln w="3175">
                  <a:noFill/>
                </a:ln>
                <a:solidFill>
                  <a:srgbClr val="00B0F0"/>
                </a:solidFill>
                <a:effectLst/>
                <a:latin typeface="+mj-lt"/>
                <a:ea typeface="+mn-ea"/>
                <a:cs typeface="Segoe UI Semilight" panose="020B0402040204020203" pitchFamily="34" charset="0"/>
              </a:rPr>
              <a:t>Container</a:t>
            </a:r>
            <a:endParaRPr lang="en-US" b="0" i="0" kern="1200" cap="none" spc="-49" baseline="0" dirty="0">
              <a:ln w="3175">
                <a:noFill/>
              </a:ln>
              <a:solidFill>
                <a:srgbClr val="00B0F0"/>
              </a:solidFill>
              <a:effectLst/>
              <a:latin typeface="+mj-lt"/>
              <a:ea typeface="+mn-ea"/>
              <a:cs typeface="Segoe UI Semilight" panose="020B0402040204020203" pitchFamily="34" charset="0"/>
            </a:endParaRPr>
          </a:p>
        </p:txBody>
      </p:sp>
      <p:pic>
        <p:nvPicPr>
          <p:cNvPr id="3" name="Picture 2">
            <a:extLst>
              <a:ext uri="{FF2B5EF4-FFF2-40B4-BE49-F238E27FC236}">
                <a16:creationId xmlns:a16="http://schemas.microsoft.com/office/drawing/2014/main" id="{4B5A696C-B934-FD0F-C73C-8AF006CFA3CD}"/>
              </a:ext>
            </a:extLst>
          </p:cNvPr>
          <p:cNvPicPr>
            <a:picLocks noChangeAspect="1"/>
          </p:cNvPicPr>
          <p:nvPr/>
        </p:nvPicPr>
        <p:blipFill rotWithShape="1">
          <a:blip r:embed="rId3"/>
          <a:srcRect r="21837"/>
          <a:stretch/>
        </p:blipFill>
        <p:spPr>
          <a:xfrm>
            <a:off x="3938184" y="365761"/>
            <a:ext cx="8253816" cy="6203852"/>
          </a:xfrm>
          <a:prstGeom prst="rect">
            <a:avLst/>
          </a:prstGeom>
          <a:noFill/>
        </p:spPr>
      </p:pic>
    </p:spTree>
    <p:extLst>
      <p:ext uri="{BB962C8B-B14F-4D97-AF65-F5344CB8AC3E}">
        <p14:creationId xmlns:p14="http://schemas.microsoft.com/office/powerpoint/2010/main" val="296269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5806DAE3-4510-F542-38C7-86F819C84A88}"/>
              </a:ext>
            </a:extLst>
          </p:cNvPr>
          <p:cNvSpPr txBox="1">
            <a:spLocks/>
          </p:cNvSpPr>
          <p:nvPr/>
        </p:nvSpPr>
        <p:spPr>
          <a:xfrm>
            <a:off x="584025" y="2875002"/>
            <a:ext cx="4161981" cy="1107996"/>
          </a:xfrm>
          <a:prstGeom prst="rect">
            <a:avLst/>
          </a:prstGeom>
        </p:spPr>
        <p:txBody>
          <a:bodyPr vert="horz" wrap="square" lIns="0" tIns="0" rIns="0" bIns="0" rtlCol="0" anchor="ctr" anchorCtr="0">
            <a:norm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spcAft>
                <a:spcPts val="600"/>
              </a:spcAft>
            </a:pPr>
            <a:r>
              <a:rPr lang="en-US" b="0" kern="1200" cap="none" spc="-49" baseline="0" dirty="0">
                <a:ln w="3175">
                  <a:noFill/>
                </a:ln>
                <a:solidFill>
                  <a:srgbClr val="00B0F0"/>
                </a:solidFill>
                <a:effectLst/>
                <a:latin typeface="+mj-lt"/>
                <a:ea typeface="+mn-ea"/>
                <a:cs typeface="Segoe UI Semilight" panose="020B0402040204020203" pitchFamily="34" charset="0"/>
              </a:rPr>
              <a:t>Container</a:t>
            </a:r>
            <a:endParaRPr lang="en-US" b="0" i="0" kern="1200" cap="none" spc="-49" baseline="0" dirty="0">
              <a:ln w="3175">
                <a:noFill/>
              </a:ln>
              <a:solidFill>
                <a:srgbClr val="00B0F0"/>
              </a:solidFill>
              <a:effectLst/>
              <a:latin typeface="+mj-lt"/>
              <a:ea typeface="+mn-ea"/>
              <a:cs typeface="Segoe UI Semilight" panose="020B0402040204020203" pitchFamily="34" charset="0"/>
            </a:endParaRPr>
          </a:p>
        </p:txBody>
      </p:sp>
      <p:pic>
        <p:nvPicPr>
          <p:cNvPr id="4" name="Picture 3">
            <a:extLst>
              <a:ext uri="{FF2B5EF4-FFF2-40B4-BE49-F238E27FC236}">
                <a16:creationId xmlns:a16="http://schemas.microsoft.com/office/drawing/2014/main" id="{7656F8F7-F4D7-8A8C-FF61-9080C9F427B5}"/>
              </a:ext>
            </a:extLst>
          </p:cNvPr>
          <p:cNvPicPr>
            <a:picLocks noChangeAspect="1"/>
          </p:cNvPicPr>
          <p:nvPr/>
        </p:nvPicPr>
        <p:blipFill>
          <a:blip r:embed="rId3"/>
          <a:stretch>
            <a:fillRect/>
          </a:stretch>
        </p:blipFill>
        <p:spPr>
          <a:xfrm>
            <a:off x="3984352" y="196949"/>
            <a:ext cx="8207648" cy="6443002"/>
          </a:xfrm>
          <a:prstGeom prst="rect">
            <a:avLst/>
          </a:prstGeom>
          <a:noFill/>
        </p:spPr>
      </p:pic>
    </p:spTree>
    <p:extLst>
      <p:ext uri="{BB962C8B-B14F-4D97-AF65-F5344CB8AC3E}">
        <p14:creationId xmlns:p14="http://schemas.microsoft.com/office/powerpoint/2010/main" val="389000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5806DAE3-4510-F542-38C7-86F819C84A88}"/>
              </a:ext>
            </a:extLst>
          </p:cNvPr>
          <p:cNvSpPr txBox="1">
            <a:spLocks/>
          </p:cNvSpPr>
          <p:nvPr/>
        </p:nvSpPr>
        <p:spPr>
          <a:xfrm>
            <a:off x="588263" y="457200"/>
            <a:ext cx="11018520" cy="553998"/>
          </a:xfrm>
          <a:prstGeom prst="rect">
            <a:avLst/>
          </a:prstGeom>
        </p:spPr>
        <p:txBody>
          <a:bodyPr vert="horz" wrap="square" lIns="0" tIns="0" rIns="0" bIns="0" rtlCol="0" anchor="ctr">
            <a:norm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spcAft>
                <a:spcPts val="600"/>
              </a:spcAft>
            </a:pPr>
            <a:r>
              <a:rPr lang="en-US" b="0" kern="1200" cap="none" spc="-50" baseline="0" dirty="0">
                <a:ln w="3175">
                  <a:noFill/>
                </a:ln>
                <a:effectLst/>
              </a:rPr>
              <a:t>Children</a:t>
            </a:r>
            <a:endParaRPr lang="en-US" b="0" i="0" kern="1200" cap="none" spc="-50" baseline="0" dirty="0">
              <a:ln w="3175">
                <a:noFill/>
              </a:ln>
              <a:effectLst/>
            </a:endParaRPr>
          </a:p>
        </p:txBody>
      </p:sp>
      <p:pic>
        <p:nvPicPr>
          <p:cNvPr id="3" name="Picture 2">
            <a:extLst>
              <a:ext uri="{FF2B5EF4-FFF2-40B4-BE49-F238E27FC236}">
                <a16:creationId xmlns:a16="http://schemas.microsoft.com/office/drawing/2014/main" id="{817AF162-E1B1-651F-15C7-8D05F63089FF}"/>
              </a:ext>
            </a:extLst>
          </p:cNvPr>
          <p:cNvPicPr>
            <a:picLocks noChangeAspect="1"/>
          </p:cNvPicPr>
          <p:nvPr/>
        </p:nvPicPr>
        <p:blipFill>
          <a:blip r:embed="rId3"/>
          <a:stretch>
            <a:fillRect/>
          </a:stretch>
        </p:blipFill>
        <p:spPr>
          <a:xfrm>
            <a:off x="588263" y="1284452"/>
            <a:ext cx="11018520" cy="4187036"/>
          </a:xfrm>
          <a:prstGeom prst="rect">
            <a:avLst/>
          </a:prstGeom>
          <a:noFill/>
        </p:spPr>
      </p:pic>
    </p:spTree>
    <p:extLst>
      <p:ext uri="{BB962C8B-B14F-4D97-AF65-F5344CB8AC3E}">
        <p14:creationId xmlns:p14="http://schemas.microsoft.com/office/powerpoint/2010/main" val="142782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5806DAE3-4510-F542-38C7-86F819C84A88}"/>
              </a:ext>
            </a:extLst>
          </p:cNvPr>
          <p:cNvSpPr txBox="1">
            <a:spLocks/>
          </p:cNvSpPr>
          <p:nvPr/>
        </p:nvSpPr>
        <p:spPr>
          <a:xfrm>
            <a:off x="588263" y="457200"/>
            <a:ext cx="11018520" cy="553998"/>
          </a:xfrm>
          <a:prstGeom prst="rect">
            <a:avLst/>
          </a:prstGeom>
        </p:spPr>
        <p:txBody>
          <a:bodyPr vert="horz" wrap="square" lIns="0" tIns="0" rIns="0" bIns="0" rtlCol="0" anchor="ctr">
            <a:norm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spcAft>
                <a:spcPts val="600"/>
              </a:spcAft>
            </a:pPr>
            <a:r>
              <a:rPr lang="en-US" b="0" kern="1200" cap="none" spc="-50" baseline="0" dirty="0">
                <a:ln w="3175">
                  <a:noFill/>
                </a:ln>
                <a:effectLst/>
              </a:rPr>
              <a:t>Children</a:t>
            </a:r>
            <a:endParaRPr lang="en-US" b="0" i="0" kern="1200" cap="none" spc="-50" baseline="0" dirty="0">
              <a:ln w="3175">
                <a:noFill/>
              </a:ln>
              <a:effectLst/>
            </a:endParaRPr>
          </a:p>
        </p:txBody>
      </p:sp>
      <p:pic>
        <p:nvPicPr>
          <p:cNvPr id="4" name="Picture 3">
            <a:extLst>
              <a:ext uri="{FF2B5EF4-FFF2-40B4-BE49-F238E27FC236}">
                <a16:creationId xmlns:a16="http://schemas.microsoft.com/office/drawing/2014/main" id="{F346DFA3-7FA1-2E91-C4DE-5E37277B0607}"/>
              </a:ext>
            </a:extLst>
          </p:cNvPr>
          <p:cNvPicPr>
            <a:picLocks noChangeAspect="1"/>
          </p:cNvPicPr>
          <p:nvPr/>
        </p:nvPicPr>
        <p:blipFill>
          <a:blip r:embed="rId3"/>
          <a:stretch>
            <a:fillRect/>
          </a:stretch>
        </p:blipFill>
        <p:spPr>
          <a:xfrm>
            <a:off x="588263" y="1408410"/>
            <a:ext cx="11018520" cy="3939119"/>
          </a:xfrm>
          <a:prstGeom prst="rect">
            <a:avLst/>
          </a:prstGeom>
          <a:noFill/>
        </p:spPr>
      </p:pic>
    </p:spTree>
    <p:extLst>
      <p:ext uri="{BB962C8B-B14F-4D97-AF65-F5344CB8AC3E}">
        <p14:creationId xmlns:p14="http://schemas.microsoft.com/office/powerpoint/2010/main" val="2418914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10" name="Title 16">
            <a:extLst>
              <a:ext uri="{FF2B5EF4-FFF2-40B4-BE49-F238E27FC236}">
                <a16:creationId xmlns:a16="http://schemas.microsoft.com/office/drawing/2014/main" id="{5806DAE3-4510-F542-38C7-86F819C84A88}"/>
              </a:ext>
            </a:extLst>
          </p:cNvPr>
          <p:cNvSpPr txBox="1">
            <a:spLocks/>
          </p:cNvSpPr>
          <p:nvPr/>
        </p:nvSpPr>
        <p:spPr>
          <a:xfrm>
            <a:off x="684613" y="934776"/>
            <a:ext cx="3984884" cy="384721"/>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500" b="0" i="0" dirty="0">
                <a:solidFill>
                  <a:srgbClr val="00B0F0"/>
                </a:solidFill>
                <a:effectLst/>
                <a:latin typeface="Segoe UI" panose="020B0502040204020203" pitchFamily="34" charset="0"/>
              </a:rPr>
              <a:t>Grid Resources</a:t>
            </a:r>
            <a:endParaRPr lang="en-US" sz="2500" b="0" i="0" dirty="0">
              <a:solidFill>
                <a:srgbClr val="92D050"/>
              </a:solidFill>
              <a:effectLst/>
              <a:latin typeface="Segoe UI" panose="020B0502040204020203" pitchFamily="34" charset="0"/>
            </a:endParaRPr>
          </a:p>
        </p:txBody>
      </p:sp>
      <p:sp>
        <p:nvSpPr>
          <p:cNvPr id="11" name="Text Placeholder 5">
            <a:extLst>
              <a:ext uri="{FF2B5EF4-FFF2-40B4-BE49-F238E27FC236}">
                <a16:creationId xmlns:a16="http://schemas.microsoft.com/office/drawing/2014/main" id="{533712B4-B6E2-6F27-74ED-C2195340BEF4}"/>
              </a:ext>
            </a:extLst>
          </p:cNvPr>
          <p:cNvSpPr txBox="1">
            <a:spLocks/>
          </p:cNvSpPr>
          <p:nvPr/>
        </p:nvSpPr>
        <p:spPr>
          <a:xfrm>
            <a:off x="1579354" y="2228177"/>
            <a:ext cx="11564261" cy="141577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rgbClr val="00B050"/>
                </a:solidFill>
                <a:latin typeface="Segoe UI" panose="020B0502040204020203" pitchFamily="34" charset="0"/>
              </a:rPr>
              <a:t>https://grid.malven.co/</a:t>
            </a:r>
          </a:p>
          <a:p>
            <a:pPr marL="342900" indent="-342900">
              <a:buFont typeface="Arial" panose="020B0604020202020204" pitchFamily="34" charset="0"/>
              <a:buChar char="•"/>
            </a:pPr>
            <a:r>
              <a:rPr lang="en-US" sz="2000" dirty="0">
                <a:solidFill>
                  <a:srgbClr val="00B050"/>
                </a:solidFill>
                <a:latin typeface="Segoe UI" panose="020B0502040204020203" pitchFamily="34" charset="0"/>
              </a:rPr>
              <a:t>https://css-tricks.com/snippets/css/complete-guide-grid/</a:t>
            </a:r>
          </a:p>
          <a:p>
            <a:pPr marL="342900" indent="-342900">
              <a:buFont typeface="Arial" panose="020B0604020202020204" pitchFamily="34" charset="0"/>
              <a:buChar char="•"/>
            </a:pPr>
            <a:r>
              <a:rPr lang="en-US" sz="2000" dirty="0">
                <a:solidFill>
                  <a:srgbClr val="00B050"/>
                </a:solidFill>
                <a:latin typeface="Segoe UI" panose="020B0502040204020203" pitchFamily="34" charset="0"/>
                <a:hlinkClick r:id="rId4">
                  <a:extLst>
                    <a:ext uri="{A12FA001-AC4F-418D-AE19-62706E023703}">
                      <ahyp:hlinkClr xmlns:ahyp="http://schemas.microsoft.com/office/drawing/2018/hyperlinkcolor" val="tx"/>
                    </a:ext>
                  </a:extLst>
                </a:hlinkClick>
              </a:rPr>
              <a:t>https://css-tricks.com/a-complete-guide-to-css-media-queries/</a:t>
            </a:r>
            <a:endParaRPr lang="en-US" sz="2000" dirty="0">
              <a:solidFill>
                <a:srgbClr val="00B050"/>
              </a:solidFill>
              <a:latin typeface="Segoe UI" panose="020B0502040204020203" pitchFamily="34" charset="0"/>
            </a:endParaRPr>
          </a:p>
          <a:p>
            <a:pPr marL="342900" indent="-342900">
              <a:buFont typeface="Arial" panose="020B0604020202020204" pitchFamily="34" charset="0"/>
              <a:buChar char="•"/>
            </a:pPr>
            <a:r>
              <a:rPr lang="en-US" sz="2000" dirty="0">
                <a:solidFill>
                  <a:srgbClr val="00B050"/>
                </a:solidFill>
                <a:latin typeface="Segoe UI" panose="020B0502040204020203" pitchFamily="34" charset="0"/>
              </a:rPr>
              <a:t>https://cssgridgarden.com/</a:t>
            </a:r>
          </a:p>
        </p:txBody>
      </p:sp>
    </p:spTree>
    <p:extLst>
      <p:ext uri="{BB962C8B-B14F-4D97-AF65-F5344CB8AC3E}">
        <p14:creationId xmlns:p14="http://schemas.microsoft.com/office/powerpoint/2010/main" val="40973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6" ma:contentTypeDescription="Create a new document." ma:contentTypeScope="" ma:versionID="6f9df93dbb38d2fa3f3e4a66f474d9fa">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d4594fc471f6b18a7a06048b98b19a2e"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Justin Garrett</DisplayName>
        <AccountId>13</AccountId>
        <AccountType/>
      </UserInfo>
    </SharedWithUsers>
    <MediaLengthInSeconds xmlns="b38ad2e8-7385-42ac-a943-76e9ea801cf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B83B76-7D03-4DE5-AF1E-BB7DE9851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8ad2e8-7385-42ac-a943-76e9ea801cf0"/>
    <ds:schemaRef ds:uri="211ea7d1-7d09-49a0-8c96-644562ad20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0F116-B58F-4255-B05B-DA3808E0E5C6}">
  <ds:schemaRefs>
    <ds:schemaRef ds:uri="211ea7d1-7d09-49a0-8c96-644562ad20a0"/>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b38ad2e8-7385-42ac-a943-76e9ea801cf0"/>
    <ds:schemaRef ds:uri="http://schemas.microsoft.com/office/2006/metadata/properties"/>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1839</TotalTime>
  <Words>1080</Words>
  <Application>Microsoft Office PowerPoint</Application>
  <PresentationFormat>Widescreen</PresentationFormat>
  <Paragraphs>111</Paragraphs>
  <Slides>21</Slides>
  <Notes>21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Arial</vt:lpstr>
      <vt:lpstr>Consolas</vt:lpstr>
      <vt:lpstr>Operator Mono SSm A</vt:lpstr>
      <vt:lpstr>Segoe UI</vt:lpstr>
      <vt:lpstr>Segoe UI Light</vt:lpstr>
      <vt:lpstr>Segoe UI Semibold</vt:lpstr>
      <vt:lpstr>Segoe UI Semilight</vt:lpstr>
      <vt:lpstr>Verdana</vt:lpstr>
      <vt:lpstr>Wingdings</vt:lpstr>
      <vt:lpstr>WHITE TEMPLATE</vt:lpstr>
      <vt:lpstr>SOFT BLACK TEMPLATE</vt:lpstr>
      <vt:lpstr>By: Brian Kemboi</vt:lpstr>
      <vt:lpstr>PowerPoint Presentation</vt:lpstr>
      <vt:lpstr>Grid</vt:lpstr>
      <vt:lpstr>Flexbox vs Grid</vt:lpstr>
      <vt:lpstr>Flexbox vs Grid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keywords/>
  <dc:description/>
  <cp:lastModifiedBy>Brian Kemboi</cp:lastModifiedBy>
  <cp:revision>67</cp:revision>
  <dcterms:created xsi:type="dcterms:W3CDTF">2019-03-28T18:40:02Z</dcterms:created>
  <dcterms:modified xsi:type="dcterms:W3CDTF">2025-05-10T12:32:38Z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Order">
    <vt:r8>728100</vt:r8>
  </property>
  <property fmtid="{D5CDD505-2E9C-101B-9397-08002B2CF9AE}" pid="21" name="xd_Signature">
    <vt:bool>false</vt:bool>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MediaServiceImageTags">
    <vt:lpwstr/>
  </property>
  <property fmtid="{D5CDD505-2E9C-101B-9397-08002B2CF9AE}" pid="26" name="_ExtendedDescription">
    <vt:lpwstr/>
  </property>
  <property fmtid="{D5CDD505-2E9C-101B-9397-08002B2CF9AE}" pid="27" name="TriggerFlowInfo">
    <vt:lpwstr/>
  </property>
</Properties>
</file>