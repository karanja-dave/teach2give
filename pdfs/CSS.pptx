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642" r:id="rId5"/>
  </p:sldMasterIdLst>
  <p:notesMasterIdLst>
    <p:notesMasterId r:id="rId48"/>
  </p:notesMasterIdLst>
  <p:handoutMasterIdLst>
    <p:handoutMasterId r:id="rId49"/>
  </p:handoutMasterIdLst>
  <p:sldIdLst>
    <p:sldId id="1910" r:id="rId6"/>
    <p:sldId id="1670" r:id="rId7"/>
    <p:sldId id="1870" r:id="rId8"/>
    <p:sldId id="1871" r:id="rId9"/>
    <p:sldId id="1872" r:id="rId10"/>
    <p:sldId id="1873" r:id="rId11"/>
    <p:sldId id="1874" r:id="rId12"/>
    <p:sldId id="1875" r:id="rId13"/>
    <p:sldId id="1876" r:id="rId14"/>
    <p:sldId id="1877" r:id="rId15"/>
    <p:sldId id="1878" r:id="rId16"/>
    <p:sldId id="1879" r:id="rId17"/>
    <p:sldId id="1880" r:id="rId18"/>
    <p:sldId id="1881" r:id="rId19"/>
    <p:sldId id="1882" r:id="rId20"/>
    <p:sldId id="1883" r:id="rId21"/>
    <p:sldId id="1884" r:id="rId22"/>
    <p:sldId id="1885" r:id="rId23"/>
    <p:sldId id="1886" r:id="rId24"/>
    <p:sldId id="1887" r:id="rId25"/>
    <p:sldId id="1888" r:id="rId26"/>
    <p:sldId id="1889" r:id="rId27"/>
    <p:sldId id="1890" r:id="rId28"/>
    <p:sldId id="1891" r:id="rId29"/>
    <p:sldId id="1892" r:id="rId30"/>
    <p:sldId id="1893" r:id="rId31"/>
    <p:sldId id="1894" r:id="rId32"/>
    <p:sldId id="1895" r:id="rId33"/>
    <p:sldId id="1896" r:id="rId34"/>
    <p:sldId id="1897" r:id="rId35"/>
    <p:sldId id="1898" r:id="rId36"/>
    <p:sldId id="1899" r:id="rId37"/>
    <p:sldId id="1900" r:id="rId38"/>
    <p:sldId id="1901" r:id="rId39"/>
    <p:sldId id="1902" r:id="rId40"/>
    <p:sldId id="1903" r:id="rId41"/>
    <p:sldId id="1904" r:id="rId42"/>
    <p:sldId id="1905" r:id="rId43"/>
    <p:sldId id="1906" r:id="rId44"/>
    <p:sldId id="1907" r:id="rId45"/>
    <p:sldId id="1908" r:id="rId46"/>
    <p:sldId id="1909" r:id="rId47"/>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073DAE3-B461-442F-A3D3-6642BD875E45}">
          <p14:sldIdLst>
            <p14:sldId id="1910"/>
            <p14:sldId id="1670"/>
            <p14:sldId id="1870"/>
            <p14:sldId id="1871"/>
            <p14:sldId id="1872"/>
            <p14:sldId id="1873"/>
            <p14:sldId id="1874"/>
            <p14:sldId id="1875"/>
            <p14:sldId id="1876"/>
            <p14:sldId id="1877"/>
            <p14:sldId id="1878"/>
            <p14:sldId id="1879"/>
            <p14:sldId id="1880"/>
            <p14:sldId id="1881"/>
            <p14:sldId id="1882"/>
            <p14:sldId id="1883"/>
            <p14:sldId id="1884"/>
            <p14:sldId id="1885"/>
            <p14:sldId id="1886"/>
            <p14:sldId id="1887"/>
            <p14:sldId id="1888"/>
            <p14:sldId id="1889"/>
            <p14:sldId id="1890"/>
            <p14:sldId id="1891"/>
            <p14:sldId id="1892"/>
            <p14:sldId id="1893"/>
            <p14:sldId id="1894"/>
            <p14:sldId id="1895"/>
            <p14:sldId id="1896"/>
            <p14:sldId id="1897"/>
            <p14:sldId id="1898"/>
            <p14:sldId id="1899"/>
            <p14:sldId id="1900"/>
            <p14:sldId id="1901"/>
            <p14:sldId id="1902"/>
            <p14:sldId id="1903"/>
            <p14:sldId id="1904"/>
            <p14:sldId id="1905"/>
            <p14:sldId id="1906"/>
            <p14:sldId id="1907"/>
            <p14:sldId id="1908"/>
            <p14:sldId id="190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2F2F2F"/>
    <a:srgbClr val="5C2D91"/>
    <a:srgbClr val="E6E6E6"/>
    <a:srgbClr val="F2F2F2"/>
    <a:srgbClr val="D2D2D2"/>
    <a:srgbClr val="00BCF2"/>
    <a:srgbClr val="037BDA"/>
    <a:srgbClr val="1A1A1A"/>
    <a:srgbClr val="0D0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634516-5E71-445D-B981-D1DFD5C96AE8}" v="1" dt="2024-05-07T18:34:53.9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61" autoAdjust="0"/>
    <p:restoredTop sz="92133" autoAdjust="0"/>
  </p:normalViewPr>
  <p:slideViewPr>
    <p:cSldViewPr snapToGrid="0">
      <p:cViewPr varScale="1">
        <p:scale>
          <a:sx n="111" d="100"/>
          <a:sy n="111" d="100"/>
        </p:scale>
        <p:origin x="834" y="108"/>
      </p:cViewPr>
      <p:guideLst/>
    </p:cSldViewPr>
  </p:slideViewPr>
  <p:outlineViewPr>
    <p:cViewPr>
      <p:scale>
        <a:sx n="33" d="100"/>
        <a:sy n="33" d="100"/>
      </p:scale>
      <p:origin x="0" y="-6516"/>
    </p:cViewPr>
  </p:outlineViewPr>
  <p:notesTextViewPr>
    <p:cViewPr>
      <p:scale>
        <a:sx n="3" d="2"/>
        <a:sy n="3" d="2"/>
      </p:scale>
      <p:origin x="0" y="0"/>
    </p:cViewPr>
  </p:notesTextViewPr>
  <p:sorterViewPr>
    <p:cViewPr>
      <p:scale>
        <a:sx n="75" d="100"/>
        <a:sy n="75" d="100"/>
      </p:scale>
      <p:origin x="0" y="0"/>
    </p:cViewPr>
  </p:sorterViewPr>
  <p:notesViewPr>
    <p:cSldViewPr snapToGrid="0" showGuides="1">
      <p:cViewPr varScale="1">
        <p:scale>
          <a:sx n="51" d="100"/>
          <a:sy n="51" d="100"/>
        </p:scale>
        <p:origin x="269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omba" userId="2b567b3b-fb93-46f1-8cbc-0c356b39981a" providerId="ADAL" clId="{02634516-5E71-445D-B981-D1DFD5C96AE8}"/>
    <pc:docChg chg="custSel modSld">
      <pc:chgData name="Kevin Comba" userId="2b567b3b-fb93-46f1-8cbc-0c356b39981a" providerId="ADAL" clId="{02634516-5E71-445D-B981-D1DFD5C96AE8}" dt="2024-05-07T18:40:56.678" v="57" actId="6549"/>
      <pc:docMkLst>
        <pc:docMk/>
      </pc:docMkLst>
      <pc:sldChg chg="delSp mod">
        <pc:chgData name="Kevin Comba" userId="2b567b3b-fb93-46f1-8cbc-0c356b39981a" providerId="ADAL" clId="{02634516-5E71-445D-B981-D1DFD5C96AE8}" dt="2024-05-07T18:35:41.478" v="14" actId="478"/>
        <pc:sldMkLst>
          <pc:docMk/>
          <pc:sldMk cId="1793706927" sldId="1670"/>
        </pc:sldMkLst>
        <pc:picChg chg="del">
          <ac:chgData name="Kevin Comba" userId="2b567b3b-fb93-46f1-8cbc-0c356b39981a" providerId="ADAL" clId="{02634516-5E71-445D-B981-D1DFD5C96AE8}" dt="2024-05-07T18:35:41.478" v="14" actId="478"/>
          <ac:picMkLst>
            <pc:docMk/>
            <pc:sldMk cId="1793706927" sldId="1670"/>
            <ac:picMk id="3" creationId="{6213792C-451B-3FBB-3838-8D7148C79AB0}"/>
          </ac:picMkLst>
        </pc:picChg>
      </pc:sldChg>
      <pc:sldChg chg="delSp mod">
        <pc:chgData name="Kevin Comba" userId="2b567b3b-fb93-46f1-8cbc-0c356b39981a" providerId="ADAL" clId="{02634516-5E71-445D-B981-D1DFD5C96AE8}" dt="2024-05-07T18:35:47.823" v="15" actId="478"/>
        <pc:sldMkLst>
          <pc:docMk/>
          <pc:sldMk cId="358196941" sldId="1870"/>
        </pc:sldMkLst>
        <pc:picChg chg="del">
          <ac:chgData name="Kevin Comba" userId="2b567b3b-fb93-46f1-8cbc-0c356b39981a" providerId="ADAL" clId="{02634516-5E71-445D-B981-D1DFD5C96AE8}" dt="2024-05-07T18:35:47.823" v="15" actId="478"/>
          <ac:picMkLst>
            <pc:docMk/>
            <pc:sldMk cId="358196941" sldId="1870"/>
            <ac:picMk id="3" creationId="{6213792C-451B-3FBB-3838-8D7148C79AB0}"/>
          </ac:picMkLst>
        </pc:picChg>
      </pc:sldChg>
      <pc:sldChg chg="delSp mod">
        <pc:chgData name="Kevin Comba" userId="2b567b3b-fb93-46f1-8cbc-0c356b39981a" providerId="ADAL" clId="{02634516-5E71-445D-B981-D1DFD5C96AE8}" dt="2024-05-07T18:35:55.104" v="16" actId="478"/>
        <pc:sldMkLst>
          <pc:docMk/>
          <pc:sldMk cId="959702096" sldId="1871"/>
        </pc:sldMkLst>
        <pc:picChg chg="del">
          <ac:chgData name="Kevin Comba" userId="2b567b3b-fb93-46f1-8cbc-0c356b39981a" providerId="ADAL" clId="{02634516-5E71-445D-B981-D1DFD5C96AE8}" dt="2024-05-07T18:35:55.104" v="16" actId="478"/>
          <ac:picMkLst>
            <pc:docMk/>
            <pc:sldMk cId="959702096" sldId="1871"/>
            <ac:picMk id="3" creationId="{6213792C-451B-3FBB-3838-8D7148C79AB0}"/>
          </ac:picMkLst>
        </pc:picChg>
      </pc:sldChg>
      <pc:sldChg chg="delSp mod">
        <pc:chgData name="Kevin Comba" userId="2b567b3b-fb93-46f1-8cbc-0c356b39981a" providerId="ADAL" clId="{02634516-5E71-445D-B981-D1DFD5C96AE8}" dt="2024-05-07T18:36:00.788" v="17" actId="478"/>
        <pc:sldMkLst>
          <pc:docMk/>
          <pc:sldMk cId="3750407815" sldId="1872"/>
        </pc:sldMkLst>
        <pc:picChg chg="del">
          <ac:chgData name="Kevin Comba" userId="2b567b3b-fb93-46f1-8cbc-0c356b39981a" providerId="ADAL" clId="{02634516-5E71-445D-B981-D1DFD5C96AE8}" dt="2024-05-07T18:36:00.788" v="17" actId="478"/>
          <ac:picMkLst>
            <pc:docMk/>
            <pc:sldMk cId="3750407815" sldId="1872"/>
            <ac:picMk id="3" creationId="{6213792C-451B-3FBB-3838-8D7148C79AB0}"/>
          </ac:picMkLst>
        </pc:picChg>
      </pc:sldChg>
      <pc:sldChg chg="delSp mod">
        <pc:chgData name="Kevin Comba" userId="2b567b3b-fb93-46f1-8cbc-0c356b39981a" providerId="ADAL" clId="{02634516-5E71-445D-B981-D1DFD5C96AE8}" dt="2024-05-07T18:36:04.068" v="18" actId="478"/>
        <pc:sldMkLst>
          <pc:docMk/>
          <pc:sldMk cId="790242239" sldId="1873"/>
        </pc:sldMkLst>
        <pc:picChg chg="del">
          <ac:chgData name="Kevin Comba" userId="2b567b3b-fb93-46f1-8cbc-0c356b39981a" providerId="ADAL" clId="{02634516-5E71-445D-B981-D1DFD5C96AE8}" dt="2024-05-07T18:36:04.068" v="18" actId="478"/>
          <ac:picMkLst>
            <pc:docMk/>
            <pc:sldMk cId="790242239" sldId="1873"/>
            <ac:picMk id="3" creationId="{6213792C-451B-3FBB-3838-8D7148C79AB0}"/>
          </ac:picMkLst>
        </pc:picChg>
      </pc:sldChg>
      <pc:sldChg chg="delSp mod">
        <pc:chgData name="Kevin Comba" userId="2b567b3b-fb93-46f1-8cbc-0c356b39981a" providerId="ADAL" clId="{02634516-5E71-445D-B981-D1DFD5C96AE8}" dt="2024-05-07T18:36:07.543" v="19" actId="478"/>
        <pc:sldMkLst>
          <pc:docMk/>
          <pc:sldMk cId="4081606053" sldId="1874"/>
        </pc:sldMkLst>
        <pc:picChg chg="del">
          <ac:chgData name="Kevin Comba" userId="2b567b3b-fb93-46f1-8cbc-0c356b39981a" providerId="ADAL" clId="{02634516-5E71-445D-B981-D1DFD5C96AE8}" dt="2024-05-07T18:36:07.543" v="19" actId="478"/>
          <ac:picMkLst>
            <pc:docMk/>
            <pc:sldMk cId="4081606053" sldId="1874"/>
            <ac:picMk id="3" creationId="{6213792C-451B-3FBB-3838-8D7148C79AB0}"/>
          </ac:picMkLst>
        </pc:picChg>
      </pc:sldChg>
      <pc:sldChg chg="delSp mod">
        <pc:chgData name="Kevin Comba" userId="2b567b3b-fb93-46f1-8cbc-0c356b39981a" providerId="ADAL" clId="{02634516-5E71-445D-B981-D1DFD5C96AE8}" dt="2024-05-07T18:36:10.046" v="20" actId="478"/>
        <pc:sldMkLst>
          <pc:docMk/>
          <pc:sldMk cId="1542200117" sldId="1875"/>
        </pc:sldMkLst>
        <pc:picChg chg="del">
          <ac:chgData name="Kevin Comba" userId="2b567b3b-fb93-46f1-8cbc-0c356b39981a" providerId="ADAL" clId="{02634516-5E71-445D-B981-D1DFD5C96AE8}" dt="2024-05-07T18:36:10.046" v="20" actId="478"/>
          <ac:picMkLst>
            <pc:docMk/>
            <pc:sldMk cId="1542200117" sldId="1875"/>
            <ac:picMk id="3" creationId="{6213792C-451B-3FBB-3838-8D7148C79AB0}"/>
          </ac:picMkLst>
        </pc:picChg>
      </pc:sldChg>
      <pc:sldChg chg="delSp mod">
        <pc:chgData name="Kevin Comba" userId="2b567b3b-fb93-46f1-8cbc-0c356b39981a" providerId="ADAL" clId="{02634516-5E71-445D-B981-D1DFD5C96AE8}" dt="2024-05-07T18:36:12.958" v="21" actId="478"/>
        <pc:sldMkLst>
          <pc:docMk/>
          <pc:sldMk cId="4056572746" sldId="1876"/>
        </pc:sldMkLst>
        <pc:picChg chg="del">
          <ac:chgData name="Kevin Comba" userId="2b567b3b-fb93-46f1-8cbc-0c356b39981a" providerId="ADAL" clId="{02634516-5E71-445D-B981-D1DFD5C96AE8}" dt="2024-05-07T18:36:12.958" v="21" actId="478"/>
          <ac:picMkLst>
            <pc:docMk/>
            <pc:sldMk cId="4056572746" sldId="1876"/>
            <ac:picMk id="3" creationId="{6213792C-451B-3FBB-3838-8D7148C79AB0}"/>
          </ac:picMkLst>
        </pc:picChg>
      </pc:sldChg>
      <pc:sldChg chg="delSp mod">
        <pc:chgData name="Kevin Comba" userId="2b567b3b-fb93-46f1-8cbc-0c356b39981a" providerId="ADAL" clId="{02634516-5E71-445D-B981-D1DFD5C96AE8}" dt="2024-05-07T18:36:16.076" v="22" actId="478"/>
        <pc:sldMkLst>
          <pc:docMk/>
          <pc:sldMk cId="2954228974" sldId="1877"/>
        </pc:sldMkLst>
        <pc:picChg chg="del">
          <ac:chgData name="Kevin Comba" userId="2b567b3b-fb93-46f1-8cbc-0c356b39981a" providerId="ADAL" clId="{02634516-5E71-445D-B981-D1DFD5C96AE8}" dt="2024-05-07T18:36:16.076" v="22" actId="478"/>
          <ac:picMkLst>
            <pc:docMk/>
            <pc:sldMk cId="2954228974" sldId="1877"/>
            <ac:picMk id="3" creationId="{6213792C-451B-3FBB-3838-8D7148C79AB0}"/>
          </ac:picMkLst>
        </pc:picChg>
      </pc:sldChg>
      <pc:sldChg chg="delSp mod">
        <pc:chgData name="Kevin Comba" userId="2b567b3b-fb93-46f1-8cbc-0c356b39981a" providerId="ADAL" clId="{02634516-5E71-445D-B981-D1DFD5C96AE8}" dt="2024-05-07T18:36:18.860" v="23" actId="478"/>
        <pc:sldMkLst>
          <pc:docMk/>
          <pc:sldMk cId="4061238843" sldId="1878"/>
        </pc:sldMkLst>
        <pc:picChg chg="del">
          <ac:chgData name="Kevin Comba" userId="2b567b3b-fb93-46f1-8cbc-0c356b39981a" providerId="ADAL" clId="{02634516-5E71-445D-B981-D1DFD5C96AE8}" dt="2024-05-07T18:36:18.860" v="23" actId="478"/>
          <ac:picMkLst>
            <pc:docMk/>
            <pc:sldMk cId="4061238843" sldId="1878"/>
            <ac:picMk id="3" creationId="{6213792C-451B-3FBB-3838-8D7148C79AB0}"/>
          </ac:picMkLst>
        </pc:picChg>
      </pc:sldChg>
      <pc:sldChg chg="delSp mod">
        <pc:chgData name="Kevin Comba" userId="2b567b3b-fb93-46f1-8cbc-0c356b39981a" providerId="ADAL" clId="{02634516-5E71-445D-B981-D1DFD5C96AE8}" dt="2024-05-07T18:36:28.855" v="24" actId="478"/>
        <pc:sldMkLst>
          <pc:docMk/>
          <pc:sldMk cId="1527726061" sldId="1879"/>
        </pc:sldMkLst>
        <pc:picChg chg="del">
          <ac:chgData name="Kevin Comba" userId="2b567b3b-fb93-46f1-8cbc-0c356b39981a" providerId="ADAL" clId="{02634516-5E71-445D-B981-D1DFD5C96AE8}" dt="2024-05-07T18:36:28.855" v="24" actId="478"/>
          <ac:picMkLst>
            <pc:docMk/>
            <pc:sldMk cId="1527726061" sldId="1879"/>
            <ac:picMk id="3" creationId="{6213792C-451B-3FBB-3838-8D7148C79AB0}"/>
          </ac:picMkLst>
        </pc:picChg>
      </pc:sldChg>
      <pc:sldChg chg="delSp mod">
        <pc:chgData name="Kevin Comba" userId="2b567b3b-fb93-46f1-8cbc-0c356b39981a" providerId="ADAL" clId="{02634516-5E71-445D-B981-D1DFD5C96AE8}" dt="2024-05-07T18:36:31.484" v="25" actId="478"/>
        <pc:sldMkLst>
          <pc:docMk/>
          <pc:sldMk cId="3115551456" sldId="1880"/>
        </pc:sldMkLst>
        <pc:picChg chg="del">
          <ac:chgData name="Kevin Comba" userId="2b567b3b-fb93-46f1-8cbc-0c356b39981a" providerId="ADAL" clId="{02634516-5E71-445D-B981-D1DFD5C96AE8}" dt="2024-05-07T18:36:31.484" v="25" actId="478"/>
          <ac:picMkLst>
            <pc:docMk/>
            <pc:sldMk cId="3115551456" sldId="1880"/>
            <ac:picMk id="3" creationId="{6213792C-451B-3FBB-3838-8D7148C79AB0}"/>
          </ac:picMkLst>
        </pc:picChg>
      </pc:sldChg>
      <pc:sldChg chg="delSp mod">
        <pc:chgData name="Kevin Comba" userId="2b567b3b-fb93-46f1-8cbc-0c356b39981a" providerId="ADAL" clId="{02634516-5E71-445D-B981-D1DFD5C96AE8}" dt="2024-05-07T18:36:40.443" v="26" actId="478"/>
        <pc:sldMkLst>
          <pc:docMk/>
          <pc:sldMk cId="3769812917" sldId="1881"/>
        </pc:sldMkLst>
        <pc:picChg chg="del">
          <ac:chgData name="Kevin Comba" userId="2b567b3b-fb93-46f1-8cbc-0c356b39981a" providerId="ADAL" clId="{02634516-5E71-445D-B981-D1DFD5C96AE8}" dt="2024-05-07T18:36:40.443" v="26" actId="478"/>
          <ac:picMkLst>
            <pc:docMk/>
            <pc:sldMk cId="3769812917" sldId="1881"/>
            <ac:picMk id="3" creationId="{6213792C-451B-3FBB-3838-8D7148C79AB0}"/>
          </ac:picMkLst>
        </pc:picChg>
      </pc:sldChg>
      <pc:sldChg chg="delSp mod">
        <pc:chgData name="Kevin Comba" userId="2b567b3b-fb93-46f1-8cbc-0c356b39981a" providerId="ADAL" clId="{02634516-5E71-445D-B981-D1DFD5C96AE8}" dt="2024-05-07T18:36:48.302" v="27" actId="478"/>
        <pc:sldMkLst>
          <pc:docMk/>
          <pc:sldMk cId="3855275170" sldId="1882"/>
        </pc:sldMkLst>
        <pc:picChg chg="del">
          <ac:chgData name="Kevin Comba" userId="2b567b3b-fb93-46f1-8cbc-0c356b39981a" providerId="ADAL" clId="{02634516-5E71-445D-B981-D1DFD5C96AE8}" dt="2024-05-07T18:36:48.302" v="27" actId="478"/>
          <ac:picMkLst>
            <pc:docMk/>
            <pc:sldMk cId="3855275170" sldId="1882"/>
            <ac:picMk id="3" creationId="{6213792C-451B-3FBB-3838-8D7148C79AB0}"/>
          </ac:picMkLst>
        </pc:picChg>
      </pc:sldChg>
      <pc:sldChg chg="delSp mod">
        <pc:chgData name="Kevin Comba" userId="2b567b3b-fb93-46f1-8cbc-0c356b39981a" providerId="ADAL" clId="{02634516-5E71-445D-B981-D1DFD5C96AE8}" dt="2024-05-07T18:36:51.475" v="28" actId="478"/>
        <pc:sldMkLst>
          <pc:docMk/>
          <pc:sldMk cId="1446807902" sldId="1883"/>
        </pc:sldMkLst>
        <pc:picChg chg="del">
          <ac:chgData name="Kevin Comba" userId="2b567b3b-fb93-46f1-8cbc-0c356b39981a" providerId="ADAL" clId="{02634516-5E71-445D-B981-D1DFD5C96AE8}" dt="2024-05-07T18:36:51.475" v="28" actId="478"/>
          <ac:picMkLst>
            <pc:docMk/>
            <pc:sldMk cId="1446807902" sldId="1883"/>
            <ac:picMk id="3" creationId="{6213792C-451B-3FBB-3838-8D7148C79AB0}"/>
          </ac:picMkLst>
        </pc:picChg>
      </pc:sldChg>
      <pc:sldChg chg="delSp mod">
        <pc:chgData name="Kevin Comba" userId="2b567b3b-fb93-46f1-8cbc-0c356b39981a" providerId="ADAL" clId="{02634516-5E71-445D-B981-D1DFD5C96AE8}" dt="2024-05-07T18:36:54.439" v="29" actId="478"/>
        <pc:sldMkLst>
          <pc:docMk/>
          <pc:sldMk cId="3690241640" sldId="1884"/>
        </pc:sldMkLst>
        <pc:picChg chg="del">
          <ac:chgData name="Kevin Comba" userId="2b567b3b-fb93-46f1-8cbc-0c356b39981a" providerId="ADAL" clId="{02634516-5E71-445D-B981-D1DFD5C96AE8}" dt="2024-05-07T18:36:54.439" v="29" actId="478"/>
          <ac:picMkLst>
            <pc:docMk/>
            <pc:sldMk cId="3690241640" sldId="1884"/>
            <ac:picMk id="3" creationId="{6213792C-451B-3FBB-3838-8D7148C79AB0}"/>
          </ac:picMkLst>
        </pc:picChg>
      </pc:sldChg>
      <pc:sldChg chg="delSp mod">
        <pc:chgData name="Kevin Comba" userId="2b567b3b-fb93-46f1-8cbc-0c356b39981a" providerId="ADAL" clId="{02634516-5E71-445D-B981-D1DFD5C96AE8}" dt="2024-05-07T18:36:57.599" v="30" actId="478"/>
        <pc:sldMkLst>
          <pc:docMk/>
          <pc:sldMk cId="3067767930" sldId="1885"/>
        </pc:sldMkLst>
        <pc:picChg chg="del">
          <ac:chgData name="Kevin Comba" userId="2b567b3b-fb93-46f1-8cbc-0c356b39981a" providerId="ADAL" clId="{02634516-5E71-445D-B981-D1DFD5C96AE8}" dt="2024-05-07T18:36:57.599" v="30" actId="478"/>
          <ac:picMkLst>
            <pc:docMk/>
            <pc:sldMk cId="3067767930" sldId="1885"/>
            <ac:picMk id="3" creationId="{6213792C-451B-3FBB-3838-8D7148C79AB0}"/>
          </ac:picMkLst>
        </pc:picChg>
      </pc:sldChg>
      <pc:sldChg chg="delSp mod">
        <pc:chgData name="Kevin Comba" userId="2b567b3b-fb93-46f1-8cbc-0c356b39981a" providerId="ADAL" clId="{02634516-5E71-445D-B981-D1DFD5C96AE8}" dt="2024-05-07T18:37:00.310" v="31" actId="478"/>
        <pc:sldMkLst>
          <pc:docMk/>
          <pc:sldMk cId="735137243" sldId="1886"/>
        </pc:sldMkLst>
        <pc:picChg chg="del">
          <ac:chgData name="Kevin Comba" userId="2b567b3b-fb93-46f1-8cbc-0c356b39981a" providerId="ADAL" clId="{02634516-5E71-445D-B981-D1DFD5C96AE8}" dt="2024-05-07T18:37:00.310" v="31" actId="478"/>
          <ac:picMkLst>
            <pc:docMk/>
            <pc:sldMk cId="735137243" sldId="1886"/>
            <ac:picMk id="3" creationId="{6213792C-451B-3FBB-3838-8D7148C79AB0}"/>
          </ac:picMkLst>
        </pc:picChg>
      </pc:sldChg>
      <pc:sldChg chg="delSp mod">
        <pc:chgData name="Kevin Comba" userId="2b567b3b-fb93-46f1-8cbc-0c356b39981a" providerId="ADAL" clId="{02634516-5E71-445D-B981-D1DFD5C96AE8}" dt="2024-05-07T18:37:03.484" v="32" actId="478"/>
        <pc:sldMkLst>
          <pc:docMk/>
          <pc:sldMk cId="692656238" sldId="1887"/>
        </pc:sldMkLst>
        <pc:picChg chg="del">
          <ac:chgData name="Kevin Comba" userId="2b567b3b-fb93-46f1-8cbc-0c356b39981a" providerId="ADAL" clId="{02634516-5E71-445D-B981-D1DFD5C96AE8}" dt="2024-05-07T18:37:03.484" v="32" actId="478"/>
          <ac:picMkLst>
            <pc:docMk/>
            <pc:sldMk cId="692656238" sldId="1887"/>
            <ac:picMk id="3" creationId="{6213792C-451B-3FBB-3838-8D7148C79AB0}"/>
          </ac:picMkLst>
        </pc:picChg>
      </pc:sldChg>
      <pc:sldChg chg="delSp mod">
        <pc:chgData name="Kevin Comba" userId="2b567b3b-fb93-46f1-8cbc-0c356b39981a" providerId="ADAL" clId="{02634516-5E71-445D-B981-D1DFD5C96AE8}" dt="2024-05-07T18:37:14.838" v="33" actId="478"/>
        <pc:sldMkLst>
          <pc:docMk/>
          <pc:sldMk cId="1732321527" sldId="1888"/>
        </pc:sldMkLst>
        <pc:picChg chg="del">
          <ac:chgData name="Kevin Comba" userId="2b567b3b-fb93-46f1-8cbc-0c356b39981a" providerId="ADAL" clId="{02634516-5E71-445D-B981-D1DFD5C96AE8}" dt="2024-05-07T18:37:14.838" v="33" actId="478"/>
          <ac:picMkLst>
            <pc:docMk/>
            <pc:sldMk cId="1732321527" sldId="1888"/>
            <ac:picMk id="3" creationId="{6213792C-451B-3FBB-3838-8D7148C79AB0}"/>
          </ac:picMkLst>
        </pc:picChg>
      </pc:sldChg>
      <pc:sldChg chg="delSp mod">
        <pc:chgData name="Kevin Comba" userId="2b567b3b-fb93-46f1-8cbc-0c356b39981a" providerId="ADAL" clId="{02634516-5E71-445D-B981-D1DFD5C96AE8}" dt="2024-05-07T18:37:18.814" v="34" actId="478"/>
        <pc:sldMkLst>
          <pc:docMk/>
          <pc:sldMk cId="1571741696" sldId="1889"/>
        </pc:sldMkLst>
        <pc:picChg chg="del">
          <ac:chgData name="Kevin Comba" userId="2b567b3b-fb93-46f1-8cbc-0c356b39981a" providerId="ADAL" clId="{02634516-5E71-445D-B981-D1DFD5C96AE8}" dt="2024-05-07T18:37:18.814" v="34" actId="478"/>
          <ac:picMkLst>
            <pc:docMk/>
            <pc:sldMk cId="1571741696" sldId="1889"/>
            <ac:picMk id="3" creationId="{6213792C-451B-3FBB-3838-8D7148C79AB0}"/>
          </ac:picMkLst>
        </pc:picChg>
      </pc:sldChg>
      <pc:sldChg chg="delSp mod">
        <pc:chgData name="Kevin Comba" userId="2b567b3b-fb93-46f1-8cbc-0c356b39981a" providerId="ADAL" clId="{02634516-5E71-445D-B981-D1DFD5C96AE8}" dt="2024-05-07T18:37:26.468" v="35" actId="478"/>
        <pc:sldMkLst>
          <pc:docMk/>
          <pc:sldMk cId="633482101" sldId="1890"/>
        </pc:sldMkLst>
        <pc:picChg chg="del">
          <ac:chgData name="Kevin Comba" userId="2b567b3b-fb93-46f1-8cbc-0c356b39981a" providerId="ADAL" clId="{02634516-5E71-445D-B981-D1DFD5C96AE8}" dt="2024-05-07T18:37:26.468" v="35" actId="478"/>
          <ac:picMkLst>
            <pc:docMk/>
            <pc:sldMk cId="633482101" sldId="1890"/>
            <ac:picMk id="3" creationId="{6213792C-451B-3FBB-3838-8D7148C79AB0}"/>
          </ac:picMkLst>
        </pc:picChg>
      </pc:sldChg>
      <pc:sldChg chg="delSp mod">
        <pc:chgData name="Kevin Comba" userId="2b567b3b-fb93-46f1-8cbc-0c356b39981a" providerId="ADAL" clId="{02634516-5E71-445D-B981-D1DFD5C96AE8}" dt="2024-05-07T18:37:36.455" v="36" actId="478"/>
        <pc:sldMkLst>
          <pc:docMk/>
          <pc:sldMk cId="2102006110" sldId="1891"/>
        </pc:sldMkLst>
        <pc:picChg chg="del">
          <ac:chgData name="Kevin Comba" userId="2b567b3b-fb93-46f1-8cbc-0c356b39981a" providerId="ADAL" clId="{02634516-5E71-445D-B981-D1DFD5C96AE8}" dt="2024-05-07T18:37:36.455" v="36" actId="478"/>
          <ac:picMkLst>
            <pc:docMk/>
            <pc:sldMk cId="2102006110" sldId="1891"/>
            <ac:picMk id="3" creationId="{6213792C-451B-3FBB-3838-8D7148C79AB0}"/>
          </ac:picMkLst>
        </pc:picChg>
      </pc:sldChg>
      <pc:sldChg chg="delSp mod">
        <pc:chgData name="Kevin Comba" userId="2b567b3b-fb93-46f1-8cbc-0c356b39981a" providerId="ADAL" clId="{02634516-5E71-445D-B981-D1DFD5C96AE8}" dt="2024-05-07T18:37:42.608" v="37" actId="478"/>
        <pc:sldMkLst>
          <pc:docMk/>
          <pc:sldMk cId="1003860299" sldId="1892"/>
        </pc:sldMkLst>
        <pc:picChg chg="del">
          <ac:chgData name="Kevin Comba" userId="2b567b3b-fb93-46f1-8cbc-0c356b39981a" providerId="ADAL" clId="{02634516-5E71-445D-B981-D1DFD5C96AE8}" dt="2024-05-07T18:37:42.608" v="37" actId="478"/>
          <ac:picMkLst>
            <pc:docMk/>
            <pc:sldMk cId="1003860299" sldId="1892"/>
            <ac:picMk id="3" creationId="{6213792C-451B-3FBB-3838-8D7148C79AB0}"/>
          </ac:picMkLst>
        </pc:picChg>
      </pc:sldChg>
      <pc:sldChg chg="delSp mod">
        <pc:chgData name="Kevin Comba" userId="2b567b3b-fb93-46f1-8cbc-0c356b39981a" providerId="ADAL" clId="{02634516-5E71-445D-B981-D1DFD5C96AE8}" dt="2024-05-07T18:37:49.322" v="38" actId="478"/>
        <pc:sldMkLst>
          <pc:docMk/>
          <pc:sldMk cId="3689213720" sldId="1893"/>
        </pc:sldMkLst>
        <pc:picChg chg="del">
          <ac:chgData name="Kevin Comba" userId="2b567b3b-fb93-46f1-8cbc-0c356b39981a" providerId="ADAL" clId="{02634516-5E71-445D-B981-D1DFD5C96AE8}" dt="2024-05-07T18:37:49.322" v="38" actId="478"/>
          <ac:picMkLst>
            <pc:docMk/>
            <pc:sldMk cId="3689213720" sldId="1893"/>
            <ac:picMk id="3" creationId="{6213792C-451B-3FBB-3838-8D7148C79AB0}"/>
          </ac:picMkLst>
        </pc:picChg>
      </pc:sldChg>
      <pc:sldChg chg="delSp mod">
        <pc:chgData name="Kevin Comba" userId="2b567b3b-fb93-46f1-8cbc-0c356b39981a" providerId="ADAL" clId="{02634516-5E71-445D-B981-D1DFD5C96AE8}" dt="2024-05-07T18:37:55.382" v="39" actId="478"/>
        <pc:sldMkLst>
          <pc:docMk/>
          <pc:sldMk cId="1867042485" sldId="1894"/>
        </pc:sldMkLst>
        <pc:picChg chg="del">
          <ac:chgData name="Kevin Comba" userId="2b567b3b-fb93-46f1-8cbc-0c356b39981a" providerId="ADAL" clId="{02634516-5E71-445D-B981-D1DFD5C96AE8}" dt="2024-05-07T18:37:55.382" v="39" actId="478"/>
          <ac:picMkLst>
            <pc:docMk/>
            <pc:sldMk cId="1867042485" sldId="1894"/>
            <ac:picMk id="3" creationId="{6213792C-451B-3FBB-3838-8D7148C79AB0}"/>
          </ac:picMkLst>
        </pc:picChg>
      </pc:sldChg>
      <pc:sldChg chg="delSp mod">
        <pc:chgData name="Kevin Comba" userId="2b567b3b-fb93-46f1-8cbc-0c356b39981a" providerId="ADAL" clId="{02634516-5E71-445D-B981-D1DFD5C96AE8}" dt="2024-05-07T18:38:07.219" v="40" actId="478"/>
        <pc:sldMkLst>
          <pc:docMk/>
          <pc:sldMk cId="2165899307" sldId="1895"/>
        </pc:sldMkLst>
        <pc:picChg chg="del">
          <ac:chgData name="Kevin Comba" userId="2b567b3b-fb93-46f1-8cbc-0c356b39981a" providerId="ADAL" clId="{02634516-5E71-445D-B981-D1DFD5C96AE8}" dt="2024-05-07T18:38:07.219" v="40" actId="478"/>
          <ac:picMkLst>
            <pc:docMk/>
            <pc:sldMk cId="2165899307" sldId="1895"/>
            <ac:picMk id="3" creationId="{6213792C-451B-3FBB-3838-8D7148C79AB0}"/>
          </ac:picMkLst>
        </pc:picChg>
      </pc:sldChg>
      <pc:sldChg chg="delSp mod">
        <pc:chgData name="Kevin Comba" userId="2b567b3b-fb93-46f1-8cbc-0c356b39981a" providerId="ADAL" clId="{02634516-5E71-445D-B981-D1DFD5C96AE8}" dt="2024-05-07T18:38:10.897" v="41" actId="478"/>
        <pc:sldMkLst>
          <pc:docMk/>
          <pc:sldMk cId="2439156672" sldId="1896"/>
        </pc:sldMkLst>
        <pc:picChg chg="del">
          <ac:chgData name="Kevin Comba" userId="2b567b3b-fb93-46f1-8cbc-0c356b39981a" providerId="ADAL" clId="{02634516-5E71-445D-B981-D1DFD5C96AE8}" dt="2024-05-07T18:38:10.897" v="41" actId="478"/>
          <ac:picMkLst>
            <pc:docMk/>
            <pc:sldMk cId="2439156672" sldId="1896"/>
            <ac:picMk id="3" creationId="{6213792C-451B-3FBB-3838-8D7148C79AB0}"/>
          </ac:picMkLst>
        </pc:picChg>
      </pc:sldChg>
      <pc:sldChg chg="delSp mod">
        <pc:chgData name="Kevin Comba" userId="2b567b3b-fb93-46f1-8cbc-0c356b39981a" providerId="ADAL" clId="{02634516-5E71-445D-B981-D1DFD5C96AE8}" dt="2024-05-07T18:38:13.626" v="42" actId="478"/>
        <pc:sldMkLst>
          <pc:docMk/>
          <pc:sldMk cId="1621495650" sldId="1897"/>
        </pc:sldMkLst>
        <pc:picChg chg="del">
          <ac:chgData name="Kevin Comba" userId="2b567b3b-fb93-46f1-8cbc-0c356b39981a" providerId="ADAL" clId="{02634516-5E71-445D-B981-D1DFD5C96AE8}" dt="2024-05-07T18:38:13.626" v="42" actId="478"/>
          <ac:picMkLst>
            <pc:docMk/>
            <pc:sldMk cId="1621495650" sldId="1897"/>
            <ac:picMk id="3" creationId="{6213792C-451B-3FBB-3838-8D7148C79AB0}"/>
          </ac:picMkLst>
        </pc:picChg>
      </pc:sldChg>
      <pc:sldChg chg="delSp mod">
        <pc:chgData name="Kevin Comba" userId="2b567b3b-fb93-46f1-8cbc-0c356b39981a" providerId="ADAL" clId="{02634516-5E71-445D-B981-D1DFD5C96AE8}" dt="2024-05-07T18:38:16.377" v="43" actId="478"/>
        <pc:sldMkLst>
          <pc:docMk/>
          <pc:sldMk cId="3385978926" sldId="1898"/>
        </pc:sldMkLst>
        <pc:picChg chg="del">
          <ac:chgData name="Kevin Comba" userId="2b567b3b-fb93-46f1-8cbc-0c356b39981a" providerId="ADAL" clId="{02634516-5E71-445D-B981-D1DFD5C96AE8}" dt="2024-05-07T18:38:16.377" v="43" actId="478"/>
          <ac:picMkLst>
            <pc:docMk/>
            <pc:sldMk cId="3385978926" sldId="1898"/>
            <ac:picMk id="3" creationId="{6213792C-451B-3FBB-3838-8D7148C79AB0}"/>
          </ac:picMkLst>
        </pc:picChg>
      </pc:sldChg>
      <pc:sldChg chg="delSp mod">
        <pc:chgData name="Kevin Comba" userId="2b567b3b-fb93-46f1-8cbc-0c356b39981a" providerId="ADAL" clId="{02634516-5E71-445D-B981-D1DFD5C96AE8}" dt="2024-05-07T18:38:26.330" v="44" actId="478"/>
        <pc:sldMkLst>
          <pc:docMk/>
          <pc:sldMk cId="2829975378" sldId="1899"/>
        </pc:sldMkLst>
        <pc:picChg chg="del">
          <ac:chgData name="Kevin Comba" userId="2b567b3b-fb93-46f1-8cbc-0c356b39981a" providerId="ADAL" clId="{02634516-5E71-445D-B981-D1DFD5C96AE8}" dt="2024-05-07T18:38:26.330" v="44" actId="478"/>
          <ac:picMkLst>
            <pc:docMk/>
            <pc:sldMk cId="2829975378" sldId="1899"/>
            <ac:picMk id="3" creationId="{6213792C-451B-3FBB-3838-8D7148C79AB0}"/>
          </ac:picMkLst>
        </pc:picChg>
      </pc:sldChg>
      <pc:sldChg chg="delSp mod">
        <pc:chgData name="Kevin Comba" userId="2b567b3b-fb93-46f1-8cbc-0c356b39981a" providerId="ADAL" clId="{02634516-5E71-445D-B981-D1DFD5C96AE8}" dt="2024-05-07T18:38:29.641" v="45" actId="478"/>
        <pc:sldMkLst>
          <pc:docMk/>
          <pc:sldMk cId="4066525583" sldId="1900"/>
        </pc:sldMkLst>
        <pc:picChg chg="del">
          <ac:chgData name="Kevin Comba" userId="2b567b3b-fb93-46f1-8cbc-0c356b39981a" providerId="ADAL" clId="{02634516-5E71-445D-B981-D1DFD5C96AE8}" dt="2024-05-07T18:38:29.641" v="45" actId="478"/>
          <ac:picMkLst>
            <pc:docMk/>
            <pc:sldMk cId="4066525583" sldId="1900"/>
            <ac:picMk id="3" creationId="{6213792C-451B-3FBB-3838-8D7148C79AB0}"/>
          </ac:picMkLst>
        </pc:picChg>
      </pc:sldChg>
      <pc:sldChg chg="delSp mod">
        <pc:chgData name="Kevin Comba" userId="2b567b3b-fb93-46f1-8cbc-0c356b39981a" providerId="ADAL" clId="{02634516-5E71-445D-B981-D1DFD5C96AE8}" dt="2024-05-07T18:38:32.065" v="46" actId="478"/>
        <pc:sldMkLst>
          <pc:docMk/>
          <pc:sldMk cId="1458865198" sldId="1901"/>
        </pc:sldMkLst>
        <pc:picChg chg="del">
          <ac:chgData name="Kevin Comba" userId="2b567b3b-fb93-46f1-8cbc-0c356b39981a" providerId="ADAL" clId="{02634516-5E71-445D-B981-D1DFD5C96AE8}" dt="2024-05-07T18:38:32.065" v="46" actId="478"/>
          <ac:picMkLst>
            <pc:docMk/>
            <pc:sldMk cId="1458865198" sldId="1901"/>
            <ac:picMk id="3" creationId="{6213792C-451B-3FBB-3838-8D7148C79AB0}"/>
          </ac:picMkLst>
        </pc:picChg>
      </pc:sldChg>
      <pc:sldChg chg="delSp mod">
        <pc:chgData name="Kevin Comba" userId="2b567b3b-fb93-46f1-8cbc-0c356b39981a" providerId="ADAL" clId="{02634516-5E71-445D-B981-D1DFD5C96AE8}" dt="2024-05-07T18:39:32.478" v="47" actId="478"/>
        <pc:sldMkLst>
          <pc:docMk/>
          <pc:sldMk cId="4282674522" sldId="1902"/>
        </pc:sldMkLst>
        <pc:picChg chg="del">
          <ac:chgData name="Kevin Comba" userId="2b567b3b-fb93-46f1-8cbc-0c356b39981a" providerId="ADAL" clId="{02634516-5E71-445D-B981-D1DFD5C96AE8}" dt="2024-05-07T18:39:32.478" v="47" actId="478"/>
          <ac:picMkLst>
            <pc:docMk/>
            <pc:sldMk cId="4282674522" sldId="1902"/>
            <ac:picMk id="3" creationId="{6213792C-451B-3FBB-3838-8D7148C79AB0}"/>
          </ac:picMkLst>
        </pc:picChg>
      </pc:sldChg>
      <pc:sldChg chg="delSp mod">
        <pc:chgData name="Kevin Comba" userId="2b567b3b-fb93-46f1-8cbc-0c356b39981a" providerId="ADAL" clId="{02634516-5E71-445D-B981-D1DFD5C96AE8}" dt="2024-05-07T18:39:36.388" v="48" actId="478"/>
        <pc:sldMkLst>
          <pc:docMk/>
          <pc:sldMk cId="577271618" sldId="1903"/>
        </pc:sldMkLst>
        <pc:picChg chg="del">
          <ac:chgData name="Kevin Comba" userId="2b567b3b-fb93-46f1-8cbc-0c356b39981a" providerId="ADAL" clId="{02634516-5E71-445D-B981-D1DFD5C96AE8}" dt="2024-05-07T18:39:36.388" v="48" actId="478"/>
          <ac:picMkLst>
            <pc:docMk/>
            <pc:sldMk cId="577271618" sldId="1903"/>
            <ac:picMk id="3" creationId="{6213792C-451B-3FBB-3838-8D7148C79AB0}"/>
          </ac:picMkLst>
        </pc:picChg>
      </pc:sldChg>
      <pc:sldChg chg="delSp mod">
        <pc:chgData name="Kevin Comba" userId="2b567b3b-fb93-46f1-8cbc-0c356b39981a" providerId="ADAL" clId="{02634516-5E71-445D-B981-D1DFD5C96AE8}" dt="2024-05-07T18:39:39.916" v="49" actId="478"/>
        <pc:sldMkLst>
          <pc:docMk/>
          <pc:sldMk cId="972274779" sldId="1904"/>
        </pc:sldMkLst>
        <pc:picChg chg="del">
          <ac:chgData name="Kevin Comba" userId="2b567b3b-fb93-46f1-8cbc-0c356b39981a" providerId="ADAL" clId="{02634516-5E71-445D-B981-D1DFD5C96AE8}" dt="2024-05-07T18:39:39.916" v="49" actId="478"/>
          <ac:picMkLst>
            <pc:docMk/>
            <pc:sldMk cId="972274779" sldId="1904"/>
            <ac:picMk id="3" creationId="{6213792C-451B-3FBB-3838-8D7148C79AB0}"/>
          </ac:picMkLst>
        </pc:picChg>
      </pc:sldChg>
      <pc:sldChg chg="delSp mod">
        <pc:chgData name="Kevin Comba" userId="2b567b3b-fb93-46f1-8cbc-0c356b39981a" providerId="ADAL" clId="{02634516-5E71-445D-B981-D1DFD5C96AE8}" dt="2024-05-07T18:40:26.352" v="50" actId="478"/>
        <pc:sldMkLst>
          <pc:docMk/>
          <pc:sldMk cId="176673704" sldId="1905"/>
        </pc:sldMkLst>
        <pc:picChg chg="del">
          <ac:chgData name="Kevin Comba" userId="2b567b3b-fb93-46f1-8cbc-0c356b39981a" providerId="ADAL" clId="{02634516-5E71-445D-B981-D1DFD5C96AE8}" dt="2024-05-07T18:40:26.352" v="50" actId="478"/>
          <ac:picMkLst>
            <pc:docMk/>
            <pc:sldMk cId="176673704" sldId="1905"/>
            <ac:picMk id="3" creationId="{6213792C-451B-3FBB-3838-8D7148C79AB0}"/>
          </ac:picMkLst>
        </pc:picChg>
      </pc:sldChg>
      <pc:sldChg chg="delSp mod">
        <pc:chgData name="Kevin Comba" userId="2b567b3b-fb93-46f1-8cbc-0c356b39981a" providerId="ADAL" clId="{02634516-5E71-445D-B981-D1DFD5C96AE8}" dt="2024-05-07T18:40:31.730" v="51" actId="478"/>
        <pc:sldMkLst>
          <pc:docMk/>
          <pc:sldMk cId="3120724483" sldId="1906"/>
        </pc:sldMkLst>
        <pc:picChg chg="del">
          <ac:chgData name="Kevin Comba" userId="2b567b3b-fb93-46f1-8cbc-0c356b39981a" providerId="ADAL" clId="{02634516-5E71-445D-B981-D1DFD5C96AE8}" dt="2024-05-07T18:40:31.730" v="51" actId="478"/>
          <ac:picMkLst>
            <pc:docMk/>
            <pc:sldMk cId="3120724483" sldId="1906"/>
            <ac:picMk id="3" creationId="{6213792C-451B-3FBB-3838-8D7148C79AB0}"/>
          </ac:picMkLst>
        </pc:picChg>
      </pc:sldChg>
      <pc:sldChg chg="delSp mod">
        <pc:chgData name="Kevin Comba" userId="2b567b3b-fb93-46f1-8cbc-0c356b39981a" providerId="ADAL" clId="{02634516-5E71-445D-B981-D1DFD5C96AE8}" dt="2024-05-07T18:40:34.541" v="52" actId="478"/>
        <pc:sldMkLst>
          <pc:docMk/>
          <pc:sldMk cId="2410833847" sldId="1907"/>
        </pc:sldMkLst>
        <pc:picChg chg="del">
          <ac:chgData name="Kevin Comba" userId="2b567b3b-fb93-46f1-8cbc-0c356b39981a" providerId="ADAL" clId="{02634516-5E71-445D-B981-D1DFD5C96AE8}" dt="2024-05-07T18:40:34.541" v="52" actId="478"/>
          <ac:picMkLst>
            <pc:docMk/>
            <pc:sldMk cId="2410833847" sldId="1907"/>
            <ac:picMk id="3" creationId="{6213792C-451B-3FBB-3838-8D7148C79AB0}"/>
          </ac:picMkLst>
        </pc:picChg>
      </pc:sldChg>
      <pc:sldChg chg="delSp mod">
        <pc:chgData name="Kevin Comba" userId="2b567b3b-fb93-46f1-8cbc-0c356b39981a" providerId="ADAL" clId="{02634516-5E71-445D-B981-D1DFD5C96AE8}" dt="2024-05-07T18:40:37.422" v="53" actId="478"/>
        <pc:sldMkLst>
          <pc:docMk/>
          <pc:sldMk cId="985602026" sldId="1908"/>
        </pc:sldMkLst>
        <pc:picChg chg="del">
          <ac:chgData name="Kevin Comba" userId="2b567b3b-fb93-46f1-8cbc-0c356b39981a" providerId="ADAL" clId="{02634516-5E71-445D-B981-D1DFD5C96AE8}" dt="2024-05-07T18:40:37.422" v="53" actId="478"/>
          <ac:picMkLst>
            <pc:docMk/>
            <pc:sldMk cId="985602026" sldId="1908"/>
            <ac:picMk id="3" creationId="{6213792C-451B-3FBB-3838-8D7148C79AB0}"/>
          </ac:picMkLst>
        </pc:picChg>
      </pc:sldChg>
      <pc:sldChg chg="delSp modSp mod">
        <pc:chgData name="Kevin Comba" userId="2b567b3b-fb93-46f1-8cbc-0c356b39981a" providerId="ADAL" clId="{02634516-5E71-445D-B981-D1DFD5C96AE8}" dt="2024-05-07T18:40:56.678" v="57" actId="6549"/>
        <pc:sldMkLst>
          <pc:docMk/>
          <pc:sldMk cId="2184434567" sldId="1909"/>
        </pc:sldMkLst>
        <pc:spChg chg="mod">
          <ac:chgData name="Kevin Comba" userId="2b567b3b-fb93-46f1-8cbc-0c356b39981a" providerId="ADAL" clId="{02634516-5E71-445D-B981-D1DFD5C96AE8}" dt="2024-05-07T18:40:56.678" v="57" actId="6549"/>
          <ac:spMkLst>
            <pc:docMk/>
            <pc:sldMk cId="2184434567" sldId="1909"/>
            <ac:spMk id="2" creationId="{BA2F2A9B-4097-F5BE-7C82-FA06C129609F}"/>
          </ac:spMkLst>
        </pc:spChg>
        <pc:picChg chg="del">
          <ac:chgData name="Kevin Comba" userId="2b567b3b-fb93-46f1-8cbc-0c356b39981a" providerId="ADAL" clId="{02634516-5E71-445D-B981-D1DFD5C96AE8}" dt="2024-05-07T18:40:42.881" v="54" actId="478"/>
          <ac:picMkLst>
            <pc:docMk/>
            <pc:sldMk cId="2184434567" sldId="1909"/>
            <ac:picMk id="3" creationId="{6213792C-451B-3FBB-3838-8D7148C79AB0}"/>
          </ac:picMkLst>
        </pc:picChg>
      </pc:sldChg>
      <pc:sldChg chg="addSp delSp modSp mod">
        <pc:chgData name="Kevin Comba" userId="2b567b3b-fb93-46f1-8cbc-0c356b39981a" providerId="ADAL" clId="{02634516-5E71-445D-B981-D1DFD5C96AE8}" dt="2024-05-07T18:35:37.974" v="13" actId="1076"/>
        <pc:sldMkLst>
          <pc:docMk/>
          <pc:sldMk cId="2991095926" sldId="1910"/>
        </pc:sldMkLst>
        <pc:spChg chg="mod">
          <ac:chgData name="Kevin Comba" userId="2b567b3b-fb93-46f1-8cbc-0c356b39981a" providerId="ADAL" clId="{02634516-5E71-445D-B981-D1DFD5C96AE8}" dt="2024-05-07T18:35:34.268" v="12" actId="1076"/>
          <ac:spMkLst>
            <pc:docMk/>
            <pc:sldMk cId="2991095926" sldId="1910"/>
            <ac:spMk id="8" creationId="{CF901059-8974-E847-FC4F-BB3CB0C1FE46}"/>
          </ac:spMkLst>
        </pc:spChg>
        <pc:spChg chg="mod">
          <ac:chgData name="Kevin Comba" userId="2b567b3b-fb93-46f1-8cbc-0c356b39981a" providerId="ADAL" clId="{02634516-5E71-445D-B981-D1DFD5C96AE8}" dt="2024-05-07T18:35:37.974" v="13" actId="1076"/>
          <ac:spMkLst>
            <pc:docMk/>
            <pc:sldMk cId="2991095926" sldId="1910"/>
            <ac:spMk id="17" creationId="{00000000-0000-0000-0000-000000000000}"/>
          </ac:spMkLst>
        </pc:spChg>
        <pc:picChg chg="add mod">
          <ac:chgData name="Kevin Comba" userId="2b567b3b-fb93-46f1-8cbc-0c356b39981a" providerId="ADAL" clId="{02634516-5E71-445D-B981-D1DFD5C96AE8}" dt="2024-05-07T18:34:53.949" v="1"/>
          <ac:picMkLst>
            <pc:docMk/>
            <pc:sldMk cId="2991095926" sldId="1910"/>
            <ac:picMk id="2" creationId="{34932AE3-58C3-95C6-44E2-AE63406AA02D}"/>
          </ac:picMkLst>
        </pc:picChg>
        <pc:picChg chg="del">
          <ac:chgData name="Kevin Comba" userId="2b567b3b-fb93-46f1-8cbc-0c356b39981a" providerId="ADAL" clId="{02634516-5E71-445D-B981-D1DFD5C96AE8}" dt="2024-05-07T18:34:49.073" v="0" actId="478"/>
          <ac:picMkLst>
            <pc:docMk/>
            <pc:sldMk cId="2991095926" sldId="1910"/>
            <ac:picMk id="3" creationId="{6213792C-451B-3FBB-3838-8D7148C79AB0}"/>
          </ac:picMkLst>
        </pc:picChg>
        <pc:picChg chg="mod">
          <ac:chgData name="Kevin Comba" userId="2b567b3b-fb93-46f1-8cbc-0c356b39981a" providerId="ADAL" clId="{02634516-5E71-445D-B981-D1DFD5C96AE8}" dt="2024-05-07T18:35:28.837" v="10" actId="1076"/>
          <ac:picMkLst>
            <pc:docMk/>
            <pc:sldMk cId="2991095926" sldId="1910"/>
            <ac:picMk id="4" creationId="{F3965FC4-C144-A03E-F708-0B81EE266524}"/>
          </ac:picMkLst>
        </pc:picChg>
        <pc:picChg chg="del">
          <ac:chgData name="Kevin Comba" userId="2b567b3b-fb93-46f1-8cbc-0c356b39981a" providerId="ADAL" clId="{02634516-5E71-445D-B981-D1DFD5C96AE8}" dt="2024-05-07T18:34:56.163" v="2" actId="478"/>
          <ac:picMkLst>
            <pc:docMk/>
            <pc:sldMk cId="2991095926" sldId="1910"/>
            <ac:picMk id="10" creationId="{97E683A2-368F-C7BA-C676-1DBE5FC101D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5/3/2025 3:43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5/3/2025 3:43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472017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1958519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73297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135228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588831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730992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4177842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847303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2915705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1838365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593449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1689385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3050212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1751062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735784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1707093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2006129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26259685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14448404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18215036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26195863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167348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25704027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1448486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21984448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1227942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28500416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38560471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14217890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39770193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15572244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23101073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42529689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29522213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37803667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24594488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4109994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31171656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6335707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40</a:t>
            </a:fld>
            <a:endParaRPr lang="en-US" dirty="0"/>
          </a:p>
        </p:txBody>
      </p:sp>
    </p:spTree>
    <p:extLst>
      <p:ext uri="{BB962C8B-B14F-4D97-AF65-F5344CB8AC3E}">
        <p14:creationId xmlns:p14="http://schemas.microsoft.com/office/powerpoint/2010/main" val="26999734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41333809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31072325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picture containing meter&#10;&#10;Description automatically generated">
            <a:extLst>
              <a:ext uri="{FF2B5EF4-FFF2-40B4-BE49-F238E27FC236}">
                <a16:creationId xmlns:a16="http://schemas.microsoft.com/office/drawing/2014/main" id="{08877C49-379C-4530-89DA-E5FB27C7DDFE}"/>
              </a:ext>
            </a:extLst>
          </p:cNvPr>
          <p:cNvPicPr>
            <a:picLocks noChangeAspect="1"/>
          </p:cNvPicPr>
          <p:nvPr userDrawn="1"/>
        </p:nvPicPr>
        <p:blipFill rotWithShape="1">
          <a:blip r:embed="rId2"/>
          <a:srcRect l="51535" t="20885" r="1924" b="7746"/>
          <a:stretch/>
        </p:blipFill>
        <p:spPr>
          <a:xfrm>
            <a:off x="0" y="0"/>
            <a:ext cx="12192000" cy="6858000"/>
          </a:xfrm>
          <a:prstGeom prst="rect">
            <a:avLst/>
          </a:prstGeom>
        </p:spPr>
      </p:pic>
    </p:spTree>
    <p:extLst>
      <p:ext uri="{BB962C8B-B14F-4D97-AF65-F5344CB8AC3E}">
        <p14:creationId xmlns:p14="http://schemas.microsoft.com/office/powerpoint/2010/main" val="309183164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guide id="4" orient="horz" pos="2160" userDrawn="1">
          <p15:clr>
            <a:srgbClr val="FBAE40"/>
          </p15:clr>
        </p15:guide>
        <p15:guide id="5"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tx1"/>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A8638A5-F250-4F13-8367-9EF5EEBD9BB1}"/>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4" name="Picture 3" descr="A picture containing food, drawing, plate&#10;&#10;Description automatically generated">
            <a:extLst>
              <a:ext uri="{FF2B5EF4-FFF2-40B4-BE49-F238E27FC236}">
                <a16:creationId xmlns:a16="http://schemas.microsoft.com/office/drawing/2014/main" id="{732181C1-02C8-4170-8050-04F95DCD6088}"/>
              </a:ext>
            </a:extLst>
          </p:cNvPr>
          <p:cNvPicPr>
            <a:picLocks noChangeAspect="1"/>
          </p:cNvPicPr>
          <p:nvPr userDrawn="1"/>
        </p:nvPicPr>
        <p:blipFill>
          <a:blip r:embed="rId3"/>
          <a:stretch>
            <a:fillRect/>
          </a:stretch>
        </p:blipFill>
        <p:spPr>
          <a:xfrm>
            <a:off x="587376" y="595948"/>
            <a:ext cx="2132954" cy="40233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4702311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userDrawn="1">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206F3868-20C5-4830-B17D-6B8C97A93A75}"/>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4073724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E6E6E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meter&#10;&#10;Description automatically generated">
            <a:extLst>
              <a:ext uri="{FF2B5EF4-FFF2-40B4-BE49-F238E27FC236}">
                <a16:creationId xmlns:a16="http://schemas.microsoft.com/office/drawing/2014/main" id="{6BD5228B-DB0F-46DB-85CA-145A3C2DDEDB}"/>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8" name="Picture 7">
            <a:extLst>
              <a:ext uri="{FF2B5EF4-FFF2-40B4-BE49-F238E27FC236}">
                <a16:creationId xmlns:a16="http://schemas.microsoft.com/office/drawing/2014/main" id="{BAB248D0-EB9E-45FD-BD56-CDC59AA5321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075878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lkin 5">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C57AB98C-3D65-4B37-98D9-D5EA9098B772}"/>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91AB4B28-A3CA-482A-991F-44606913488A}"/>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1173887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alkin 6">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3406" y="2892285"/>
            <a:ext cx="7338186" cy="5539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3406" y="3628154"/>
            <a:ext cx="7338186"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8" name="Picture 7" descr="A close up of a logo&#10;&#10;Description automatically generated">
            <a:extLst>
              <a:ext uri="{FF2B5EF4-FFF2-40B4-BE49-F238E27FC236}">
                <a16:creationId xmlns:a16="http://schemas.microsoft.com/office/drawing/2014/main" id="{57F79CA3-BB63-4315-8892-95BCB51C21DD}"/>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7" name="Picture 6">
            <a:extLst>
              <a:ext uri="{FF2B5EF4-FFF2-40B4-BE49-F238E27FC236}">
                <a16:creationId xmlns:a16="http://schemas.microsoft.com/office/drawing/2014/main" id="{9B4307F3-560F-46E3-BBB6-0E57A10C0230}"/>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67795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F5B9A194-0050-4403-908B-C73446182F96}"/>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42A3C893-F324-4D4D-8E9D-AB7655A48AAF}"/>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696875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92574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6415E271-3B4B-422B-BBB7-732E9892FAC5}"/>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57283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6DDEDED-E833-4EEC-B013-F77EC5C26ED8}"/>
              </a:ext>
            </a:extLst>
          </p:cNvPr>
          <p:cNvSpPr>
            <a:spLocks noGrp="1"/>
          </p:cNvSpPr>
          <p:nvPr>
            <p:ph type="title" hasCustomPrompt="1"/>
          </p:nvPr>
        </p:nvSpPr>
        <p:spPr>
          <a:xfrm>
            <a:off x="585216" y="30118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9" name="Text Placeholder 4">
            <a:extLst>
              <a:ext uri="{FF2B5EF4-FFF2-40B4-BE49-F238E27FC236}">
                <a16:creationId xmlns:a16="http://schemas.microsoft.com/office/drawing/2014/main" id="{C3AC5816-9323-4710-BEBB-A91B469F8643}"/>
              </a:ext>
            </a:extLst>
          </p:cNvPr>
          <p:cNvSpPr>
            <a:spLocks noGrp="1"/>
          </p:cNvSpPr>
          <p:nvPr>
            <p:ph type="body" sz="quarter" idx="12" hasCustomPrompt="1"/>
          </p:nvPr>
        </p:nvSpPr>
        <p:spPr>
          <a:xfrm>
            <a:off x="594594" y="36318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12" name="Picture 11">
            <a:extLst>
              <a:ext uri="{FF2B5EF4-FFF2-40B4-BE49-F238E27FC236}">
                <a16:creationId xmlns:a16="http://schemas.microsoft.com/office/drawing/2014/main" id="{5EDCF80E-6B7F-428C-A2FD-CBB8DE40FA6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9CDF55C9-7B02-489C-84E0-60C286D78290}"/>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D5A1E839-872B-4CB0-B625-2E6BC8340D9E}"/>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rgbClr val="F2F2F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3011819"/>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94594" y="3631794"/>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BFC04202-EF83-4A58-A8C3-81980398E47D}"/>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1A81DB7E-2194-434F-8442-CBD92D624918}"/>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5555108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CCEDED28-6C83-45F6-A2AE-AEA0D37D47A3}"/>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logo slide_1">
    <p:bg>
      <p:bgPr>
        <a:solidFill>
          <a:srgbClr val="FFFFFF"/>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4" name="Title 1">
            <a:extLst>
              <a:ext uri="{FF2B5EF4-FFF2-40B4-BE49-F238E27FC236}">
                <a16:creationId xmlns:a16="http://schemas.microsoft.com/office/drawing/2014/main" id="{6AF7D8B5-60D9-4A85-B6AC-AB2808C513AA}"/>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spTree>
    <p:extLst>
      <p:ext uri="{BB962C8B-B14F-4D97-AF65-F5344CB8AC3E}">
        <p14:creationId xmlns:p14="http://schemas.microsoft.com/office/powerpoint/2010/main" val="29808519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logo slide_2">
    <p:bg>
      <p:bgPr>
        <a:solidFill>
          <a:srgbClr val="E6E6E6"/>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pic>
        <p:nvPicPr>
          <p:cNvPr id="5" name="Picture 4">
            <a:extLst>
              <a:ext uri="{FF2B5EF4-FFF2-40B4-BE49-F238E27FC236}">
                <a16:creationId xmlns:a16="http://schemas.microsoft.com/office/drawing/2014/main" id="{D09DFFD1-BA11-46AD-ADEB-22CFF7148C4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93269967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_3">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A97FDC0C-A1E0-42E3-A6E6-4DC516B1ECF5}"/>
              </a:ext>
            </a:extLst>
          </p:cNvPr>
          <p:cNvPicPr>
            <a:picLocks noChangeAspect="1"/>
          </p:cNvPicPr>
          <p:nvPr userDrawn="1"/>
        </p:nvPicPr>
        <p:blipFill rotWithShape="1">
          <a:blip r:embed="rId2"/>
          <a:srcRect l="25163" t="-6474" r="8596" b="10240"/>
          <a:stretch/>
        </p:blipFill>
        <p:spPr>
          <a:xfrm>
            <a:off x="533400" y="729314"/>
            <a:ext cx="12192000" cy="6496986"/>
          </a:xfrm>
          <a:prstGeom prst="rect">
            <a:avLst/>
          </a:prstGeom>
        </p:spPr>
      </p:pic>
      <p:pic>
        <p:nvPicPr>
          <p:cNvPr id="5" name="Picture 4" descr="A picture containing food, drawing, plate&#10;&#10;Description automatically generated">
            <a:extLst>
              <a:ext uri="{FF2B5EF4-FFF2-40B4-BE49-F238E27FC236}">
                <a16:creationId xmlns:a16="http://schemas.microsoft.com/office/drawing/2014/main" id="{793ABA5D-327F-422E-A0DB-8C1167D731A0}"/>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9098319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0712E43-0ECA-47E9-BF15-501D117A36B8}"/>
              </a:ext>
            </a:extLst>
          </p:cNvPr>
          <p:cNvPicPr>
            <a:picLocks noChangeAspect="1"/>
          </p:cNvPicPr>
          <p:nvPr userDrawn="1"/>
        </p:nvPicPr>
        <p:blipFill rotWithShape="1">
          <a:blip r:embed="rId2"/>
          <a:srcRect l="52143" t="22177" r="2188" b="7791"/>
          <a:stretch/>
        </p:blipFill>
        <p:spPr>
          <a:xfrm>
            <a:off x="0" y="0"/>
            <a:ext cx="12192000" cy="6857999"/>
          </a:xfrm>
          <a:prstGeom prst="rect">
            <a:avLst/>
          </a:prstGeom>
        </p:spPr>
      </p:pic>
    </p:spTree>
    <p:extLst>
      <p:ext uri="{BB962C8B-B14F-4D97-AF65-F5344CB8AC3E}">
        <p14:creationId xmlns:p14="http://schemas.microsoft.com/office/powerpoint/2010/main" val="214883183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C703E829-F7D2-4CD8-9BC7-B89E16376882}"/>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C0D3ED0C-7E34-4CCF-B7D1-D2832F24DFB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7400446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6" name="Title 1">
            <a:extLst>
              <a:ext uri="{FF2B5EF4-FFF2-40B4-BE49-F238E27FC236}">
                <a16:creationId xmlns:a16="http://schemas.microsoft.com/office/drawing/2014/main" id="{3DC0384E-A179-4EED-B4A2-DCEF411CCB5E}"/>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7" name="Text Placeholder 4">
            <a:extLst>
              <a:ext uri="{FF2B5EF4-FFF2-40B4-BE49-F238E27FC236}">
                <a16:creationId xmlns:a16="http://schemas.microsoft.com/office/drawing/2014/main" id="{633D10E2-7DAB-4B5C-B008-EEA4F5823B1B}"/>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1F81F8FE-0592-4EF1-90D8-AB0581608721}"/>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323150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2F2F2F"/>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Picture 5">
            <a:extLst>
              <a:ext uri="{FF2B5EF4-FFF2-40B4-BE49-F238E27FC236}">
                <a16:creationId xmlns:a16="http://schemas.microsoft.com/office/drawing/2014/main" id="{4C57A6DD-C7DA-4490-9706-D789A8D72FF4}"/>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3951EA16-AD1D-4E1F-909F-1D5C16E47A7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567015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DF1801C5-48C1-4410-9802-372288452F7C}"/>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9984908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amp;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pic>
        <p:nvPicPr>
          <p:cNvPr id="5" name="Picture 4">
            <a:extLst>
              <a:ext uri="{FF2B5EF4-FFF2-40B4-BE49-F238E27FC236}">
                <a16:creationId xmlns:a16="http://schemas.microsoft.com/office/drawing/2014/main" id="{6225435C-39E0-455B-B47A-B7A61368131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47935B10-C9C6-4D31-9ADF-71FD9B8F569F}"/>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195EFA4C-C99E-470A-A53F-6ED184525E57}"/>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3">
            <a:extLst>
              <a:ext uri="{FF2B5EF4-FFF2-40B4-BE49-F238E27FC236}">
                <a16:creationId xmlns:a16="http://schemas.microsoft.com/office/drawing/2014/main" id="{ED1B35D5-2535-4483-84C7-07873C0F3216}"/>
              </a:ext>
            </a:extLst>
          </p:cNvPr>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00937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774A587C-C2B6-4F83-A3B7-664CE50ED254}"/>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0875071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9AE91E89-EC0F-44C3-822D-7D4DD66B4E2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Tree>
    <p:extLst>
      <p:ext uri="{BB962C8B-B14F-4D97-AF65-F5344CB8AC3E}">
        <p14:creationId xmlns:p14="http://schemas.microsoft.com/office/powerpoint/2010/main" val="2682201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with gri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mall title - half page">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117A3-E69B-4D89-A69A-EF7381798FC8}"/>
              </a:ext>
            </a:extLst>
          </p:cNvPr>
          <p:cNvSpPr>
            <a:spLocks noGrp="1"/>
          </p:cNvSpPr>
          <p:nvPr>
            <p:ph type="title" hasCustomPrompt="1"/>
          </p:nvPr>
        </p:nvSpPr>
        <p:spPr>
          <a:xfrm>
            <a:off x="585216" y="2985450"/>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7" name="Text Placeholder 4">
            <a:extLst>
              <a:ext uri="{FF2B5EF4-FFF2-40B4-BE49-F238E27FC236}">
                <a16:creationId xmlns:a16="http://schemas.microsoft.com/office/drawing/2014/main" id="{1D7B5D50-6898-43D7-ABF7-5775BC3EA8E9}"/>
              </a:ext>
            </a:extLst>
          </p:cNvPr>
          <p:cNvSpPr>
            <a:spLocks noGrp="1"/>
          </p:cNvSpPr>
          <p:nvPr>
            <p:ph type="body" sz="quarter" idx="12" hasCustomPrompt="1"/>
          </p:nvPr>
        </p:nvSpPr>
        <p:spPr>
          <a:xfrm>
            <a:off x="599283" y="3605425"/>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dirty="0"/>
              <a:t>Speaker name</a:t>
            </a:r>
          </a:p>
        </p:txBody>
      </p:sp>
      <p:pic>
        <p:nvPicPr>
          <p:cNvPr id="5" name="Picture 4">
            <a:extLst>
              <a:ext uri="{FF2B5EF4-FFF2-40B4-BE49-F238E27FC236}">
                <a16:creationId xmlns:a16="http://schemas.microsoft.com/office/drawing/2014/main" id="{B6E0ACDA-E7A1-431F-9526-000B4B6A95D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877D5DB2-26CE-4B45-A18C-B19C1FC596C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67A5DDA8-A241-470C-8570-679C7EAC6F26}"/>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25335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85216" y="31535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4BA15FF0-CAC2-4CEA-97C4-2776059C9702}"/>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3329055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0770E11A-F8D5-46DE-9768-63FFE5D3BDB9}"/>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5995596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1B9F52BA-3A32-48A9-ACBB-89D738320FF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19099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D82180-99F3-4415-BE28-BC19A4BB2625}"/>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pic>
        <p:nvPicPr>
          <p:cNvPr id="5" name="Picture 4" descr="A close up of a logo&#10;&#10;Description automatically generated">
            <a:extLst>
              <a:ext uri="{FF2B5EF4-FFF2-40B4-BE49-F238E27FC236}">
                <a16:creationId xmlns:a16="http://schemas.microsoft.com/office/drawing/2014/main" id="{1E6BB193-C413-474A-B507-F1AFD01D9B83}"/>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spTree>
    <p:extLst>
      <p:ext uri="{BB962C8B-B14F-4D97-AF65-F5344CB8AC3E}">
        <p14:creationId xmlns:p14="http://schemas.microsoft.com/office/powerpoint/2010/main" val="26103009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Closing logo slide">
    <p:bg>
      <p:bgPr>
        <a:solidFill>
          <a:schemeClr val="bg1"/>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330E47B-22FD-4E91-BA8B-26D94063CD57}"/>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7BF58369-3B4B-410C-9C20-C22E41CBE54D}"/>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6436197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losing logo slide">
    <p:bg>
      <p:bgPr>
        <a:solidFill>
          <a:schemeClr val="bg2"/>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337691AB-BE94-4B7B-8AA2-FA6630F3886A}"/>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D74B51E3-0317-46DE-8BB0-E934990B46F7}"/>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82134367"/>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image" Target="../media/image1.emf"/><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theme" Target="../theme/theme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EC85B358-AF2D-491C-A3BA-0465D8177799}"/>
              </a:ext>
              <a:ext uri="{C183D7F6-B498-43B3-948B-1728B52AA6E4}">
                <adec:decorative xmlns:adec="http://schemas.microsoft.com/office/drawing/2017/decorative" val="0"/>
              </a:ext>
            </a:extLst>
          </p:cNvPr>
          <p:cNvPicPr>
            <a:picLocks noChangeAspect="1"/>
          </p:cNvPicPr>
          <p:nvPr userDrawn="1"/>
        </p:nvPicPr>
        <p:blipFill rotWithShape="1">
          <a:blip r:embed="rId34"/>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779" r:id="rId1"/>
    <p:sldLayoutId id="2147484766" r:id="rId2"/>
    <p:sldLayoutId id="2147484786" r:id="rId3"/>
    <p:sldLayoutId id="2147484781" r:id="rId4"/>
    <p:sldLayoutId id="2147484782" r:id="rId5"/>
    <p:sldLayoutId id="2147484762" r:id="rId6"/>
    <p:sldLayoutId id="2147484240" r:id="rId7"/>
    <p:sldLayoutId id="2147484793" r:id="rId8"/>
    <p:sldLayoutId id="2147484788" r:id="rId9"/>
    <p:sldLayoutId id="2147484241" r:id="rId10"/>
    <p:sldLayoutId id="2147484789" r:id="rId11"/>
    <p:sldLayoutId id="2147484474" r:id="rId12"/>
    <p:sldLayoutId id="2147484245" r:id="rId13"/>
    <p:sldLayoutId id="2147484247" r:id="rId14"/>
    <p:sldLayoutId id="2147484639" r:id="rId15"/>
    <p:sldLayoutId id="2147484603" r:id="rId16"/>
    <p:sldLayoutId id="2147484700" r:id="rId17"/>
    <p:sldLayoutId id="2147484701" r:id="rId18"/>
    <p:sldLayoutId id="2147484702" r:id="rId19"/>
    <p:sldLayoutId id="2147484640" r:id="rId20"/>
    <p:sldLayoutId id="2147484641" r:id="rId21"/>
    <p:sldLayoutId id="2147484583" r:id="rId22"/>
    <p:sldLayoutId id="2147484249" r:id="rId23"/>
    <p:sldLayoutId id="2147484582" r:id="rId24"/>
    <p:sldLayoutId id="2147484584" r:id="rId25"/>
    <p:sldLayoutId id="2147484256" r:id="rId26"/>
    <p:sldLayoutId id="2147484257" r:id="rId27"/>
    <p:sldLayoutId id="2147484585" r:id="rId28"/>
    <p:sldLayoutId id="2147484760" r:id="rId29"/>
    <p:sldLayoutId id="2147484783" r:id="rId30"/>
    <p:sldLayoutId id="2147484761" r:id="rId31"/>
    <p:sldLayoutId id="2147484263"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AA8BCD47-4247-4ABA-A99B-DEE7D4A0B47E}"/>
              </a:ext>
              <a:ext uri="{C183D7F6-B498-43B3-948B-1728B52AA6E4}">
                <adec:decorative xmlns:adec="http://schemas.microsoft.com/office/drawing/2017/decorative" val="0"/>
              </a:ext>
            </a:extLst>
          </p:cNvPr>
          <p:cNvPicPr>
            <a:picLocks noChangeAspect="1"/>
          </p:cNvPicPr>
          <p:nvPr userDrawn="1"/>
        </p:nvPicPr>
        <p:blipFill rotWithShape="1">
          <a:blip r:embed="rId32"/>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780" r:id="rId1"/>
    <p:sldLayoutId id="2147484771" r:id="rId2"/>
    <p:sldLayoutId id="2147484787" r:id="rId3"/>
    <p:sldLayoutId id="2147484784" r:id="rId4"/>
    <p:sldLayoutId id="2147484650" r:id="rId5"/>
    <p:sldLayoutId id="2147484790" r:id="rId6"/>
    <p:sldLayoutId id="2147484651" r:id="rId7"/>
    <p:sldLayoutId id="2147484791" r:id="rId8"/>
    <p:sldLayoutId id="2147484795" r:id="rId9"/>
    <p:sldLayoutId id="2147484794" r:id="rId10"/>
    <p:sldLayoutId id="2147484652" r:id="rId11"/>
    <p:sldLayoutId id="2147484653" r:id="rId12"/>
    <p:sldLayoutId id="2147484655" r:id="rId13"/>
    <p:sldLayoutId id="2147484656" r:id="rId14"/>
    <p:sldLayoutId id="2147484738" r:id="rId15"/>
    <p:sldLayoutId id="2147484739" r:id="rId16"/>
    <p:sldLayoutId id="2147484740" r:id="rId17"/>
    <p:sldLayoutId id="2147484661" r:id="rId18"/>
    <p:sldLayoutId id="2147484663" r:id="rId19"/>
    <p:sldLayoutId id="2147484665" r:id="rId20"/>
    <p:sldLayoutId id="2147484774" r:id="rId21"/>
    <p:sldLayoutId id="2147484775" r:id="rId22"/>
    <p:sldLayoutId id="2147484776" r:id="rId23"/>
    <p:sldLayoutId id="2147484666" r:id="rId24"/>
    <p:sldLayoutId id="2147484667" r:id="rId25"/>
    <p:sldLayoutId id="2147484668" r:id="rId26"/>
    <p:sldLayoutId id="2147484670" r:id="rId27"/>
    <p:sldLayoutId id="2147484773" r:id="rId28"/>
    <p:sldLayoutId id="2147484792" r:id="rId29"/>
    <p:sldLayoutId id="2147484785" r:id="rId3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88"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12.jp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25.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image" Target="../media/image25.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1.xml"/><Relationship Id="rId5" Type="http://schemas.openxmlformats.org/officeDocument/2006/relationships/image" Target="../media/image40.pn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6383547" y="6033715"/>
            <a:ext cx="3785610" cy="1107996"/>
          </a:xfrm>
        </p:spPr>
        <p:txBody>
          <a:bodyPr/>
          <a:lstStyle/>
          <a:p>
            <a:pPr algn="l"/>
            <a:r>
              <a:rPr lang="en-US" b="1" dirty="0">
                <a:solidFill>
                  <a:schemeClr val="accent1">
                    <a:lumMod val="60000"/>
                    <a:lumOff val="40000"/>
                  </a:schemeClr>
                </a:solidFill>
                <a:latin typeface="Segoe UI" panose="020B0502040204020203" pitchFamily="34" charset="0"/>
              </a:rPr>
              <a:t>By: Brian Kemboi</a:t>
            </a:r>
            <a:endParaRPr lang="en-US" b="1" i="0" dirty="0">
              <a:solidFill>
                <a:schemeClr val="accent1">
                  <a:lumMod val="60000"/>
                  <a:lumOff val="40000"/>
                </a:schemeClr>
              </a:solidFill>
              <a:effectLst/>
              <a:latin typeface="Segoe UI" panose="020B0502040204020203" pitchFamily="34" charset="0"/>
            </a:endParaRPr>
          </a:p>
        </p:txBody>
      </p:sp>
      <p:pic>
        <p:nvPicPr>
          <p:cNvPr id="4" name="Picture 3" descr="A blue and white logo&#10;&#10;Description automatically generated with low confidence">
            <a:extLst>
              <a:ext uri="{FF2B5EF4-FFF2-40B4-BE49-F238E27FC236}">
                <a16:creationId xmlns:a16="http://schemas.microsoft.com/office/drawing/2014/main" id="{F3965FC4-C144-A03E-F708-0B81EE266524}"/>
              </a:ext>
            </a:extLst>
          </p:cNvPr>
          <p:cNvPicPr>
            <a:picLocks noChangeAspect="1"/>
          </p:cNvPicPr>
          <p:nvPr/>
        </p:nvPicPr>
        <p:blipFill>
          <a:blip r:embed="rId3"/>
          <a:stretch>
            <a:fillRect/>
          </a:stretch>
        </p:blipFill>
        <p:spPr>
          <a:xfrm>
            <a:off x="1890546" y="1833343"/>
            <a:ext cx="2756618" cy="275661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8" name="Title 16">
            <a:extLst>
              <a:ext uri="{FF2B5EF4-FFF2-40B4-BE49-F238E27FC236}">
                <a16:creationId xmlns:a16="http://schemas.microsoft.com/office/drawing/2014/main" id="{CF901059-8974-E847-FC4F-BB3CB0C1FE46}"/>
              </a:ext>
            </a:extLst>
          </p:cNvPr>
          <p:cNvSpPr txBox="1">
            <a:spLocks/>
          </p:cNvSpPr>
          <p:nvPr/>
        </p:nvSpPr>
        <p:spPr>
          <a:xfrm>
            <a:off x="492857" y="386032"/>
            <a:ext cx="5795800" cy="69249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4500" b="1" dirty="0">
                <a:solidFill>
                  <a:schemeClr val="accent1">
                    <a:lumMod val="60000"/>
                    <a:lumOff val="40000"/>
                  </a:schemeClr>
                </a:solidFill>
                <a:latin typeface="Segoe UI" panose="020B0502040204020203" pitchFamily="34" charset="0"/>
              </a:rPr>
              <a:t>Introduction to CSS</a:t>
            </a:r>
          </a:p>
        </p:txBody>
      </p:sp>
      <p:pic>
        <p:nvPicPr>
          <p:cNvPr id="5" name="Picture 4" descr="A person with a beard and mustache&#10;&#10;AI-generated content may be incorrect.">
            <a:extLst>
              <a:ext uri="{FF2B5EF4-FFF2-40B4-BE49-F238E27FC236}">
                <a16:creationId xmlns:a16="http://schemas.microsoft.com/office/drawing/2014/main" id="{5D283190-741C-0AF4-DDE0-418DC1A7AE39}"/>
              </a:ext>
            </a:extLst>
          </p:cNvPr>
          <p:cNvPicPr>
            <a:picLocks noChangeAspect="1"/>
          </p:cNvPicPr>
          <p:nvPr/>
        </p:nvPicPr>
        <p:blipFill>
          <a:blip r:embed="rId4"/>
          <a:stretch>
            <a:fillRect/>
          </a:stretch>
        </p:blipFill>
        <p:spPr>
          <a:xfrm>
            <a:off x="10335881" y="5013387"/>
            <a:ext cx="1810109" cy="1810109"/>
          </a:xfrm>
          <a:prstGeom prst="rect">
            <a:avLst/>
          </a:prstGeom>
        </p:spPr>
      </p:pic>
    </p:spTree>
    <p:extLst>
      <p:ext uri="{BB962C8B-B14F-4D97-AF65-F5344CB8AC3E}">
        <p14:creationId xmlns:p14="http://schemas.microsoft.com/office/powerpoint/2010/main" val="299109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gn="l"/>
            <a:r>
              <a:rPr lang="en-US" b="1" dirty="0">
                <a:solidFill>
                  <a:schemeClr val="accent1">
                    <a:lumMod val="60000"/>
                    <a:lumOff val="40000"/>
                  </a:schemeClr>
                </a:solidFill>
                <a:latin typeface="Segoe UI" panose="020B0502040204020203" pitchFamily="34" charset="0"/>
              </a:rPr>
              <a:t>CSS</a:t>
            </a:r>
            <a:endParaRPr lang="en-US" b="1" i="0" dirty="0">
              <a:solidFill>
                <a:schemeClr val="accent1">
                  <a:lumMod val="60000"/>
                  <a:lumOff val="40000"/>
                </a:schemeClr>
              </a:solidFill>
              <a:effectLst/>
              <a:latin typeface="Segoe UI" panose="020B0502040204020203" pitchFamily="34" charset="0"/>
            </a:endParaRPr>
          </a:p>
        </p:txBody>
      </p:sp>
      <p:sp>
        <p:nvSpPr>
          <p:cNvPr id="6" name="Text Placeholder 5"/>
          <p:cNvSpPr>
            <a:spLocks noGrp="1"/>
          </p:cNvSpPr>
          <p:nvPr>
            <p:ph type="body" sz="quarter" idx="10"/>
          </p:nvPr>
        </p:nvSpPr>
        <p:spPr>
          <a:xfrm>
            <a:off x="586740" y="2535352"/>
            <a:ext cx="11018520" cy="2843855"/>
          </a:xfrm>
        </p:spPr>
        <p:txBody>
          <a:bodyPr/>
          <a:lstStyle/>
          <a:p>
            <a:pPr algn="l"/>
            <a:r>
              <a:rPr lang="en-US" b="0" i="0" dirty="0">
                <a:solidFill>
                  <a:srgbClr val="0078D4"/>
                </a:solidFill>
                <a:effectLst/>
                <a:latin typeface="Verdana" panose="020B0604030504040204" pitchFamily="34" charset="0"/>
              </a:rPr>
              <a:t>CSS stands for Cascading Style Sheets</a:t>
            </a:r>
          </a:p>
          <a:p>
            <a:pPr algn="l"/>
            <a:r>
              <a:rPr lang="en-US" b="0" i="0" dirty="0">
                <a:solidFill>
                  <a:srgbClr val="0078D4"/>
                </a:solidFill>
                <a:effectLst/>
                <a:latin typeface="Verdana" panose="020B0604030504040204" pitchFamily="34" charset="0"/>
              </a:rPr>
              <a:t>CSS describes how HTML elements are to be displayed on screen, paper, or in other media</a:t>
            </a:r>
          </a:p>
          <a:p>
            <a:pPr algn="l"/>
            <a:r>
              <a:rPr lang="en-US" b="0" i="0" dirty="0">
                <a:solidFill>
                  <a:srgbClr val="0078D4"/>
                </a:solidFill>
                <a:effectLst/>
                <a:latin typeface="Verdana" panose="020B0604030504040204" pitchFamily="34" charset="0"/>
              </a:rPr>
              <a:t>CSS saves a lot of work. It can control the layout of multiple web pages all at once</a:t>
            </a:r>
          </a:p>
          <a:p>
            <a:pPr algn="l"/>
            <a:r>
              <a:rPr lang="en-US" b="0" i="0" dirty="0">
                <a:solidFill>
                  <a:srgbClr val="0078D4"/>
                </a:solidFill>
                <a:effectLst/>
                <a:latin typeface="Verdana" panose="020B0604030504040204" pitchFamily="34" charset="0"/>
              </a:rPr>
              <a:t>External stylesheets are stored in CSS files</a:t>
            </a:r>
            <a:r>
              <a:rPr lang="en-US" b="0" i="0" dirty="0">
                <a:solidFill>
                  <a:srgbClr val="000000"/>
                </a:solidFill>
                <a:effectLst/>
                <a:latin typeface="Verdana" panose="020B0604030504040204" pitchFamily="34" charset="0"/>
              </a:rPr>
              <a:t>.</a:t>
            </a:r>
          </a:p>
        </p:txBody>
      </p:sp>
      <p:sp>
        <p:nvSpPr>
          <p:cNvPr id="7" name="Title 16">
            <a:extLst>
              <a:ext uri="{FF2B5EF4-FFF2-40B4-BE49-F238E27FC236}">
                <a16:creationId xmlns:a16="http://schemas.microsoft.com/office/drawing/2014/main" id="{D5C8DBCD-E250-744A-5B5D-DCBF5B833176}"/>
              </a:ext>
            </a:extLst>
          </p:cNvPr>
          <p:cNvSpPr txBox="1">
            <a:spLocks/>
          </p:cNvSpPr>
          <p:nvPr/>
        </p:nvSpPr>
        <p:spPr>
          <a:xfrm>
            <a:off x="415232" y="1478793"/>
            <a:ext cx="1101852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C00000"/>
                </a:solidFill>
                <a:effectLst/>
                <a:latin typeface="Segoe UI" panose="020B0502040204020203" pitchFamily="34" charset="0"/>
              </a:rPr>
              <a:t>What is CSS?</a:t>
            </a:r>
          </a:p>
        </p:txBody>
      </p:sp>
      <p:pic>
        <p:nvPicPr>
          <p:cNvPr id="4" name="Picture 3" descr="A blue and white logo&#10;&#10;Description automatically generated with low confidence">
            <a:extLst>
              <a:ext uri="{FF2B5EF4-FFF2-40B4-BE49-F238E27FC236}">
                <a16:creationId xmlns:a16="http://schemas.microsoft.com/office/drawing/2014/main" id="{F3965FC4-C144-A03E-F708-0B81EE266524}"/>
              </a:ext>
            </a:extLst>
          </p:cNvPr>
          <p:cNvPicPr>
            <a:picLocks noChangeAspect="1"/>
          </p:cNvPicPr>
          <p:nvPr/>
        </p:nvPicPr>
        <p:blipFill>
          <a:blip r:embed="rId3"/>
          <a:stretch>
            <a:fillRect/>
          </a:stretch>
        </p:blipFill>
        <p:spPr>
          <a:xfrm>
            <a:off x="9303027" y="273651"/>
            <a:ext cx="2756618" cy="2756618"/>
          </a:xfrm>
          <a:prstGeom prst="rect">
            <a:avLst/>
          </a:prstGeom>
        </p:spPr>
      </p:pic>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2345633" cy="461665"/>
          </a:xfrm>
        </p:spPr>
        <p:txBody>
          <a:bodyPr/>
          <a:lstStyle/>
          <a:p>
            <a:pPr algn="l"/>
            <a:r>
              <a:rPr lang="en-US" sz="3000" b="0" i="0" dirty="0">
                <a:solidFill>
                  <a:srgbClr val="00B0F0"/>
                </a:solidFill>
                <a:effectLst/>
                <a:latin typeface="Segoe UI" panose="020B0502040204020203" pitchFamily="34" charset="0"/>
              </a:rPr>
              <a:t>CSS Syntax</a:t>
            </a:r>
          </a:p>
        </p:txBody>
      </p:sp>
      <p:sp>
        <p:nvSpPr>
          <p:cNvPr id="6" name="Text Placeholder 5"/>
          <p:cNvSpPr>
            <a:spLocks noGrp="1"/>
          </p:cNvSpPr>
          <p:nvPr>
            <p:ph type="body" sz="quarter" idx="10"/>
          </p:nvPr>
        </p:nvSpPr>
        <p:spPr>
          <a:xfrm>
            <a:off x="198784" y="708667"/>
            <a:ext cx="11018520" cy="307777"/>
          </a:xfrm>
        </p:spPr>
        <p:txBody>
          <a:bodyPr/>
          <a:lstStyle/>
          <a:p>
            <a:pPr marL="0" indent="0" algn="l">
              <a:buNone/>
            </a:pPr>
            <a:r>
              <a:rPr lang="en-US" sz="2000" b="0" i="0" dirty="0">
                <a:solidFill>
                  <a:srgbClr val="000000"/>
                </a:solidFill>
                <a:effectLst/>
                <a:latin typeface="Verdana" panose="020B0604030504040204" pitchFamily="34" charset="0"/>
              </a:rPr>
              <a:t>A CSS rule consists of a selector and a declaration block.</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pic>
        <p:nvPicPr>
          <p:cNvPr id="8" name="Picture 7" descr="Timeline&#10;&#10;Description automatically generated">
            <a:extLst>
              <a:ext uri="{FF2B5EF4-FFF2-40B4-BE49-F238E27FC236}">
                <a16:creationId xmlns:a16="http://schemas.microsoft.com/office/drawing/2014/main" id="{CC52A901-20F9-990F-471B-16D8EB980E5F}"/>
              </a:ext>
            </a:extLst>
          </p:cNvPr>
          <p:cNvPicPr>
            <a:picLocks noChangeAspect="1"/>
          </p:cNvPicPr>
          <p:nvPr/>
        </p:nvPicPr>
        <p:blipFill>
          <a:blip r:embed="rId4"/>
          <a:stretch>
            <a:fillRect/>
          </a:stretch>
        </p:blipFill>
        <p:spPr>
          <a:xfrm>
            <a:off x="477671" y="1637414"/>
            <a:ext cx="7699377" cy="1575686"/>
          </a:xfrm>
          <a:prstGeom prst="rect">
            <a:avLst/>
          </a:prstGeom>
        </p:spPr>
      </p:pic>
      <p:pic>
        <p:nvPicPr>
          <p:cNvPr id="10" name="Picture 9" descr="Graphical user interface&#10;&#10;Description automatically generated with medium confidence">
            <a:extLst>
              <a:ext uri="{FF2B5EF4-FFF2-40B4-BE49-F238E27FC236}">
                <a16:creationId xmlns:a16="http://schemas.microsoft.com/office/drawing/2014/main" id="{11A048EC-5B5A-0566-17BC-A709D0800EA5}"/>
              </a:ext>
            </a:extLst>
          </p:cNvPr>
          <p:cNvPicPr>
            <a:picLocks noChangeAspect="1"/>
          </p:cNvPicPr>
          <p:nvPr/>
        </p:nvPicPr>
        <p:blipFill>
          <a:blip r:embed="rId5"/>
          <a:stretch>
            <a:fillRect/>
          </a:stretch>
        </p:blipFill>
        <p:spPr>
          <a:xfrm>
            <a:off x="7299109" y="1689652"/>
            <a:ext cx="4152594" cy="1396448"/>
          </a:xfrm>
          <a:prstGeom prst="rect">
            <a:avLst/>
          </a:prstGeom>
        </p:spPr>
      </p:pic>
      <p:sp>
        <p:nvSpPr>
          <p:cNvPr id="11" name="Text Placeholder 5">
            <a:extLst>
              <a:ext uri="{FF2B5EF4-FFF2-40B4-BE49-F238E27FC236}">
                <a16:creationId xmlns:a16="http://schemas.microsoft.com/office/drawing/2014/main" id="{38EFE8FB-92D0-AED8-889F-CB6B966761FE}"/>
              </a:ext>
            </a:extLst>
          </p:cNvPr>
          <p:cNvSpPr txBox="1">
            <a:spLocks/>
          </p:cNvSpPr>
          <p:nvPr/>
        </p:nvSpPr>
        <p:spPr>
          <a:xfrm>
            <a:off x="477672" y="4049542"/>
            <a:ext cx="11290259" cy="104644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solidFill>
                  <a:srgbClr val="00B0F0"/>
                </a:solidFill>
                <a:latin typeface="Verdana" panose="020B0604030504040204" pitchFamily="34" charset="0"/>
              </a:rPr>
              <a:t>p</a:t>
            </a:r>
            <a:r>
              <a:rPr lang="en-US" sz="2000" dirty="0">
                <a:solidFill>
                  <a:srgbClr val="000000"/>
                </a:solidFill>
                <a:latin typeface="Verdana" panose="020B0604030504040204" pitchFamily="34" charset="0"/>
              </a:rPr>
              <a:t> is a selector in CSS (it points to the HTML element you want to style: &lt;p&gt;).</a:t>
            </a:r>
          </a:p>
          <a:p>
            <a:r>
              <a:rPr lang="en-US" sz="2000" dirty="0">
                <a:solidFill>
                  <a:srgbClr val="00B0F0"/>
                </a:solidFill>
                <a:latin typeface="Verdana" panose="020B0604030504040204" pitchFamily="34" charset="0"/>
              </a:rPr>
              <a:t>color</a:t>
            </a:r>
            <a:r>
              <a:rPr lang="en-US" sz="2000" dirty="0">
                <a:solidFill>
                  <a:srgbClr val="000000"/>
                </a:solidFill>
                <a:latin typeface="Verdana" panose="020B0604030504040204" pitchFamily="34" charset="0"/>
              </a:rPr>
              <a:t> is a property, and red is the property value</a:t>
            </a:r>
          </a:p>
          <a:p>
            <a:r>
              <a:rPr lang="en-US" sz="2000" dirty="0">
                <a:solidFill>
                  <a:srgbClr val="00B0F0"/>
                </a:solidFill>
                <a:latin typeface="Verdana" panose="020B0604030504040204" pitchFamily="34" charset="0"/>
              </a:rPr>
              <a:t>text-align</a:t>
            </a:r>
            <a:r>
              <a:rPr lang="en-US" sz="2000" dirty="0">
                <a:solidFill>
                  <a:srgbClr val="000000"/>
                </a:solidFill>
                <a:latin typeface="Verdana" panose="020B0604030504040204" pitchFamily="34" charset="0"/>
              </a:rPr>
              <a:t> is a property, and center is the property value</a:t>
            </a:r>
          </a:p>
        </p:txBody>
      </p:sp>
    </p:spTree>
    <p:extLst>
      <p:ext uri="{BB962C8B-B14F-4D97-AF65-F5344CB8AC3E}">
        <p14:creationId xmlns:p14="http://schemas.microsoft.com/office/powerpoint/2010/main" val="358196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Selectors</a:t>
            </a:r>
          </a:p>
        </p:txBody>
      </p:sp>
      <p:sp>
        <p:nvSpPr>
          <p:cNvPr id="6" name="Text Placeholder 5"/>
          <p:cNvSpPr>
            <a:spLocks noGrp="1"/>
          </p:cNvSpPr>
          <p:nvPr>
            <p:ph type="body" sz="quarter" idx="10"/>
          </p:nvPr>
        </p:nvSpPr>
        <p:spPr>
          <a:xfrm>
            <a:off x="325342" y="1248865"/>
            <a:ext cx="11018520" cy="2831544"/>
          </a:xfrm>
        </p:spPr>
        <p:txBody>
          <a:bodyPr/>
          <a:lstStyle/>
          <a:p>
            <a:pPr marL="0" indent="0" algn="l">
              <a:buNone/>
            </a:pPr>
            <a:r>
              <a:rPr lang="en-US" sz="2000" b="0" i="0" dirty="0">
                <a:solidFill>
                  <a:srgbClr val="000000"/>
                </a:solidFill>
                <a:effectLst/>
                <a:latin typeface="Verdana" panose="020B0604030504040204" pitchFamily="34" charset="0"/>
              </a:rPr>
              <a:t>CSS selectors are used to "find" (or select) the HTML elements you want to style.</a:t>
            </a:r>
          </a:p>
          <a:p>
            <a:pPr marL="0" indent="0" algn="l">
              <a:buNone/>
            </a:pPr>
            <a:endParaRPr lang="en-US" sz="2000" b="0" i="0" dirty="0">
              <a:solidFill>
                <a:srgbClr val="000000"/>
              </a:solidFill>
              <a:effectLst/>
              <a:latin typeface="Verdana" panose="020B0604030504040204" pitchFamily="34" charset="0"/>
            </a:endParaRPr>
          </a:p>
          <a:p>
            <a:r>
              <a:rPr lang="en-US" sz="2000" b="0" i="0" dirty="0">
                <a:solidFill>
                  <a:srgbClr val="00B0F0"/>
                </a:solidFill>
                <a:effectLst/>
                <a:latin typeface="Verdana" panose="020B0604030504040204" pitchFamily="34" charset="0"/>
              </a:rPr>
              <a:t>Simple selectors </a:t>
            </a:r>
            <a:r>
              <a:rPr lang="en-US" sz="2000" b="0" i="0" dirty="0">
                <a:solidFill>
                  <a:srgbClr val="000000"/>
                </a:solidFill>
                <a:effectLst/>
                <a:latin typeface="Verdana" panose="020B0604030504040204" pitchFamily="34" charset="0"/>
              </a:rPr>
              <a:t>(select elements based on name, id, class)</a:t>
            </a:r>
          </a:p>
          <a:p>
            <a:r>
              <a:rPr lang="en-US" sz="2000" b="0" i="0" dirty="0">
                <a:solidFill>
                  <a:srgbClr val="00B0F0"/>
                </a:solidFill>
                <a:effectLst/>
                <a:latin typeface="Verdana" panose="020B0604030504040204" pitchFamily="34" charset="0"/>
              </a:rPr>
              <a:t>Combinator selectors </a:t>
            </a:r>
            <a:r>
              <a:rPr lang="en-US" sz="2000" b="0" i="0" dirty="0">
                <a:solidFill>
                  <a:srgbClr val="000000"/>
                </a:solidFill>
                <a:effectLst/>
                <a:latin typeface="Verdana" panose="020B0604030504040204" pitchFamily="34" charset="0"/>
              </a:rPr>
              <a:t>(select elements based on a specific relationship between them)</a:t>
            </a:r>
          </a:p>
          <a:p>
            <a:r>
              <a:rPr lang="en-US" sz="2000" b="0" i="0" dirty="0">
                <a:solidFill>
                  <a:srgbClr val="00B0F0"/>
                </a:solidFill>
                <a:effectLst/>
                <a:latin typeface="Verdana" panose="020B0604030504040204" pitchFamily="34" charset="0"/>
              </a:rPr>
              <a:t>Pseudo-class selectors </a:t>
            </a:r>
            <a:r>
              <a:rPr lang="en-US" sz="2000" b="0" i="0" dirty="0">
                <a:solidFill>
                  <a:srgbClr val="000000"/>
                </a:solidFill>
                <a:effectLst/>
                <a:latin typeface="Verdana" panose="020B0604030504040204" pitchFamily="34" charset="0"/>
              </a:rPr>
              <a:t>(select elements based on a certain state)</a:t>
            </a:r>
          </a:p>
          <a:p>
            <a:r>
              <a:rPr lang="en-US" sz="2000" b="0" i="0" dirty="0">
                <a:solidFill>
                  <a:srgbClr val="00B0F0"/>
                </a:solidFill>
                <a:effectLst/>
                <a:latin typeface="Verdana" panose="020B0604030504040204" pitchFamily="34" charset="0"/>
              </a:rPr>
              <a:t>Pseudo-elements selectors </a:t>
            </a:r>
            <a:r>
              <a:rPr lang="en-US" sz="2000" b="0" i="0" dirty="0">
                <a:solidFill>
                  <a:srgbClr val="000000"/>
                </a:solidFill>
                <a:effectLst/>
                <a:latin typeface="Verdana" panose="020B0604030504040204" pitchFamily="34" charset="0"/>
              </a:rPr>
              <a:t>(select and style a part of an element)</a:t>
            </a:r>
          </a:p>
          <a:p>
            <a:r>
              <a:rPr lang="en-US" sz="2000" b="0" i="0" dirty="0">
                <a:solidFill>
                  <a:srgbClr val="00B0F0"/>
                </a:solidFill>
                <a:effectLst/>
                <a:latin typeface="Verdana" panose="020B0604030504040204" pitchFamily="34" charset="0"/>
              </a:rPr>
              <a:t>Attribute selectors </a:t>
            </a:r>
            <a:r>
              <a:rPr lang="en-US" sz="2000" b="0" i="0" dirty="0">
                <a:solidFill>
                  <a:srgbClr val="000000"/>
                </a:solidFill>
                <a:effectLst/>
                <a:latin typeface="Verdana" panose="020B0604030504040204" pitchFamily="34" charset="0"/>
              </a:rPr>
              <a:t>(select elements based on an attribute or attribute value)</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Tree>
    <p:extLst>
      <p:ext uri="{BB962C8B-B14F-4D97-AF65-F5344CB8AC3E}">
        <p14:creationId xmlns:p14="http://schemas.microsoft.com/office/powerpoint/2010/main" val="959702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Selectors</a:t>
            </a:r>
          </a:p>
        </p:txBody>
      </p:sp>
      <p:sp>
        <p:nvSpPr>
          <p:cNvPr id="6" name="Text Placeholder 5"/>
          <p:cNvSpPr>
            <a:spLocks noGrp="1"/>
          </p:cNvSpPr>
          <p:nvPr>
            <p:ph type="body" sz="quarter" idx="10"/>
          </p:nvPr>
        </p:nvSpPr>
        <p:spPr>
          <a:xfrm>
            <a:off x="325342" y="1032965"/>
            <a:ext cx="11018520" cy="369332"/>
          </a:xfrm>
        </p:spPr>
        <p:txBody>
          <a:bodyPr/>
          <a:lstStyle/>
          <a:p>
            <a:pPr marL="0" indent="0" algn="l">
              <a:buNone/>
            </a:pPr>
            <a:r>
              <a:rPr lang="en-US" sz="2400" b="0" i="0" dirty="0">
                <a:solidFill>
                  <a:srgbClr val="00B050"/>
                </a:solidFill>
                <a:effectLst/>
                <a:latin typeface="Verdana" panose="020B0604030504040204" pitchFamily="34" charset="0"/>
              </a:rPr>
              <a:t>CSS element Selector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325342" y="2033427"/>
            <a:ext cx="11228152" cy="435811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chemeClr val="tx1"/>
                </a:solidFill>
                <a:latin typeface="Verdana" panose="020B0604030504040204" pitchFamily="34" charset="0"/>
              </a:rPr>
              <a:t>The element selector selects HTML elements based on the element name.</a:t>
            </a:r>
          </a:p>
          <a:p>
            <a:pPr marL="0" indent="0" algn="l">
              <a:buNone/>
            </a:pPr>
            <a:r>
              <a:rPr lang="en-US" sz="2400" b="0" i="0" dirty="0">
                <a:solidFill>
                  <a:srgbClr val="000000"/>
                </a:solidFill>
                <a:effectLst/>
                <a:latin typeface="Verdana" panose="020B0604030504040204" pitchFamily="34" charset="0"/>
                <a:ea typeface="Verdana" panose="020B0604030504040204" pitchFamily="34" charset="0"/>
              </a:rPr>
              <a:t>Here, all &lt;p&gt; elements on the page will be center-aligned, with a red text color:</a:t>
            </a:r>
          </a:p>
          <a:p>
            <a:pPr marL="0" indent="0" algn="l">
              <a:buNone/>
            </a:pPr>
            <a:r>
              <a:rPr lang="en-US" sz="2400" dirty="0">
                <a:solidFill>
                  <a:srgbClr val="000000"/>
                </a:solidFill>
                <a:latin typeface="Verdana" panose="020B0604030504040204" pitchFamily="34" charset="0"/>
                <a:ea typeface="Verdana" panose="020B0604030504040204" pitchFamily="34" charset="0"/>
              </a:rPr>
              <a:t>Example: -</a:t>
            </a:r>
            <a:r>
              <a:rPr lang="en-US" sz="2400" b="0" i="0" dirty="0">
                <a:solidFill>
                  <a:srgbClr val="000000"/>
                </a:solidFill>
                <a:effectLst/>
                <a:latin typeface="Verdana" panose="020B0604030504040204" pitchFamily="34" charset="0"/>
                <a:ea typeface="Verdana" panose="020B0604030504040204" pitchFamily="34" charset="0"/>
              </a:rPr>
              <a:t> </a:t>
            </a:r>
          </a:p>
          <a:p>
            <a:pPr marL="0" indent="0" algn="l">
              <a:buNone/>
            </a:pPr>
            <a:endParaRPr lang="en-US" sz="2400" b="0" i="0" dirty="0">
              <a:solidFill>
                <a:srgbClr val="000000"/>
              </a:solidFill>
              <a:effectLst/>
              <a:latin typeface="Verdana" panose="020B0604030504040204" pitchFamily="34" charset="0"/>
              <a:ea typeface="Verdana" panose="020B0604030504040204" pitchFamily="34" charset="0"/>
            </a:endParaRPr>
          </a:p>
          <a:p>
            <a:pPr marL="0" indent="0" algn="l">
              <a:buNone/>
            </a:pPr>
            <a:r>
              <a:rPr lang="en-US" sz="2400" b="0" i="0" dirty="0">
                <a:solidFill>
                  <a:srgbClr val="A52A2A"/>
                </a:solidFill>
                <a:effectLst/>
                <a:latin typeface="Verdana" panose="020B0604030504040204" pitchFamily="34" charset="0"/>
                <a:ea typeface="Verdana" panose="020B0604030504040204" pitchFamily="34" charset="0"/>
              </a:rPr>
              <a:t>p </a:t>
            </a:r>
            <a:r>
              <a:rPr lang="en-US" sz="2400" b="0" i="0" dirty="0">
                <a:solidFill>
                  <a:srgbClr val="000000"/>
                </a:solidFill>
                <a:effectLst/>
                <a:latin typeface="Verdana" panose="020B0604030504040204" pitchFamily="34" charset="0"/>
                <a:ea typeface="Verdana" panose="020B0604030504040204" pitchFamily="34" charset="0"/>
              </a:rPr>
              <a:t>{</a:t>
            </a:r>
            <a:br>
              <a:rPr lang="en-US" sz="2400" b="0" i="0" dirty="0">
                <a:solidFill>
                  <a:srgbClr val="FF0000"/>
                </a:solidFill>
                <a:effectLst/>
                <a:latin typeface="Verdana" panose="020B0604030504040204" pitchFamily="34" charset="0"/>
                <a:ea typeface="Verdana" panose="020B0604030504040204" pitchFamily="34" charset="0"/>
              </a:rPr>
            </a:br>
            <a:r>
              <a:rPr lang="en-US" sz="2400" b="0" i="0" dirty="0">
                <a:solidFill>
                  <a:srgbClr val="FF0000"/>
                </a:solidFill>
                <a:effectLst/>
                <a:latin typeface="Verdana" panose="020B0604030504040204" pitchFamily="34" charset="0"/>
                <a:ea typeface="Verdana" panose="020B0604030504040204" pitchFamily="34" charset="0"/>
              </a:rPr>
              <a:t>  text-align</a:t>
            </a:r>
            <a:r>
              <a:rPr lang="en-US" sz="2400" b="0" i="0" dirty="0">
                <a:solidFill>
                  <a:srgbClr val="000000"/>
                </a:solidFill>
                <a:effectLst/>
                <a:latin typeface="Verdana" panose="020B0604030504040204" pitchFamily="34" charset="0"/>
                <a:ea typeface="Verdana" panose="020B0604030504040204" pitchFamily="34" charset="0"/>
              </a:rPr>
              <a:t>:</a:t>
            </a:r>
            <a:r>
              <a:rPr lang="en-US" sz="2400" b="0" i="0" dirty="0">
                <a:solidFill>
                  <a:srgbClr val="0000CD"/>
                </a:solidFill>
                <a:effectLst/>
                <a:latin typeface="Verdana" panose="020B0604030504040204" pitchFamily="34" charset="0"/>
                <a:ea typeface="Verdana" panose="020B0604030504040204" pitchFamily="34" charset="0"/>
              </a:rPr>
              <a:t> center</a:t>
            </a:r>
            <a:r>
              <a:rPr lang="en-US" sz="2400" b="0" i="0" dirty="0">
                <a:solidFill>
                  <a:srgbClr val="000000"/>
                </a:solidFill>
                <a:effectLst/>
                <a:latin typeface="Verdana" panose="020B0604030504040204" pitchFamily="34" charset="0"/>
                <a:ea typeface="Verdana" panose="020B0604030504040204" pitchFamily="34" charset="0"/>
              </a:rPr>
              <a:t>;</a:t>
            </a:r>
            <a:br>
              <a:rPr lang="en-US" sz="2400" b="0" i="0" dirty="0">
                <a:solidFill>
                  <a:srgbClr val="FF0000"/>
                </a:solidFill>
                <a:effectLst/>
                <a:latin typeface="Verdana" panose="020B0604030504040204" pitchFamily="34" charset="0"/>
                <a:ea typeface="Verdana" panose="020B0604030504040204" pitchFamily="34" charset="0"/>
              </a:rPr>
            </a:br>
            <a:r>
              <a:rPr lang="en-US" sz="2400" b="0" i="0" dirty="0">
                <a:solidFill>
                  <a:srgbClr val="FF0000"/>
                </a:solidFill>
                <a:effectLst/>
                <a:latin typeface="Verdana" panose="020B0604030504040204" pitchFamily="34" charset="0"/>
                <a:ea typeface="Verdana" panose="020B0604030504040204" pitchFamily="34" charset="0"/>
              </a:rPr>
              <a:t>  color</a:t>
            </a:r>
            <a:r>
              <a:rPr lang="en-US" sz="2400" b="0" i="0" dirty="0">
                <a:solidFill>
                  <a:srgbClr val="000000"/>
                </a:solidFill>
                <a:effectLst/>
                <a:latin typeface="Verdana" panose="020B0604030504040204" pitchFamily="34" charset="0"/>
                <a:ea typeface="Verdana" panose="020B0604030504040204" pitchFamily="34" charset="0"/>
              </a:rPr>
              <a:t>:</a:t>
            </a:r>
            <a:r>
              <a:rPr lang="en-US" sz="2400" b="0" i="0" dirty="0">
                <a:solidFill>
                  <a:srgbClr val="0000CD"/>
                </a:solidFill>
                <a:effectLst/>
                <a:latin typeface="Verdana" panose="020B0604030504040204" pitchFamily="34" charset="0"/>
                <a:ea typeface="Verdana" panose="020B0604030504040204" pitchFamily="34" charset="0"/>
              </a:rPr>
              <a:t> red</a:t>
            </a:r>
            <a:r>
              <a:rPr lang="en-US" sz="2400" b="0" i="0" dirty="0">
                <a:solidFill>
                  <a:srgbClr val="000000"/>
                </a:solidFill>
                <a:effectLst/>
                <a:latin typeface="Verdana" panose="020B0604030504040204" pitchFamily="34" charset="0"/>
                <a:ea typeface="Verdana" panose="020B0604030504040204" pitchFamily="34" charset="0"/>
              </a:rPr>
              <a:t>;</a:t>
            </a:r>
            <a:br>
              <a:rPr lang="en-US" sz="2400" b="0" i="0" dirty="0">
                <a:solidFill>
                  <a:srgbClr val="FF0000"/>
                </a:solidFill>
                <a:effectLst/>
                <a:latin typeface="Verdana" panose="020B0604030504040204" pitchFamily="34" charset="0"/>
                <a:ea typeface="Verdana" panose="020B0604030504040204" pitchFamily="34" charset="0"/>
              </a:rPr>
            </a:br>
            <a:r>
              <a:rPr lang="en-US" sz="2400" b="0" i="0" dirty="0">
                <a:solidFill>
                  <a:srgbClr val="000000"/>
                </a:solidFill>
                <a:effectLst/>
                <a:latin typeface="Verdana" panose="020B0604030504040204" pitchFamily="34" charset="0"/>
                <a:ea typeface="Verdana" panose="020B0604030504040204" pitchFamily="34" charset="0"/>
              </a:rPr>
              <a:t>}</a:t>
            </a:r>
          </a:p>
          <a:p>
            <a:pPr marL="0" indent="0">
              <a:buFont typeface="Wingdings" panose="05000000000000000000" pitchFamily="2" charset="2"/>
              <a:buNone/>
            </a:pPr>
            <a:endParaRPr lang="en-US" sz="2000" dirty="0">
              <a:solidFill>
                <a:schemeClr val="tx1"/>
              </a:solidFill>
              <a:latin typeface="Verdana" panose="020B0604030504040204" pitchFamily="34" charset="0"/>
            </a:endParaRPr>
          </a:p>
        </p:txBody>
      </p:sp>
    </p:spTree>
    <p:extLst>
      <p:ext uri="{BB962C8B-B14F-4D97-AF65-F5344CB8AC3E}">
        <p14:creationId xmlns:p14="http://schemas.microsoft.com/office/powerpoint/2010/main" val="3750407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Selectors</a:t>
            </a:r>
          </a:p>
        </p:txBody>
      </p:sp>
      <p:sp>
        <p:nvSpPr>
          <p:cNvPr id="6" name="Text Placeholder 5"/>
          <p:cNvSpPr>
            <a:spLocks noGrp="1"/>
          </p:cNvSpPr>
          <p:nvPr>
            <p:ph type="body" sz="quarter" idx="10"/>
          </p:nvPr>
        </p:nvSpPr>
        <p:spPr>
          <a:xfrm>
            <a:off x="325342" y="1032965"/>
            <a:ext cx="11018520" cy="369332"/>
          </a:xfrm>
        </p:spPr>
        <p:txBody>
          <a:bodyPr/>
          <a:lstStyle/>
          <a:p>
            <a:pPr marL="0" indent="0" algn="l">
              <a:buNone/>
            </a:pPr>
            <a:r>
              <a:rPr lang="en-US" sz="2400" b="0" i="0" dirty="0">
                <a:solidFill>
                  <a:srgbClr val="00B050"/>
                </a:solidFill>
                <a:effectLst/>
                <a:latin typeface="Verdana" panose="020B0604030504040204" pitchFamily="34" charset="0"/>
              </a:rPr>
              <a:t>CSS id Selector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534974" y="2033427"/>
            <a:ext cx="11018520" cy="317625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chemeClr val="tx1"/>
                </a:solidFill>
                <a:latin typeface="Verdana" panose="020B0604030504040204" pitchFamily="34" charset="0"/>
              </a:rPr>
              <a:t>The id selector uses the id attribute of an HTML element to select a specific element.</a:t>
            </a:r>
          </a:p>
          <a:p>
            <a:pPr marL="0" indent="0" algn="l">
              <a:buNone/>
            </a:pPr>
            <a:r>
              <a:rPr lang="en-US" sz="2400" dirty="0">
                <a:solidFill>
                  <a:srgbClr val="000000"/>
                </a:solidFill>
                <a:latin typeface="Verdana" panose="020B0604030504040204" pitchFamily="34" charset="0"/>
                <a:ea typeface="Verdana" panose="020B0604030504040204" pitchFamily="34" charset="0"/>
              </a:rPr>
              <a:t>Example: -</a:t>
            </a:r>
            <a:r>
              <a:rPr lang="en-US" sz="2400" b="0" i="0" dirty="0">
                <a:solidFill>
                  <a:srgbClr val="000000"/>
                </a:solidFill>
                <a:effectLst/>
                <a:latin typeface="Verdana" panose="020B0604030504040204" pitchFamily="34" charset="0"/>
                <a:ea typeface="Verdana" panose="020B0604030504040204" pitchFamily="34" charset="0"/>
              </a:rPr>
              <a:t> </a:t>
            </a:r>
          </a:p>
          <a:p>
            <a:pPr marL="0" indent="0" algn="l">
              <a:buNone/>
            </a:pPr>
            <a:endParaRPr lang="en-US" sz="2400" b="0" i="0" dirty="0">
              <a:solidFill>
                <a:srgbClr val="000000"/>
              </a:solidFill>
              <a:effectLst/>
              <a:latin typeface="Verdana" panose="020B0604030504040204" pitchFamily="34" charset="0"/>
              <a:ea typeface="Verdana" panose="020B0604030504040204" pitchFamily="34" charset="0"/>
            </a:endParaRPr>
          </a:p>
          <a:p>
            <a:pPr marL="0" indent="0">
              <a:buFont typeface="Wingdings" panose="05000000000000000000" pitchFamily="2" charset="2"/>
              <a:buNone/>
            </a:pPr>
            <a:r>
              <a:rPr lang="es-ES" sz="2400" b="0" i="0" dirty="0">
                <a:solidFill>
                  <a:srgbClr val="A52A2A"/>
                </a:solidFill>
                <a:effectLst/>
                <a:latin typeface="Consolas" panose="020B0609020204030204" pitchFamily="49" charset="0"/>
              </a:rPr>
              <a:t>#para1 </a:t>
            </a:r>
            <a:r>
              <a:rPr lang="es-ES" sz="2400" b="0" i="0" dirty="0">
                <a:solidFill>
                  <a:srgbClr val="000000"/>
                </a:solidFill>
                <a:effectLst/>
                <a:latin typeface="Consolas" panose="020B0609020204030204" pitchFamily="49" charset="0"/>
              </a:rPr>
              <a:t>{</a:t>
            </a:r>
            <a:br>
              <a:rPr lang="es-ES" sz="2400" b="0" i="0" dirty="0">
                <a:solidFill>
                  <a:srgbClr val="FF0000"/>
                </a:solidFill>
                <a:effectLst/>
                <a:latin typeface="Consolas" panose="020B0609020204030204" pitchFamily="49" charset="0"/>
              </a:rPr>
            </a:br>
            <a:r>
              <a:rPr lang="es-ES" sz="2400" b="0" i="0" dirty="0">
                <a:solidFill>
                  <a:srgbClr val="FF0000"/>
                </a:solidFill>
                <a:effectLst/>
                <a:latin typeface="Consolas" panose="020B0609020204030204" pitchFamily="49" charset="0"/>
              </a:rPr>
              <a:t>  </a:t>
            </a:r>
            <a:r>
              <a:rPr lang="es-ES" sz="2400" b="0" i="0" dirty="0" err="1">
                <a:solidFill>
                  <a:srgbClr val="FF0000"/>
                </a:solidFill>
                <a:effectLst/>
                <a:latin typeface="Consolas" panose="020B0609020204030204" pitchFamily="49" charset="0"/>
              </a:rPr>
              <a:t>text-align</a:t>
            </a:r>
            <a:r>
              <a:rPr lang="es-ES" sz="2400" b="0" i="0" dirty="0">
                <a:solidFill>
                  <a:srgbClr val="000000"/>
                </a:solidFill>
                <a:effectLst/>
                <a:latin typeface="Consolas" panose="020B0609020204030204" pitchFamily="49" charset="0"/>
              </a:rPr>
              <a:t>:</a:t>
            </a:r>
            <a:r>
              <a:rPr lang="es-ES" sz="2400" b="0" i="0" dirty="0">
                <a:solidFill>
                  <a:srgbClr val="0000CD"/>
                </a:solidFill>
                <a:effectLst/>
                <a:latin typeface="Consolas" panose="020B0609020204030204" pitchFamily="49" charset="0"/>
              </a:rPr>
              <a:t> center</a:t>
            </a:r>
            <a:r>
              <a:rPr lang="es-ES" sz="2400" b="0" i="0" dirty="0">
                <a:solidFill>
                  <a:srgbClr val="000000"/>
                </a:solidFill>
                <a:effectLst/>
                <a:latin typeface="Consolas" panose="020B0609020204030204" pitchFamily="49" charset="0"/>
              </a:rPr>
              <a:t>;</a:t>
            </a:r>
            <a:br>
              <a:rPr lang="es-ES" sz="2400" b="0" i="0" dirty="0">
                <a:solidFill>
                  <a:srgbClr val="FF0000"/>
                </a:solidFill>
                <a:effectLst/>
                <a:latin typeface="Consolas" panose="020B0609020204030204" pitchFamily="49" charset="0"/>
              </a:rPr>
            </a:br>
            <a:r>
              <a:rPr lang="es-ES" sz="2400" b="0" i="0" dirty="0">
                <a:solidFill>
                  <a:srgbClr val="FF0000"/>
                </a:solidFill>
                <a:effectLst/>
                <a:latin typeface="Consolas" panose="020B0609020204030204" pitchFamily="49" charset="0"/>
              </a:rPr>
              <a:t>  color</a:t>
            </a:r>
            <a:r>
              <a:rPr lang="es-ES" sz="2400" b="0" i="0" dirty="0">
                <a:solidFill>
                  <a:srgbClr val="000000"/>
                </a:solidFill>
                <a:effectLst/>
                <a:latin typeface="Consolas" panose="020B0609020204030204" pitchFamily="49" charset="0"/>
              </a:rPr>
              <a:t>:</a:t>
            </a:r>
            <a:r>
              <a:rPr lang="es-ES" sz="2400" b="0" i="0" dirty="0">
                <a:solidFill>
                  <a:srgbClr val="0000CD"/>
                </a:solidFill>
                <a:effectLst/>
                <a:latin typeface="Consolas" panose="020B0609020204030204" pitchFamily="49" charset="0"/>
              </a:rPr>
              <a:t> red</a:t>
            </a:r>
            <a:r>
              <a:rPr lang="es-ES" sz="2400" b="0" i="0" dirty="0">
                <a:solidFill>
                  <a:srgbClr val="000000"/>
                </a:solidFill>
                <a:effectLst/>
                <a:latin typeface="Consolas" panose="020B0609020204030204" pitchFamily="49" charset="0"/>
              </a:rPr>
              <a:t>;</a:t>
            </a:r>
            <a:br>
              <a:rPr lang="es-ES" sz="2400" b="0" i="0" dirty="0">
                <a:solidFill>
                  <a:srgbClr val="FF0000"/>
                </a:solidFill>
                <a:effectLst/>
                <a:latin typeface="Consolas" panose="020B0609020204030204" pitchFamily="49" charset="0"/>
              </a:rPr>
            </a:br>
            <a:r>
              <a:rPr lang="es-ES" sz="2400" b="0" i="0" dirty="0">
                <a:solidFill>
                  <a:srgbClr val="000000"/>
                </a:solidFill>
                <a:effectLst/>
                <a:latin typeface="Consolas" panose="020B0609020204030204" pitchFamily="49" charset="0"/>
              </a:rPr>
              <a:t>}</a:t>
            </a:r>
            <a:endParaRPr lang="en-US" sz="2400" dirty="0">
              <a:solidFill>
                <a:schemeClr val="tx1"/>
              </a:solidFill>
              <a:latin typeface="Verdana" panose="020B0604030504040204" pitchFamily="34" charset="0"/>
            </a:endParaRPr>
          </a:p>
        </p:txBody>
      </p:sp>
    </p:spTree>
    <p:extLst>
      <p:ext uri="{BB962C8B-B14F-4D97-AF65-F5344CB8AC3E}">
        <p14:creationId xmlns:p14="http://schemas.microsoft.com/office/powerpoint/2010/main" val="79024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Selectors</a:t>
            </a:r>
          </a:p>
        </p:txBody>
      </p:sp>
      <p:sp>
        <p:nvSpPr>
          <p:cNvPr id="6" name="Text Placeholder 5"/>
          <p:cNvSpPr>
            <a:spLocks noGrp="1"/>
          </p:cNvSpPr>
          <p:nvPr>
            <p:ph type="body" sz="quarter" idx="10"/>
          </p:nvPr>
        </p:nvSpPr>
        <p:spPr>
          <a:xfrm>
            <a:off x="325342" y="1032965"/>
            <a:ext cx="11018520" cy="369332"/>
          </a:xfrm>
        </p:spPr>
        <p:txBody>
          <a:bodyPr/>
          <a:lstStyle/>
          <a:p>
            <a:pPr marL="0" indent="0" algn="l">
              <a:buNone/>
            </a:pPr>
            <a:r>
              <a:rPr lang="en-US" sz="2400" b="0" i="0" dirty="0">
                <a:solidFill>
                  <a:srgbClr val="00B050"/>
                </a:solidFill>
                <a:effectLst/>
                <a:latin typeface="Verdana" panose="020B0604030504040204" pitchFamily="34" charset="0"/>
              </a:rPr>
              <a:t>CSS Class Selector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534974" y="2033427"/>
            <a:ext cx="11018520" cy="28069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chemeClr val="tx1"/>
                </a:solidFill>
                <a:latin typeface="Verdana" panose="020B0604030504040204" pitchFamily="34" charset="0"/>
              </a:rPr>
              <a:t>The class selector selects HTML elements with a specific class attribute.</a:t>
            </a:r>
          </a:p>
          <a:p>
            <a:pPr marL="0" indent="0">
              <a:buFont typeface="Wingdings" panose="05000000000000000000" pitchFamily="2" charset="2"/>
              <a:buNone/>
            </a:pPr>
            <a:r>
              <a:rPr lang="en-US" sz="2400" dirty="0">
                <a:solidFill>
                  <a:srgbClr val="000000"/>
                </a:solidFill>
                <a:latin typeface="Verdana" panose="020B0604030504040204" pitchFamily="34" charset="0"/>
                <a:ea typeface="Verdana" panose="020B0604030504040204" pitchFamily="34" charset="0"/>
              </a:rPr>
              <a:t>Example: -</a:t>
            </a:r>
            <a:r>
              <a:rPr lang="en-US" sz="2400" b="0" i="0" dirty="0">
                <a:solidFill>
                  <a:srgbClr val="000000"/>
                </a:solidFill>
                <a:effectLst/>
                <a:latin typeface="Verdana" panose="020B0604030504040204" pitchFamily="34" charset="0"/>
                <a:ea typeface="Verdana" panose="020B0604030504040204" pitchFamily="34" charset="0"/>
              </a:rPr>
              <a:t> </a:t>
            </a:r>
          </a:p>
          <a:p>
            <a:pPr marL="0" indent="0" algn="l">
              <a:buNone/>
            </a:pPr>
            <a:endParaRPr lang="en-US" sz="2400" b="0" i="0" dirty="0">
              <a:solidFill>
                <a:srgbClr val="000000"/>
              </a:solidFill>
              <a:effectLst/>
              <a:latin typeface="Verdana" panose="020B0604030504040204" pitchFamily="34" charset="0"/>
              <a:ea typeface="Verdana" panose="020B0604030504040204" pitchFamily="34" charset="0"/>
            </a:endParaRPr>
          </a:p>
          <a:p>
            <a:pPr marL="0" indent="0">
              <a:buFont typeface="Wingdings" panose="05000000000000000000" pitchFamily="2" charset="2"/>
              <a:buNone/>
            </a:pPr>
            <a:r>
              <a:rPr lang="en-US" sz="2400" b="0" i="0" dirty="0">
                <a:solidFill>
                  <a:srgbClr val="A52A2A"/>
                </a:solidFill>
                <a:effectLst/>
                <a:latin typeface="Consolas" panose="020B0609020204030204" pitchFamily="49" charset="0"/>
              </a:rPr>
              <a:t>.center </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text-align</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center</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color</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red</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000000"/>
                </a:solidFill>
                <a:effectLst/>
                <a:latin typeface="Consolas" panose="020B0609020204030204" pitchFamily="49" charset="0"/>
              </a:rPr>
              <a:t>}</a:t>
            </a:r>
            <a:endParaRPr lang="en-US" sz="2400" dirty="0">
              <a:solidFill>
                <a:schemeClr val="tx1"/>
              </a:solidFill>
              <a:latin typeface="Verdana" panose="020B0604030504040204" pitchFamily="34" charset="0"/>
            </a:endParaRPr>
          </a:p>
        </p:txBody>
      </p:sp>
    </p:spTree>
    <p:extLst>
      <p:ext uri="{BB962C8B-B14F-4D97-AF65-F5344CB8AC3E}">
        <p14:creationId xmlns:p14="http://schemas.microsoft.com/office/powerpoint/2010/main" val="4081606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Selectors</a:t>
            </a:r>
          </a:p>
        </p:txBody>
      </p:sp>
      <p:sp>
        <p:nvSpPr>
          <p:cNvPr id="6" name="Text Placeholder 5"/>
          <p:cNvSpPr>
            <a:spLocks noGrp="1"/>
          </p:cNvSpPr>
          <p:nvPr>
            <p:ph type="body" sz="quarter" idx="10"/>
          </p:nvPr>
        </p:nvSpPr>
        <p:spPr>
          <a:xfrm>
            <a:off x="325342" y="1032965"/>
            <a:ext cx="11018520" cy="369332"/>
          </a:xfrm>
        </p:spPr>
        <p:txBody>
          <a:bodyPr/>
          <a:lstStyle/>
          <a:p>
            <a:pPr marL="0" indent="0" algn="l">
              <a:buNone/>
            </a:pPr>
            <a:r>
              <a:rPr lang="en-US" sz="2400" b="0" i="0" dirty="0">
                <a:solidFill>
                  <a:srgbClr val="00B050"/>
                </a:solidFill>
                <a:effectLst/>
                <a:latin typeface="Verdana" panose="020B0604030504040204" pitchFamily="34" charset="0"/>
              </a:rPr>
              <a:t>CSS Universal Selector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534974" y="2033427"/>
            <a:ext cx="11018520" cy="317625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chemeClr val="tx1"/>
                </a:solidFill>
                <a:latin typeface="Verdana" panose="020B0604030504040204" pitchFamily="34" charset="0"/>
              </a:rPr>
              <a:t>The universal selector (*) selects all HTML elements on the page. The CSS rule below will affect every HTML element on the page: </a:t>
            </a:r>
          </a:p>
          <a:p>
            <a:pPr marL="0" indent="0">
              <a:buFont typeface="Wingdings" panose="05000000000000000000" pitchFamily="2" charset="2"/>
              <a:buNone/>
            </a:pPr>
            <a:r>
              <a:rPr lang="en-US" sz="2400" b="0" i="0" dirty="0">
                <a:solidFill>
                  <a:schemeClr val="tx1"/>
                </a:solidFill>
                <a:effectLst/>
                <a:latin typeface="Verdana" panose="020B0604030504040204" pitchFamily="34" charset="0"/>
                <a:ea typeface="Verdana" panose="020B0604030504040204" pitchFamily="34" charset="0"/>
              </a:rPr>
              <a:t>Example</a:t>
            </a:r>
          </a:p>
          <a:p>
            <a:pPr marL="0" indent="0">
              <a:buFont typeface="Wingdings" panose="05000000000000000000" pitchFamily="2" charset="2"/>
              <a:buNone/>
            </a:pPr>
            <a:endParaRPr lang="en-US" sz="2400" b="0" i="0" dirty="0">
              <a:solidFill>
                <a:srgbClr val="000000"/>
              </a:solidFill>
              <a:effectLst/>
              <a:latin typeface="Verdana" panose="020B0604030504040204" pitchFamily="34" charset="0"/>
              <a:ea typeface="Verdana" panose="020B0604030504040204" pitchFamily="34" charset="0"/>
            </a:endParaRPr>
          </a:p>
          <a:p>
            <a:pPr marL="0" indent="0">
              <a:buFont typeface="Wingdings" panose="05000000000000000000" pitchFamily="2" charset="2"/>
              <a:buNone/>
            </a:pPr>
            <a:r>
              <a:rPr lang="en-US" sz="2400" b="0" i="0" dirty="0">
                <a:solidFill>
                  <a:srgbClr val="A52A2A"/>
                </a:solidFill>
                <a:effectLst/>
                <a:latin typeface="Consolas" panose="020B0609020204030204" pitchFamily="49" charset="0"/>
              </a:rPr>
              <a:t>* </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text-align</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center</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color</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blue</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000000"/>
                </a:solidFill>
                <a:effectLst/>
                <a:latin typeface="Consolas" panose="020B0609020204030204" pitchFamily="49" charset="0"/>
              </a:rPr>
              <a:t>}</a:t>
            </a:r>
            <a:endParaRPr lang="en-US" sz="2400" dirty="0">
              <a:solidFill>
                <a:schemeClr val="tx1"/>
              </a:solidFill>
              <a:latin typeface="Verdana" panose="020B0604030504040204" pitchFamily="34" charset="0"/>
            </a:endParaRPr>
          </a:p>
        </p:txBody>
      </p:sp>
    </p:spTree>
    <p:extLst>
      <p:ext uri="{BB962C8B-B14F-4D97-AF65-F5344CB8AC3E}">
        <p14:creationId xmlns:p14="http://schemas.microsoft.com/office/powerpoint/2010/main" val="154220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Selectors</a:t>
            </a:r>
          </a:p>
        </p:txBody>
      </p:sp>
      <p:sp>
        <p:nvSpPr>
          <p:cNvPr id="6" name="Text Placeholder 5"/>
          <p:cNvSpPr>
            <a:spLocks noGrp="1"/>
          </p:cNvSpPr>
          <p:nvPr>
            <p:ph type="body" sz="quarter" idx="10"/>
          </p:nvPr>
        </p:nvSpPr>
        <p:spPr>
          <a:xfrm>
            <a:off x="325342" y="716801"/>
            <a:ext cx="11018520" cy="369332"/>
          </a:xfrm>
        </p:spPr>
        <p:txBody>
          <a:bodyPr/>
          <a:lstStyle/>
          <a:p>
            <a:pPr marL="0" indent="0" algn="l">
              <a:buNone/>
            </a:pPr>
            <a:r>
              <a:rPr lang="en-US" sz="2400" b="0" i="0" dirty="0">
                <a:solidFill>
                  <a:srgbClr val="00B050"/>
                </a:solidFill>
                <a:effectLst/>
                <a:latin typeface="Verdana" panose="020B0604030504040204" pitchFamily="34" charset="0"/>
              </a:rPr>
              <a:t>CSS Grouping Selector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431800" y="1294763"/>
            <a:ext cx="11121694" cy="243759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chemeClr val="tx1"/>
                </a:solidFill>
                <a:latin typeface="Verdana" panose="020B0604030504040204" pitchFamily="34" charset="0"/>
              </a:rPr>
              <a:t>The grouping selector selects all the HTML elements with the same style definitions.</a:t>
            </a:r>
          </a:p>
          <a:p>
            <a:pPr marL="0" indent="0">
              <a:buFont typeface="Wingdings" panose="05000000000000000000" pitchFamily="2" charset="2"/>
              <a:buNone/>
            </a:pPr>
            <a:r>
              <a:rPr lang="en-US" sz="2400" dirty="0">
                <a:solidFill>
                  <a:schemeClr val="tx1"/>
                </a:solidFill>
                <a:latin typeface="Verdana" panose="020B0604030504040204" pitchFamily="34" charset="0"/>
              </a:rPr>
              <a:t>Look at the following CSS code (the h1, h2, and p elements have the same style definitions):</a:t>
            </a:r>
          </a:p>
          <a:p>
            <a:pPr marL="0" indent="0">
              <a:buFont typeface="Wingdings" panose="05000000000000000000" pitchFamily="2" charset="2"/>
              <a:buNone/>
            </a:pPr>
            <a:r>
              <a:rPr lang="en-US" sz="2400" b="0" i="0" dirty="0">
                <a:solidFill>
                  <a:schemeClr val="tx1"/>
                </a:solidFill>
                <a:effectLst/>
                <a:latin typeface="Verdana" panose="020B0604030504040204" pitchFamily="34" charset="0"/>
                <a:ea typeface="Verdana" panose="020B0604030504040204" pitchFamily="34" charset="0"/>
              </a:rPr>
              <a:t>Example</a:t>
            </a:r>
          </a:p>
          <a:p>
            <a:pPr marL="0" indent="0">
              <a:buFont typeface="Wingdings" panose="05000000000000000000" pitchFamily="2" charset="2"/>
              <a:buNone/>
            </a:pPr>
            <a:endParaRPr lang="en-US" sz="2400" b="0" i="0" dirty="0">
              <a:solidFill>
                <a:srgbClr val="000000"/>
              </a:solidFill>
              <a:effectLst/>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078F1E97-5E02-2525-C465-E23B3F2162E5}"/>
              </a:ext>
            </a:extLst>
          </p:cNvPr>
          <p:cNvSpPr txBox="1"/>
          <p:nvPr/>
        </p:nvSpPr>
        <p:spPr>
          <a:xfrm>
            <a:off x="638506" y="3470356"/>
            <a:ext cx="4208558" cy="3985706"/>
          </a:xfrm>
          <a:prstGeom prst="rect">
            <a:avLst/>
          </a:prstGeom>
          <a:noFill/>
        </p:spPr>
        <p:txBody>
          <a:bodyPr wrap="square" lIns="0" tIns="0" rIns="0" bIns="0" rtlCol="0">
            <a:spAutoFit/>
          </a:bodyPr>
          <a:lstStyle/>
          <a:p>
            <a:pPr marL="0" indent="0">
              <a:buFont typeface="Wingdings" panose="05000000000000000000" pitchFamily="2" charset="2"/>
              <a:buNone/>
            </a:pPr>
            <a:r>
              <a:rPr lang="en-US" sz="2300" b="0" i="0" dirty="0">
                <a:solidFill>
                  <a:srgbClr val="A52A2A"/>
                </a:solidFill>
                <a:effectLst/>
                <a:latin typeface="Consolas" panose="020B0609020204030204" pitchFamily="49" charset="0"/>
              </a:rPr>
              <a:t>h1 </a:t>
            </a:r>
            <a:r>
              <a:rPr lang="en-US" sz="2300" b="0" i="0" dirty="0">
                <a:solidFill>
                  <a:srgbClr val="000000"/>
                </a:solidFill>
                <a:effectLst/>
                <a:latin typeface="Consolas" panose="020B0609020204030204" pitchFamily="49" charset="0"/>
              </a:rPr>
              <a:t>{</a:t>
            </a:r>
            <a:br>
              <a:rPr lang="en-US" sz="2300" b="0" i="0" dirty="0">
                <a:solidFill>
                  <a:srgbClr val="FF0000"/>
                </a:solidFill>
                <a:effectLst/>
                <a:latin typeface="Consolas" panose="020B0609020204030204" pitchFamily="49" charset="0"/>
              </a:rPr>
            </a:br>
            <a:r>
              <a:rPr lang="en-US" sz="2300" b="0" i="0" dirty="0">
                <a:solidFill>
                  <a:srgbClr val="FF0000"/>
                </a:solidFill>
                <a:effectLst/>
                <a:latin typeface="Consolas" panose="020B0609020204030204" pitchFamily="49" charset="0"/>
              </a:rPr>
              <a:t>  text-align</a:t>
            </a:r>
            <a:r>
              <a:rPr lang="en-US" sz="2300" b="0" i="0" dirty="0">
                <a:solidFill>
                  <a:srgbClr val="000000"/>
                </a:solidFill>
                <a:effectLst/>
                <a:latin typeface="Consolas" panose="020B0609020204030204" pitchFamily="49" charset="0"/>
              </a:rPr>
              <a:t>:</a:t>
            </a:r>
            <a:r>
              <a:rPr lang="en-US" sz="2300" b="0" i="0" dirty="0">
                <a:solidFill>
                  <a:srgbClr val="0000CD"/>
                </a:solidFill>
                <a:effectLst/>
                <a:latin typeface="Consolas" panose="020B0609020204030204" pitchFamily="49" charset="0"/>
              </a:rPr>
              <a:t> center</a:t>
            </a:r>
            <a:r>
              <a:rPr lang="en-US" sz="2300" b="0" i="0" dirty="0">
                <a:solidFill>
                  <a:srgbClr val="000000"/>
                </a:solidFill>
                <a:effectLst/>
                <a:latin typeface="Consolas" panose="020B0609020204030204" pitchFamily="49" charset="0"/>
              </a:rPr>
              <a:t>;</a:t>
            </a:r>
            <a:br>
              <a:rPr lang="en-US" sz="2300" b="0" i="0" dirty="0">
                <a:solidFill>
                  <a:srgbClr val="FF0000"/>
                </a:solidFill>
                <a:effectLst/>
                <a:latin typeface="Consolas" panose="020B0609020204030204" pitchFamily="49" charset="0"/>
              </a:rPr>
            </a:br>
            <a:r>
              <a:rPr lang="en-US" sz="2300" b="0" i="0" dirty="0">
                <a:solidFill>
                  <a:srgbClr val="FF0000"/>
                </a:solidFill>
                <a:effectLst/>
                <a:latin typeface="Consolas" panose="020B0609020204030204" pitchFamily="49" charset="0"/>
              </a:rPr>
              <a:t>  color</a:t>
            </a:r>
            <a:r>
              <a:rPr lang="en-US" sz="2300" b="0" i="0" dirty="0">
                <a:solidFill>
                  <a:srgbClr val="000000"/>
                </a:solidFill>
                <a:effectLst/>
                <a:latin typeface="Consolas" panose="020B0609020204030204" pitchFamily="49" charset="0"/>
              </a:rPr>
              <a:t>:</a:t>
            </a:r>
            <a:r>
              <a:rPr lang="en-US" sz="2300" b="0" i="0" dirty="0">
                <a:solidFill>
                  <a:srgbClr val="0000CD"/>
                </a:solidFill>
                <a:effectLst/>
                <a:latin typeface="Consolas" panose="020B0609020204030204" pitchFamily="49" charset="0"/>
              </a:rPr>
              <a:t> red</a:t>
            </a:r>
            <a:r>
              <a:rPr lang="en-US" sz="2300" b="0" i="0" dirty="0">
                <a:solidFill>
                  <a:srgbClr val="000000"/>
                </a:solidFill>
                <a:effectLst/>
                <a:latin typeface="Consolas" panose="020B0609020204030204" pitchFamily="49" charset="0"/>
              </a:rPr>
              <a:t>;</a:t>
            </a:r>
            <a:br>
              <a:rPr lang="en-US" sz="2300" b="0" i="0" dirty="0">
                <a:solidFill>
                  <a:srgbClr val="FF0000"/>
                </a:solidFill>
                <a:effectLst/>
                <a:latin typeface="Consolas" panose="020B0609020204030204" pitchFamily="49" charset="0"/>
              </a:rPr>
            </a:br>
            <a:r>
              <a:rPr lang="en-US" sz="2300" b="0" i="0" dirty="0">
                <a:solidFill>
                  <a:srgbClr val="000000"/>
                </a:solidFill>
                <a:effectLst/>
                <a:latin typeface="Consolas" panose="020B0609020204030204" pitchFamily="49" charset="0"/>
              </a:rPr>
              <a:t>}</a:t>
            </a:r>
            <a:br>
              <a:rPr lang="en-US" sz="2300" dirty="0"/>
            </a:br>
            <a:br>
              <a:rPr lang="en-US" sz="2300" dirty="0"/>
            </a:br>
            <a:r>
              <a:rPr lang="en-US" sz="2300" b="0" i="0" dirty="0">
                <a:solidFill>
                  <a:srgbClr val="A52A2A"/>
                </a:solidFill>
                <a:effectLst/>
                <a:latin typeface="Consolas" panose="020B0609020204030204" pitchFamily="49" charset="0"/>
              </a:rPr>
              <a:t>h2 </a:t>
            </a:r>
            <a:r>
              <a:rPr lang="en-US" sz="2300" b="0" i="0" dirty="0">
                <a:solidFill>
                  <a:srgbClr val="000000"/>
                </a:solidFill>
                <a:effectLst/>
                <a:latin typeface="Consolas" panose="020B0609020204030204" pitchFamily="49" charset="0"/>
              </a:rPr>
              <a:t>{</a:t>
            </a:r>
            <a:br>
              <a:rPr lang="en-US" sz="2300" b="0" i="0" dirty="0">
                <a:solidFill>
                  <a:srgbClr val="FF0000"/>
                </a:solidFill>
                <a:effectLst/>
                <a:latin typeface="Consolas" panose="020B0609020204030204" pitchFamily="49" charset="0"/>
              </a:rPr>
            </a:br>
            <a:r>
              <a:rPr lang="en-US" sz="2300" b="0" i="0" dirty="0">
                <a:solidFill>
                  <a:srgbClr val="FF0000"/>
                </a:solidFill>
                <a:effectLst/>
                <a:latin typeface="Consolas" panose="020B0609020204030204" pitchFamily="49" charset="0"/>
              </a:rPr>
              <a:t>  text-align</a:t>
            </a:r>
            <a:r>
              <a:rPr lang="en-US" sz="2300" b="0" i="0" dirty="0">
                <a:solidFill>
                  <a:srgbClr val="000000"/>
                </a:solidFill>
                <a:effectLst/>
                <a:latin typeface="Consolas" panose="020B0609020204030204" pitchFamily="49" charset="0"/>
              </a:rPr>
              <a:t>:</a:t>
            </a:r>
            <a:r>
              <a:rPr lang="en-US" sz="2300" b="0" i="0" dirty="0">
                <a:solidFill>
                  <a:srgbClr val="0000CD"/>
                </a:solidFill>
                <a:effectLst/>
                <a:latin typeface="Consolas" panose="020B0609020204030204" pitchFamily="49" charset="0"/>
              </a:rPr>
              <a:t> center</a:t>
            </a:r>
            <a:r>
              <a:rPr lang="en-US" sz="2300" b="0" i="0" dirty="0">
                <a:solidFill>
                  <a:srgbClr val="000000"/>
                </a:solidFill>
                <a:effectLst/>
                <a:latin typeface="Consolas" panose="020B0609020204030204" pitchFamily="49" charset="0"/>
              </a:rPr>
              <a:t>;</a:t>
            </a:r>
            <a:br>
              <a:rPr lang="en-US" sz="2300" b="0" i="0" dirty="0">
                <a:solidFill>
                  <a:srgbClr val="FF0000"/>
                </a:solidFill>
                <a:effectLst/>
                <a:latin typeface="Consolas" panose="020B0609020204030204" pitchFamily="49" charset="0"/>
              </a:rPr>
            </a:br>
            <a:r>
              <a:rPr lang="en-US" sz="2300" b="0" i="0" dirty="0">
                <a:solidFill>
                  <a:srgbClr val="FF0000"/>
                </a:solidFill>
                <a:effectLst/>
                <a:latin typeface="Consolas" panose="020B0609020204030204" pitchFamily="49" charset="0"/>
              </a:rPr>
              <a:t>  color</a:t>
            </a:r>
            <a:r>
              <a:rPr lang="en-US" sz="2300" b="0" i="0" dirty="0">
                <a:solidFill>
                  <a:srgbClr val="000000"/>
                </a:solidFill>
                <a:effectLst/>
                <a:latin typeface="Consolas" panose="020B0609020204030204" pitchFamily="49" charset="0"/>
              </a:rPr>
              <a:t>:</a:t>
            </a:r>
            <a:r>
              <a:rPr lang="en-US" sz="2300" b="0" i="0" dirty="0">
                <a:solidFill>
                  <a:srgbClr val="0000CD"/>
                </a:solidFill>
                <a:effectLst/>
                <a:latin typeface="Consolas" panose="020B0609020204030204" pitchFamily="49" charset="0"/>
              </a:rPr>
              <a:t> red</a:t>
            </a:r>
            <a:r>
              <a:rPr lang="en-US" sz="2300" b="0" i="0" dirty="0">
                <a:solidFill>
                  <a:srgbClr val="000000"/>
                </a:solidFill>
                <a:effectLst/>
                <a:latin typeface="Consolas" panose="020B0609020204030204" pitchFamily="49" charset="0"/>
              </a:rPr>
              <a:t>;</a:t>
            </a:r>
            <a:br>
              <a:rPr lang="en-US" sz="2300" b="0" i="0" dirty="0">
                <a:solidFill>
                  <a:srgbClr val="FF0000"/>
                </a:solidFill>
                <a:effectLst/>
                <a:latin typeface="Consolas" panose="020B0609020204030204" pitchFamily="49" charset="0"/>
              </a:rPr>
            </a:br>
            <a:r>
              <a:rPr lang="en-US" sz="2300" b="0" i="0" dirty="0">
                <a:solidFill>
                  <a:srgbClr val="000000"/>
                </a:solidFill>
                <a:effectLst/>
                <a:latin typeface="Consolas" panose="020B0609020204030204" pitchFamily="49" charset="0"/>
              </a:rPr>
              <a:t>}</a:t>
            </a:r>
            <a:br>
              <a:rPr lang="en-US" sz="2000" dirty="0"/>
            </a:br>
            <a:br>
              <a:rPr lang="en-US" sz="2000" dirty="0"/>
            </a:br>
            <a:endParaRPr lang="en-US" sz="3200" dirty="0">
              <a:solidFill>
                <a:schemeClr val="tx1"/>
              </a:solidFill>
              <a:latin typeface="Verdana" panose="020B0604030504040204" pitchFamily="34" charset="0"/>
            </a:endParaRPr>
          </a:p>
        </p:txBody>
      </p:sp>
      <p:sp>
        <p:nvSpPr>
          <p:cNvPr id="7" name="TextBox 6">
            <a:extLst>
              <a:ext uri="{FF2B5EF4-FFF2-40B4-BE49-F238E27FC236}">
                <a16:creationId xmlns:a16="http://schemas.microsoft.com/office/drawing/2014/main" id="{4FF3D7E4-E6DC-2792-3A60-61090EA84A7B}"/>
              </a:ext>
            </a:extLst>
          </p:cNvPr>
          <p:cNvSpPr txBox="1"/>
          <p:nvPr/>
        </p:nvSpPr>
        <p:spPr>
          <a:xfrm>
            <a:off x="5834602" y="3408801"/>
            <a:ext cx="4208558" cy="2077492"/>
          </a:xfrm>
          <a:prstGeom prst="rect">
            <a:avLst/>
          </a:prstGeom>
          <a:noFill/>
        </p:spPr>
        <p:txBody>
          <a:bodyPr wrap="square" lIns="0" tIns="0" rIns="0" bIns="0" rtlCol="0">
            <a:spAutoFit/>
          </a:bodyPr>
          <a:lstStyle/>
          <a:p>
            <a:pPr marL="0" indent="0">
              <a:buFont typeface="Wingdings" panose="05000000000000000000" pitchFamily="2" charset="2"/>
              <a:buNone/>
            </a:pPr>
            <a:br>
              <a:rPr lang="en-US" sz="2000" dirty="0"/>
            </a:br>
            <a:br>
              <a:rPr lang="en-US" sz="2300" dirty="0"/>
            </a:br>
            <a:r>
              <a:rPr lang="en-US" sz="2300" b="0" i="0" dirty="0">
                <a:solidFill>
                  <a:srgbClr val="A52A2A"/>
                </a:solidFill>
                <a:effectLst/>
                <a:latin typeface="Consolas" panose="020B0609020204030204" pitchFamily="49" charset="0"/>
              </a:rPr>
              <a:t>p </a:t>
            </a:r>
            <a:r>
              <a:rPr lang="en-US" sz="2300" b="0" i="0" dirty="0">
                <a:solidFill>
                  <a:srgbClr val="000000"/>
                </a:solidFill>
                <a:effectLst/>
                <a:latin typeface="Consolas" panose="020B0609020204030204" pitchFamily="49" charset="0"/>
              </a:rPr>
              <a:t>{</a:t>
            </a:r>
            <a:br>
              <a:rPr lang="en-US" sz="2300" b="0" i="0" dirty="0">
                <a:solidFill>
                  <a:srgbClr val="FF0000"/>
                </a:solidFill>
                <a:effectLst/>
                <a:latin typeface="Consolas" panose="020B0609020204030204" pitchFamily="49" charset="0"/>
              </a:rPr>
            </a:br>
            <a:r>
              <a:rPr lang="en-US" sz="2300" b="0" i="0" dirty="0">
                <a:solidFill>
                  <a:srgbClr val="FF0000"/>
                </a:solidFill>
                <a:effectLst/>
                <a:latin typeface="Consolas" panose="020B0609020204030204" pitchFamily="49" charset="0"/>
              </a:rPr>
              <a:t>  text-align</a:t>
            </a:r>
            <a:r>
              <a:rPr lang="en-US" sz="2300" b="0" i="0" dirty="0">
                <a:solidFill>
                  <a:srgbClr val="000000"/>
                </a:solidFill>
                <a:effectLst/>
                <a:latin typeface="Consolas" panose="020B0609020204030204" pitchFamily="49" charset="0"/>
              </a:rPr>
              <a:t>:</a:t>
            </a:r>
            <a:r>
              <a:rPr lang="en-US" sz="2300" b="0" i="0" dirty="0">
                <a:solidFill>
                  <a:srgbClr val="0000CD"/>
                </a:solidFill>
                <a:effectLst/>
                <a:latin typeface="Consolas" panose="020B0609020204030204" pitchFamily="49" charset="0"/>
              </a:rPr>
              <a:t> center</a:t>
            </a:r>
            <a:r>
              <a:rPr lang="en-US" sz="2300" b="0" i="0" dirty="0">
                <a:solidFill>
                  <a:srgbClr val="000000"/>
                </a:solidFill>
                <a:effectLst/>
                <a:latin typeface="Consolas" panose="020B0609020204030204" pitchFamily="49" charset="0"/>
              </a:rPr>
              <a:t>;</a:t>
            </a:r>
            <a:br>
              <a:rPr lang="en-US" sz="2300" b="0" i="0" dirty="0">
                <a:solidFill>
                  <a:srgbClr val="FF0000"/>
                </a:solidFill>
                <a:effectLst/>
                <a:latin typeface="Consolas" panose="020B0609020204030204" pitchFamily="49" charset="0"/>
              </a:rPr>
            </a:br>
            <a:r>
              <a:rPr lang="en-US" sz="2300" b="0" i="0" dirty="0">
                <a:solidFill>
                  <a:srgbClr val="FF0000"/>
                </a:solidFill>
                <a:effectLst/>
                <a:latin typeface="Consolas" panose="020B0609020204030204" pitchFamily="49" charset="0"/>
              </a:rPr>
              <a:t>  color</a:t>
            </a:r>
            <a:r>
              <a:rPr lang="en-US" sz="2300" b="0" i="0" dirty="0">
                <a:solidFill>
                  <a:srgbClr val="000000"/>
                </a:solidFill>
                <a:effectLst/>
                <a:latin typeface="Consolas" panose="020B0609020204030204" pitchFamily="49" charset="0"/>
              </a:rPr>
              <a:t>:</a:t>
            </a:r>
            <a:r>
              <a:rPr lang="en-US" sz="2300" b="0" i="0" dirty="0">
                <a:solidFill>
                  <a:srgbClr val="0000CD"/>
                </a:solidFill>
                <a:effectLst/>
                <a:latin typeface="Consolas" panose="020B0609020204030204" pitchFamily="49" charset="0"/>
              </a:rPr>
              <a:t> red</a:t>
            </a:r>
            <a:r>
              <a:rPr lang="en-US" sz="2300" b="0" i="0" dirty="0">
                <a:solidFill>
                  <a:srgbClr val="000000"/>
                </a:solidFill>
                <a:effectLst/>
                <a:latin typeface="Consolas" panose="020B0609020204030204" pitchFamily="49" charset="0"/>
              </a:rPr>
              <a:t>;</a:t>
            </a:r>
            <a:br>
              <a:rPr lang="en-US" sz="2300" b="0" i="0" dirty="0">
                <a:solidFill>
                  <a:srgbClr val="FF0000"/>
                </a:solidFill>
                <a:effectLst/>
                <a:latin typeface="Consolas" panose="020B0609020204030204" pitchFamily="49" charset="0"/>
              </a:rPr>
            </a:br>
            <a:r>
              <a:rPr lang="en-US" sz="2300" b="0" i="0" dirty="0">
                <a:solidFill>
                  <a:srgbClr val="000000"/>
                </a:solidFill>
                <a:effectLst/>
                <a:latin typeface="Consolas" panose="020B0609020204030204" pitchFamily="49" charset="0"/>
              </a:rPr>
              <a:t>}</a:t>
            </a:r>
            <a:endParaRPr lang="en-US" sz="2300" dirty="0">
              <a:solidFill>
                <a:schemeClr val="tx1"/>
              </a:solidFill>
              <a:latin typeface="Verdana" panose="020B0604030504040204" pitchFamily="34" charset="0"/>
            </a:endParaRPr>
          </a:p>
        </p:txBody>
      </p:sp>
    </p:spTree>
    <p:extLst>
      <p:ext uri="{BB962C8B-B14F-4D97-AF65-F5344CB8AC3E}">
        <p14:creationId xmlns:p14="http://schemas.microsoft.com/office/powerpoint/2010/main" val="405657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496916" cy="461665"/>
          </a:xfrm>
        </p:spPr>
        <p:txBody>
          <a:bodyPr/>
          <a:lstStyle/>
          <a:p>
            <a:pPr algn="l"/>
            <a:r>
              <a:rPr lang="en-US" sz="3000" b="1" i="0" dirty="0">
                <a:solidFill>
                  <a:srgbClr val="00B050"/>
                </a:solidFill>
                <a:effectLst/>
                <a:latin typeface="Segoe UI" panose="020B0502040204020203" pitchFamily="34" charset="0"/>
              </a:rPr>
              <a:t>How To Add CSS</a:t>
            </a:r>
          </a:p>
        </p:txBody>
      </p:sp>
      <p:sp>
        <p:nvSpPr>
          <p:cNvPr id="6" name="Text Placeholder 5"/>
          <p:cNvSpPr>
            <a:spLocks noGrp="1"/>
          </p:cNvSpPr>
          <p:nvPr>
            <p:ph type="body" sz="quarter" idx="10"/>
          </p:nvPr>
        </p:nvSpPr>
        <p:spPr>
          <a:xfrm>
            <a:off x="198784" y="621579"/>
            <a:ext cx="11018520" cy="307777"/>
          </a:xfrm>
        </p:spPr>
        <p:txBody>
          <a:bodyPr/>
          <a:lstStyle/>
          <a:p>
            <a:pPr marL="0" indent="0" algn="l">
              <a:buNone/>
            </a:pPr>
            <a:r>
              <a:rPr lang="en-US" sz="2000" b="0" i="0" dirty="0">
                <a:solidFill>
                  <a:srgbClr val="000000"/>
                </a:solidFill>
                <a:effectLst/>
                <a:latin typeface="Verdana" panose="020B0604030504040204" pitchFamily="34" charset="0"/>
              </a:rPr>
              <a:t>Three Ways to Insert CSS.</a:t>
            </a:r>
          </a:p>
        </p:txBody>
      </p:sp>
      <p:sp>
        <p:nvSpPr>
          <p:cNvPr id="11" name="Text Placeholder 5">
            <a:extLst>
              <a:ext uri="{FF2B5EF4-FFF2-40B4-BE49-F238E27FC236}">
                <a16:creationId xmlns:a16="http://schemas.microsoft.com/office/drawing/2014/main" id="{38EFE8FB-92D0-AED8-889F-CB6B966761FE}"/>
              </a:ext>
            </a:extLst>
          </p:cNvPr>
          <p:cNvSpPr txBox="1">
            <a:spLocks/>
          </p:cNvSpPr>
          <p:nvPr/>
        </p:nvSpPr>
        <p:spPr>
          <a:xfrm>
            <a:off x="198784" y="1068297"/>
            <a:ext cx="11290259" cy="104644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solidFill>
                  <a:schemeClr val="accent1">
                    <a:lumMod val="60000"/>
                    <a:lumOff val="40000"/>
                  </a:schemeClr>
                </a:solidFill>
                <a:latin typeface="Verdana" panose="020B0604030504040204" pitchFamily="34" charset="0"/>
              </a:rPr>
              <a:t>External CSS</a:t>
            </a:r>
          </a:p>
          <a:p>
            <a:r>
              <a:rPr lang="en-US" sz="2000" dirty="0">
                <a:solidFill>
                  <a:schemeClr val="accent1">
                    <a:lumMod val="60000"/>
                    <a:lumOff val="40000"/>
                  </a:schemeClr>
                </a:solidFill>
                <a:latin typeface="Verdana" panose="020B0604030504040204" pitchFamily="34" charset="0"/>
              </a:rPr>
              <a:t>Internal CSS</a:t>
            </a:r>
          </a:p>
          <a:p>
            <a:r>
              <a:rPr lang="en-US" sz="2000" dirty="0">
                <a:solidFill>
                  <a:schemeClr val="accent1">
                    <a:lumMod val="60000"/>
                    <a:lumOff val="40000"/>
                  </a:schemeClr>
                </a:solidFill>
                <a:latin typeface="Verdana" panose="020B0604030504040204" pitchFamily="34" charset="0"/>
              </a:rPr>
              <a:t>Inline CSS</a:t>
            </a:r>
          </a:p>
        </p:txBody>
      </p:sp>
      <p:sp>
        <p:nvSpPr>
          <p:cNvPr id="2" name="Text Placeholder 5">
            <a:extLst>
              <a:ext uri="{FF2B5EF4-FFF2-40B4-BE49-F238E27FC236}">
                <a16:creationId xmlns:a16="http://schemas.microsoft.com/office/drawing/2014/main" id="{675EB078-F228-EACC-9589-D29CE0A9B729}"/>
              </a:ext>
            </a:extLst>
          </p:cNvPr>
          <p:cNvSpPr txBox="1">
            <a:spLocks/>
          </p:cNvSpPr>
          <p:nvPr/>
        </p:nvSpPr>
        <p:spPr>
          <a:xfrm>
            <a:off x="95572" y="2233535"/>
            <a:ext cx="2767371"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solidFill>
                  <a:srgbClr val="00B0F0"/>
                </a:solidFill>
                <a:latin typeface="Verdana" panose="020B0604030504040204" pitchFamily="34" charset="0"/>
              </a:rPr>
              <a:t>External CSS </a:t>
            </a:r>
          </a:p>
        </p:txBody>
      </p:sp>
      <p:sp>
        <p:nvSpPr>
          <p:cNvPr id="5" name="Text Placeholder 5">
            <a:extLst>
              <a:ext uri="{FF2B5EF4-FFF2-40B4-BE49-F238E27FC236}">
                <a16:creationId xmlns:a16="http://schemas.microsoft.com/office/drawing/2014/main" id="{A9CDE17D-6E35-9F47-E17D-CFBAF5D80CEA}"/>
              </a:ext>
            </a:extLst>
          </p:cNvPr>
          <p:cNvSpPr txBox="1">
            <a:spLocks/>
          </p:cNvSpPr>
          <p:nvPr/>
        </p:nvSpPr>
        <p:spPr>
          <a:xfrm>
            <a:off x="95572" y="2694808"/>
            <a:ext cx="4046571" cy="153888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solidFill>
                  <a:schemeClr val="tx1"/>
                </a:solidFill>
                <a:latin typeface="Verdana" panose="020B0604030504040204" pitchFamily="34" charset="0"/>
              </a:rPr>
              <a:t>HTML page must include a reference to the external style sheet file inside the &lt;link&gt; element, inside the head section.</a:t>
            </a:r>
          </a:p>
        </p:txBody>
      </p:sp>
      <p:pic>
        <p:nvPicPr>
          <p:cNvPr id="9" name="Picture 8" descr="Graphical user interface, text, application&#10;&#10;Description automatically generated">
            <a:extLst>
              <a:ext uri="{FF2B5EF4-FFF2-40B4-BE49-F238E27FC236}">
                <a16:creationId xmlns:a16="http://schemas.microsoft.com/office/drawing/2014/main" id="{3555BEC0-A5CE-29B3-7D1F-C83BEAE43BBC}"/>
              </a:ext>
            </a:extLst>
          </p:cNvPr>
          <p:cNvPicPr>
            <a:picLocks noChangeAspect="1"/>
          </p:cNvPicPr>
          <p:nvPr/>
        </p:nvPicPr>
        <p:blipFill rotWithShape="1">
          <a:blip r:embed="rId3"/>
          <a:srcRect b="45938"/>
          <a:stretch/>
        </p:blipFill>
        <p:spPr>
          <a:xfrm>
            <a:off x="95572" y="4578997"/>
            <a:ext cx="4046571" cy="1429609"/>
          </a:xfrm>
          <a:prstGeom prst="rect">
            <a:avLst/>
          </a:prstGeom>
        </p:spPr>
      </p:pic>
      <p:sp>
        <p:nvSpPr>
          <p:cNvPr id="13" name="TextBox 12">
            <a:extLst>
              <a:ext uri="{FF2B5EF4-FFF2-40B4-BE49-F238E27FC236}">
                <a16:creationId xmlns:a16="http://schemas.microsoft.com/office/drawing/2014/main" id="{CBCBA38A-0C61-D389-E7B1-E300C7BB577D}"/>
              </a:ext>
            </a:extLst>
          </p:cNvPr>
          <p:cNvSpPr txBox="1"/>
          <p:nvPr/>
        </p:nvSpPr>
        <p:spPr>
          <a:xfrm>
            <a:off x="5035387" y="2115912"/>
            <a:ext cx="2751317" cy="400110"/>
          </a:xfrm>
          <a:prstGeom prst="rect">
            <a:avLst/>
          </a:prstGeom>
          <a:noFill/>
        </p:spPr>
        <p:txBody>
          <a:bodyPr wrap="square">
            <a:spAutoFit/>
          </a:bodyPr>
          <a:lstStyle/>
          <a:p>
            <a:r>
              <a:rPr lang="en-US" sz="2000" dirty="0">
                <a:solidFill>
                  <a:srgbClr val="00B0F0"/>
                </a:solidFill>
                <a:latin typeface="Verdana" panose="020B0604030504040204" pitchFamily="34" charset="0"/>
                <a:ea typeface="Verdana" panose="020B0604030504040204" pitchFamily="34" charset="0"/>
              </a:rPr>
              <a:t>Internal CSS</a:t>
            </a:r>
          </a:p>
        </p:txBody>
      </p:sp>
      <p:sp>
        <p:nvSpPr>
          <p:cNvPr id="14" name="Text Placeholder 5">
            <a:extLst>
              <a:ext uri="{FF2B5EF4-FFF2-40B4-BE49-F238E27FC236}">
                <a16:creationId xmlns:a16="http://schemas.microsoft.com/office/drawing/2014/main" id="{DA4F5D0B-6A40-42F5-A849-22FD703DE204}"/>
              </a:ext>
            </a:extLst>
          </p:cNvPr>
          <p:cNvSpPr txBox="1">
            <a:spLocks/>
          </p:cNvSpPr>
          <p:nvPr/>
        </p:nvSpPr>
        <p:spPr>
          <a:xfrm>
            <a:off x="5019687" y="2505670"/>
            <a:ext cx="4679484" cy="92333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solidFill>
                  <a:schemeClr val="tx1"/>
                </a:solidFill>
                <a:latin typeface="Verdana" panose="020B0604030504040204" pitchFamily="34" charset="0"/>
              </a:rPr>
              <a:t>The internal style is defined inside the &lt;style&gt; element, inside the head section.</a:t>
            </a:r>
          </a:p>
        </p:txBody>
      </p:sp>
      <p:pic>
        <p:nvPicPr>
          <p:cNvPr id="16" name="Picture 15" descr="Text&#10;&#10;Description automatically generated">
            <a:extLst>
              <a:ext uri="{FF2B5EF4-FFF2-40B4-BE49-F238E27FC236}">
                <a16:creationId xmlns:a16="http://schemas.microsoft.com/office/drawing/2014/main" id="{AAFBBDE0-AB69-8BCF-F1AD-323BB00D6959}"/>
              </a:ext>
            </a:extLst>
          </p:cNvPr>
          <p:cNvPicPr>
            <a:picLocks noChangeAspect="1"/>
          </p:cNvPicPr>
          <p:nvPr/>
        </p:nvPicPr>
        <p:blipFill>
          <a:blip r:embed="rId4"/>
          <a:stretch>
            <a:fillRect/>
          </a:stretch>
        </p:blipFill>
        <p:spPr>
          <a:xfrm>
            <a:off x="5017971" y="3745530"/>
            <a:ext cx="3185436" cy="3017782"/>
          </a:xfrm>
          <a:prstGeom prst="rect">
            <a:avLst/>
          </a:prstGeom>
        </p:spPr>
      </p:pic>
      <p:sp>
        <p:nvSpPr>
          <p:cNvPr id="18" name="TextBox 17">
            <a:extLst>
              <a:ext uri="{FF2B5EF4-FFF2-40B4-BE49-F238E27FC236}">
                <a16:creationId xmlns:a16="http://schemas.microsoft.com/office/drawing/2014/main" id="{9577AA87-025A-35BA-323C-884CB9D91941}"/>
              </a:ext>
            </a:extLst>
          </p:cNvPr>
          <p:cNvSpPr txBox="1"/>
          <p:nvPr/>
        </p:nvSpPr>
        <p:spPr>
          <a:xfrm>
            <a:off x="3924301" y="151999"/>
            <a:ext cx="2171699" cy="400110"/>
          </a:xfrm>
          <a:prstGeom prst="rect">
            <a:avLst/>
          </a:prstGeom>
          <a:noFill/>
        </p:spPr>
        <p:txBody>
          <a:bodyPr wrap="square">
            <a:spAutoFit/>
          </a:bodyPr>
          <a:lstStyle/>
          <a:p>
            <a:r>
              <a:rPr lang="en-US" sz="2000" dirty="0">
                <a:solidFill>
                  <a:srgbClr val="00B0F0"/>
                </a:solidFill>
                <a:latin typeface="Verdana" panose="020B0604030504040204" pitchFamily="34" charset="0"/>
                <a:ea typeface="Verdana" panose="020B0604030504040204" pitchFamily="34" charset="0"/>
              </a:rPr>
              <a:t>Inline CSS</a:t>
            </a:r>
          </a:p>
        </p:txBody>
      </p:sp>
      <p:sp>
        <p:nvSpPr>
          <p:cNvPr id="19" name="Text Placeholder 5">
            <a:extLst>
              <a:ext uri="{FF2B5EF4-FFF2-40B4-BE49-F238E27FC236}">
                <a16:creationId xmlns:a16="http://schemas.microsoft.com/office/drawing/2014/main" id="{81E7D6A6-E532-F545-FFA4-2E91000F572E}"/>
              </a:ext>
            </a:extLst>
          </p:cNvPr>
          <p:cNvSpPr txBox="1">
            <a:spLocks/>
          </p:cNvSpPr>
          <p:nvPr/>
        </p:nvSpPr>
        <p:spPr>
          <a:xfrm>
            <a:off x="3924301" y="776596"/>
            <a:ext cx="3963727" cy="92333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solidFill>
                  <a:schemeClr val="tx1"/>
                </a:solidFill>
                <a:latin typeface="Verdana" panose="020B0604030504040204" pitchFamily="34" charset="0"/>
              </a:rPr>
              <a:t>The internal style is defined inside the &lt;style&gt; element, inside the head section.</a:t>
            </a:r>
          </a:p>
        </p:txBody>
      </p:sp>
      <p:pic>
        <p:nvPicPr>
          <p:cNvPr id="21" name="Picture 20" descr="Graphical user interface, text&#10;&#10;Description automatically generated">
            <a:extLst>
              <a:ext uri="{FF2B5EF4-FFF2-40B4-BE49-F238E27FC236}">
                <a16:creationId xmlns:a16="http://schemas.microsoft.com/office/drawing/2014/main" id="{F0ED4E13-AB86-6B16-D812-E8945439D102}"/>
              </a:ext>
            </a:extLst>
          </p:cNvPr>
          <p:cNvPicPr>
            <a:picLocks noChangeAspect="1"/>
          </p:cNvPicPr>
          <p:nvPr/>
        </p:nvPicPr>
        <p:blipFill>
          <a:blip r:embed="rId5"/>
          <a:stretch>
            <a:fillRect/>
          </a:stretch>
        </p:blipFill>
        <p:spPr>
          <a:xfrm>
            <a:off x="7638750" y="317068"/>
            <a:ext cx="4893835" cy="1842385"/>
          </a:xfrm>
          <a:prstGeom prst="rect">
            <a:avLst/>
          </a:prstGeom>
        </p:spPr>
      </p:pic>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6"/>
          <a:stretch>
            <a:fillRect/>
          </a:stretch>
        </p:blipFill>
        <p:spPr>
          <a:xfrm>
            <a:off x="11343862" y="66372"/>
            <a:ext cx="848138" cy="848138"/>
          </a:xfrm>
          <a:prstGeom prst="rect">
            <a:avLst/>
          </a:prstGeom>
        </p:spPr>
      </p:pic>
    </p:spTree>
    <p:extLst>
      <p:ext uri="{BB962C8B-B14F-4D97-AF65-F5344CB8AC3E}">
        <p14:creationId xmlns:p14="http://schemas.microsoft.com/office/powerpoint/2010/main" val="295422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Comments</a:t>
            </a:r>
          </a:p>
        </p:txBody>
      </p:sp>
      <p:sp>
        <p:nvSpPr>
          <p:cNvPr id="6" name="Text Placeholder 5"/>
          <p:cNvSpPr>
            <a:spLocks noGrp="1"/>
          </p:cNvSpPr>
          <p:nvPr>
            <p:ph type="body" sz="quarter" idx="10"/>
          </p:nvPr>
        </p:nvSpPr>
        <p:spPr>
          <a:xfrm>
            <a:off x="325342" y="716801"/>
            <a:ext cx="11018520" cy="369332"/>
          </a:xfrm>
        </p:spPr>
        <p:txBody>
          <a:bodyPr/>
          <a:lstStyle/>
          <a:p>
            <a:pPr marL="0" indent="0" algn="l">
              <a:buNone/>
            </a:pPr>
            <a:r>
              <a:rPr lang="en-US" sz="2400" b="0" i="0" dirty="0">
                <a:solidFill>
                  <a:srgbClr val="00B050"/>
                </a:solidFill>
                <a:effectLst/>
                <a:latin typeface="Verdana" panose="020B0604030504040204" pitchFamily="34" charset="0"/>
              </a:rPr>
              <a:t>CSS Grouping Selector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431800" y="1294763"/>
            <a:ext cx="11121694" cy="118186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chemeClr val="tx1"/>
                </a:solidFill>
                <a:latin typeface="Verdana" panose="020B0604030504040204" pitchFamily="34" charset="0"/>
              </a:rPr>
              <a:t>CSS comments are not displayed in the browser, but they can help document your source code.</a:t>
            </a:r>
            <a:endParaRPr lang="en-US" sz="2400" b="0" i="0" dirty="0">
              <a:solidFill>
                <a:schemeClr val="tx1"/>
              </a:solidFill>
              <a:effectLst/>
              <a:latin typeface="Verdana" panose="020B0604030504040204" pitchFamily="34" charset="0"/>
              <a:ea typeface="Verdana" panose="020B0604030504040204" pitchFamily="34" charset="0"/>
            </a:endParaRPr>
          </a:p>
          <a:p>
            <a:pPr marL="0" indent="0">
              <a:buFont typeface="Wingdings" panose="05000000000000000000" pitchFamily="2" charset="2"/>
              <a:buNone/>
            </a:pPr>
            <a:endParaRPr lang="en-US" sz="2400" b="0" i="0" dirty="0">
              <a:solidFill>
                <a:srgbClr val="000000"/>
              </a:solidFill>
              <a:effectLst/>
              <a:latin typeface="Verdana" panose="020B0604030504040204" pitchFamily="34" charset="0"/>
              <a:ea typeface="Verdana" panose="020B0604030504040204" pitchFamily="34" charset="0"/>
            </a:endParaRPr>
          </a:p>
        </p:txBody>
      </p:sp>
      <p:sp>
        <p:nvSpPr>
          <p:cNvPr id="8" name="Text Placeholder 5">
            <a:extLst>
              <a:ext uri="{FF2B5EF4-FFF2-40B4-BE49-F238E27FC236}">
                <a16:creationId xmlns:a16="http://schemas.microsoft.com/office/drawing/2014/main" id="{3ACC7486-2DA9-40E8-E906-F37639797DB2}"/>
              </a:ext>
            </a:extLst>
          </p:cNvPr>
          <p:cNvSpPr txBox="1">
            <a:spLocks/>
          </p:cNvSpPr>
          <p:nvPr/>
        </p:nvSpPr>
        <p:spPr>
          <a:xfrm>
            <a:off x="325341" y="2427394"/>
            <a:ext cx="6500001" cy="1477328"/>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b="0" i="0" dirty="0">
                <a:solidFill>
                  <a:srgbClr val="008000"/>
                </a:solidFill>
                <a:effectLst/>
                <a:latin typeface="Consolas" panose="020B0609020204030204" pitchFamily="49" charset="0"/>
              </a:rPr>
              <a:t>/* This is a single-line comment */</a:t>
            </a:r>
            <a:br>
              <a:rPr lang="en-US" sz="1600" dirty="0"/>
            </a:br>
            <a:r>
              <a:rPr lang="en-US" sz="2400" b="0" i="0" dirty="0">
                <a:solidFill>
                  <a:srgbClr val="A52A2A"/>
                </a:solidFill>
                <a:effectLst/>
                <a:latin typeface="Consolas" panose="020B0609020204030204" pitchFamily="49" charset="0"/>
              </a:rPr>
              <a:t>p </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color</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red</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000000"/>
                </a:solidFill>
                <a:effectLst/>
                <a:latin typeface="Consolas" panose="020B0609020204030204" pitchFamily="49" charset="0"/>
              </a:rPr>
              <a:t>}</a:t>
            </a:r>
            <a:endParaRPr lang="en-US" sz="2400" b="0" i="0" dirty="0">
              <a:solidFill>
                <a:srgbClr val="000000"/>
              </a:solidFill>
              <a:effectLst/>
              <a:latin typeface="Verdana" panose="020B0604030504040204" pitchFamily="34" charset="0"/>
              <a:ea typeface="Verdana" panose="020B0604030504040204" pitchFamily="34" charset="0"/>
            </a:endParaRPr>
          </a:p>
        </p:txBody>
      </p:sp>
      <p:sp>
        <p:nvSpPr>
          <p:cNvPr id="9" name="Text Placeholder 5">
            <a:extLst>
              <a:ext uri="{FF2B5EF4-FFF2-40B4-BE49-F238E27FC236}">
                <a16:creationId xmlns:a16="http://schemas.microsoft.com/office/drawing/2014/main" id="{A86DC1A5-22B4-2B7E-3B62-CFBF6D12B354}"/>
              </a:ext>
            </a:extLst>
          </p:cNvPr>
          <p:cNvSpPr txBox="1">
            <a:spLocks/>
          </p:cNvSpPr>
          <p:nvPr/>
        </p:nvSpPr>
        <p:spPr>
          <a:xfrm>
            <a:off x="325341" y="4888203"/>
            <a:ext cx="8194103" cy="110799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b="0" i="0" dirty="0">
                <a:solidFill>
                  <a:srgbClr val="A52A2A"/>
                </a:solidFill>
                <a:effectLst/>
                <a:latin typeface="Consolas" panose="020B0609020204030204" pitchFamily="49" charset="0"/>
              </a:rPr>
              <a:t>p </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color</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red</a:t>
            </a:r>
            <a:r>
              <a:rPr lang="en-US" sz="2400" b="0" i="0" dirty="0">
                <a:solidFill>
                  <a:srgbClr val="000000"/>
                </a:solidFill>
                <a:effectLst/>
                <a:latin typeface="Consolas" panose="020B0609020204030204" pitchFamily="49" charset="0"/>
              </a:rPr>
              <a:t>;</a:t>
            </a:r>
            <a:r>
              <a:rPr lang="en-US" sz="2400" b="0" i="0" dirty="0">
                <a:solidFill>
                  <a:srgbClr val="FF0000"/>
                </a:solidFill>
                <a:effectLst/>
                <a:latin typeface="Consolas" panose="020B0609020204030204" pitchFamily="49" charset="0"/>
              </a:rPr>
              <a:t>  </a:t>
            </a:r>
            <a:r>
              <a:rPr lang="en-US" sz="2400" b="0" i="0" dirty="0">
                <a:solidFill>
                  <a:srgbClr val="008000"/>
                </a:solidFill>
                <a:effectLst/>
                <a:latin typeface="Consolas" panose="020B0609020204030204" pitchFamily="49" charset="0"/>
              </a:rPr>
              <a:t>/* Set text color to red */</a:t>
            </a:r>
            <a:br>
              <a:rPr lang="en-US" sz="2400" b="0" i="0" dirty="0">
                <a:solidFill>
                  <a:srgbClr val="FF0000"/>
                </a:solidFill>
                <a:effectLst/>
                <a:latin typeface="Consolas" panose="020B0609020204030204" pitchFamily="49" charset="0"/>
              </a:rPr>
            </a:br>
            <a:r>
              <a:rPr lang="en-US" sz="2400" b="0" i="0" dirty="0">
                <a:solidFill>
                  <a:srgbClr val="000000"/>
                </a:solidFill>
                <a:effectLst/>
                <a:latin typeface="Consolas" panose="020B0609020204030204" pitchFamily="49" charset="0"/>
              </a:rPr>
              <a:t>}</a:t>
            </a:r>
            <a:endParaRPr lang="en-US" sz="2400" b="0" i="0" dirty="0">
              <a:solidFill>
                <a:srgbClr val="000000"/>
              </a:solidFill>
              <a:effectLst/>
              <a:latin typeface="Verdana" panose="020B0604030504040204" pitchFamily="34" charset="0"/>
              <a:ea typeface="Verdana" panose="020B0604030504040204" pitchFamily="34" charset="0"/>
            </a:endParaRPr>
          </a:p>
        </p:txBody>
      </p:sp>
      <p:sp>
        <p:nvSpPr>
          <p:cNvPr id="10" name="Text Placeholder 5">
            <a:extLst>
              <a:ext uri="{FF2B5EF4-FFF2-40B4-BE49-F238E27FC236}">
                <a16:creationId xmlns:a16="http://schemas.microsoft.com/office/drawing/2014/main" id="{79F4D385-47F4-331B-71B2-303728B794D3}"/>
              </a:ext>
            </a:extLst>
          </p:cNvPr>
          <p:cNvSpPr txBox="1">
            <a:spLocks/>
          </p:cNvSpPr>
          <p:nvPr/>
        </p:nvSpPr>
        <p:spPr>
          <a:xfrm>
            <a:off x="8142514" y="1885694"/>
            <a:ext cx="3617686" cy="258532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b="0" i="0" dirty="0">
                <a:solidFill>
                  <a:srgbClr val="008000"/>
                </a:solidFill>
                <a:effectLst/>
                <a:latin typeface="Consolas" panose="020B0609020204030204" pitchFamily="49" charset="0"/>
              </a:rPr>
              <a:t>/* This is</a:t>
            </a:r>
            <a:br>
              <a:rPr lang="en-US" sz="2400" b="0" i="0" dirty="0">
                <a:solidFill>
                  <a:srgbClr val="008000"/>
                </a:solidFill>
                <a:effectLst/>
                <a:latin typeface="Consolas" panose="020B0609020204030204" pitchFamily="49" charset="0"/>
              </a:rPr>
            </a:br>
            <a:r>
              <a:rPr lang="en-US" sz="2400" b="0" i="0" dirty="0">
                <a:solidFill>
                  <a:srgbClr val="008000"/>
                </a:solidFill>
                <a:effectLst/>
                <a:latin typeface="Consolas" panose="020B0609020204030204" pitchFamily="49" charset="0"/>
              </a:rPr>
              <a:t>a multi-line</a:t>
            </a:r>
            <a:br>
              <a:rPr lang="en-US" sz="2400" b="0" i="0" dirty="0">
                <a:solidFill>
                  <a:srgbClr val="008000"/>
                </a:solidFill>
                <a:effectLst/>
                <a:latin typeface="Consolas" panose="020B0609020204030204" pitchFamily="49" charset="0"/>
              </a:rPr>
            </a:br>
            <a:r>
              <a:rPr lang="en-US" sz="2400" b="0" i="0" dirty="0">
                <a:solidFill>
                  <a:srgbClr val="008000"/>
                </a:solidFill>
                <a:effectLst/>
                <a:latin typeface="Consolas" panose="020B0609020204030204" pitchFamily="49" charset="0"/>
              </a:rPr>
              <a:t>comment */</a:t>
            </a:r>
            <a:br>
              <a:rPr lang="en-US" sz="2400" dirty="0"/>
            </a:br>
            <a:br>
              <a:rPr lang="en-US" sz="2400" dirty="0"/>
            </a:br>
            <a:r>
              <a:rPr lang="en-US" sz="2400" b="0" i="0" dirty="0">
                <a:solidFill>
                  <a:srgbClr val="A52A2A"/>
                </a:solidFill>
                <a:effectLst/>
                <a:latin typeface="Consolas" panose="020B0609020204030204" pitchFamily="49" charset="0"/>
              </a:rPr>
              <a:t>p </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color</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red</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000000"/>
                </a:solidFill>
                <a:effectLst/>
                <a:latin typeface="Consolas" panose="020B0609020204030204" pitchFamily="49" charset="0"/>
              </a:rPr>
              <a:t>}</a:t>
            </a:r>
            <a:endParaRPr lang="en-US" sz="2400" b="0" i="0" dirty="0">
              <a:solidFill>
                <a:srgbClr val="000000"/>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61238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Colors</a:t>
            </a:r>
          </a:p>
        </p:txBody>
      </p:sp>
      <p:sp>
        <p:nvSpPr>
          <p:cNvPr id="6" name="Text Placeholder 5"/>
          <p:cNvSpPr>
            <a:spLocks noGrp="1"/>
          </p:cNvSpPr>
          <p:nvPr>
            <p:ph type="body" sz="quarter" idx="10"/>
          </p:nvPr>
        </p:nvSpPr>
        <p:spPr>
          <a:xfrm>
            <a:off x="325342" y="716801"/>
            <a:ext cx="11018520" cy="369332"/>
          </a:xfrm>
        </p:spPr>
        <p:txBody>
          <a:bodyPr/>
          <a:lstStyle/>
          <a:p>
            <a:pPr marL="0" indent="0" algn="l">
              <a:buNone/>
            </a:pPr>
            <a:r>
              <a:rPr lang="en-US" sz="2400" b="0" i="0" dirty="0">
                <a:solidFill>
                  <a:srgbClr val="00B050"/>
                </a:solidFill>
                <a:effectLst/>
                <a:latin typeface="Verdana" panose="020B0604030504040204" pitchFamily="34" charset="0"/>
              </a:rPr>
              <a:t>Background Color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431800" y="1294763"/>
            <a:ext cx="11121694" cy="118186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a:solidFill>
                  <a:schemeClr val="tx1"/>
                </a:solidFill>
                <a:latin typeface="Verdana" panose="020B0604030504040204" pitchFamily="34" charset="0"/>
              </a:rPr>
              <a:t>CSS comments are not displayed in the browser, but they can help document your source code.</a:t>
            </a:r>
            <a:endParaRPr lang="en-US" sz="2400" b="0" i="0">
              <a:solidFill>
                <a:schemeClr val="tx1"/>
              </a:solidFill>
              <a:effectLst/>
              <a:latin typeface="Verdana" panose="020B0604030504040204" pitchFamily="34" charset="0"/>
              <a:ea typeface="Verdana" panose="020B0604030504040204" pitchFamily="34" charset="0"/>
            </a:endParaRPr>
          </a:p>
          <a:p>
            <a:pPr marL="0" indent="0">
              <a:buFont typeface="Wingdings" panose="05000000000000000000" pitchFamily="2" charset="2"/>
              <a:buNone/>
            </a:pPr>
            <a:endParaRPr lang="en-US" sz="2400" b="0" i="0" dirty="0">
              <a:solidFill>
                <a:srgbClr val="000000"/>
              </a:solidFill>
              <a:effectLst/>
              <a:latin typeface="Verdana" panose="020B0604030504040204" pitchFamily="34" charset="0"/>
              <a:ea typeface="Verdana" panose="020B0604030504040204" pitchFamily="34" charset="0"/>
            </a:endParaRPr>
          </a:p>
        </p:txBody>
      </p:sp>
      <p:sp>
        <p:nvSpPr>
          <p:cNvPr id="8" name="Text Placeholder 5">
            <a:extLst>
              <a:ext uri="{FF2B5EF4-FFF2-40B4-BE49-F238E27FC236}">
                <a16:creationId xmlns:a16="http://schemas.microsoft.com/office/drawing/2014/main" id="{3ACC7486-2DA9-40E8-E906-F37639797DB2}"/>
              </a:ext>
            </a:extLst>
          </p:cNvPr>
          <p:cNvSpPr txBox="1">
            <a:spLocks/>
          </p:cNvSpPr>
          <p:nvPr/>
        </p:nvSpPr>
        <p:spPr>
          <a:xfrm>
            <a:off x="325341" y="2153865"/>
            <a:ext cx="1058964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FF0000"/>
                </a:solidFill>
                <a:effectLst/>
                <a:latin typeface="Consolas" panose="020B0609020204030204" pitchFamily="49" charset="0"/>
              </a:rPr>
              <a:t> style</a:t>
            </a:r>
            <a:r>
              <a:rPr lang="en-US" sz="2400" b="0" i="0" dirty="0">
                <a:solidFill>
                  <a:srgbClr val="0000CD"/>
                </a:solidFill>
                <a:effectLst/>
                <a:latin typeface="Consolas" panose="020B0609020204030204" pitchFamily="49" charset="0"/>
              </a:rPr>
              <a:t>="</a:t>
            </a:r>
            <a:r>
              <a:rPr lang="en-US" sz="2400" b="0" i="0" dirty="0" err="1">
                <a:solidFill>
                  <a:srgbClr val="0000CD"/>
                </a:solidFill>
                <a:effectLst/>
                <a:latin typeface="Consolas" panose="020B0609020204030204" pitchFamily="49" charset="0"/>
              </a:rPr>
              <a:t>background-color:DodgerBlue</a:t>
            </a:r>
            <a:r>
              <a:rPr lang="en-US" sz="2400" b="0" i="0" dirty="0">
                <a:solidFill>
                  <a:srgbClr val="0000CD"/>
                </a:solidFill>
                <a:effectLst/>
                <a:latin typeface="Consolas" panose="020B0609020204030204" pitchFamily="49" charset="0"/>
              </a:rPr>
              <a:t>;"&gt;</a:t>
            </a:r>
            <a:r>
              <a:rPr lang="en-US" sz="2400" b="0" i="0" dirty="0">
                <a:solidFill>
                  <a:srgbClr val="000000"/>
                </a:solidFill>
                <a:effectLst/>
                <a:latin typeface="Consolas" panose="020B0609020204030204" pitchFamily="49" charset="0"/>
              </a:rPr>
              <a:t>Hello World</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0000CD"/>
                </a:solidFill>
                <a:effectLst/>
                <a:latin typeface="Consolas" panose="020B0609020204030204" pitchFamily="49" charset="0"/>
              </a:rPr>
              <a:t>&gt;</a:t>
            </a:r>
            <a:endParaRPr lang="en-US" sz="2400" b="0" i="0" dirty="0">
              <a:solidFill>
                <a:srgbClr val="000000"/>
              </a:solidFill>
              <a:effectLst/>
              <a:latin typeface="Verdana" panose="020B0604030504040204" pitchFamily="34" charset="0"/>
              <a:ea typeface="Verdana" panose="020B0604030504040204" pitchFamily="34" charset="0"/>
            </a:endParaRPr>
          </a:p>
        </p:txBody>
      </p:sp>
      <p:sp>
        <p:nvSpPr>
          <p:cNvPr id="5" name="Text Placeholder 5">
            <a:extLst>
              <a:ext uri="{FF2B5EF4-FFF2-40B4-BE49-F238E27FC236}">
                <a16:creationId xmlns:a16="http://schemas.microsoft.com/office/drawing/2014/main" id="{3406561A-4A44-9B7D-4CAB-DEC89D565A0D}"/>
              </a:ext>
            </a:extLst>
          </p:cNvPr>
          <p:cNvSpPr txBox="1">
            <a:spLocks/>
          </p:cNvSpPr>
          <p:nvPr/>
        </p:nvSpPr>
        <p:spPr>
          <a:xfrm>
            <a:off x="325342" y="2731827"/>
            <a:ext cx="11018520"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Background Color</a:t>
            </a:r>
          </a:p>
        </p:txBody>
      </p:sp>
      <p:sp>
        <p:nvSpPr>
          <p:cNvPr id="7" name="Text Placeholder 5">
            <a:extLst>
              <a:ext uri="{FF2B5EF4-FFF2-40B4-BE49-F238E27FC236}">
                <a16:creationId xmlns:a16="http://schemas.microsoft.com/office/drawing/2014/main" id="{21CABC53-CF11-F8CE-BF35-E1E4827E56AE}"/>
              </a:ext>
            </a:extLst>
          </p:cNvPr>
          <p:cNvSpPr txBox="1">
            <a:spLocks/>
          </p:cNvSpPr>
          <p:nvPr/>
        </p:nvSpPr>
        <p:spPr>
          <a:xfrm>
            <a:off x="325341" y="3165911"/>
            <a:ext cx="11121694" cy="81253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b="0" i="0" dirty="0">
                <a:solidFill>
                  <a:srgbClr val="000000"/>
                </a:solidFill>
                <a:effectLst/>
                <a:latin typeface="Verdana" panose="020B0604030504040204" pitchFamily="34" charset="0"/>
                <a:ea typeface="Verdana" panose="020B0604030504040204" pitchFamily="34" charset="0"/>
              </a:rPr>
              <a:t>set the color of text:</a:t>
            </a:r>
          </a:p>
          <a:p>
            <a:pPr marL="0" indent="0">
              <a:buFont typeface="Wingdings" panose="05000000000000000000" pitchFamily="2" charset="2"/>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p</a:t>
            </a:r>
            <a:r>
              <a:rPr lang="en-US" sz="2400" b="0" i="0" dirty="0">
                <a:solidFill>
                  <a:srgbClr val="FF0000"/>
                </a:solidFill>
                <a:effectLst/>
                <a:latin typeface="Consolas" panose="020B0609020204030204" pitchFamily="49" charset="0"/>
              </a:rPr>
              <a:t> style</a:t>
            </a:r>
            <a:r>
              <a:rPr lang="en-US" sz="2400" b="0" i="0" dirty="0">
                <a:solidFill>
                  <a:srgbClr val="0000CD"/>
                </a:solidFill>
                <a:effectLst/>
                <a:latin typeface="Consolas" panose="020B0609020204030204" pitchFamily="49" charset="0"/>
              </a:rPr>
              <a:t>="</a:t>
            </a:r>
            <a:r>
              <a:rPr lang="en-US" sz="2400" b="0" i="0" dirty="0" err="1">
                <a:solidFill>
                  <a:srgbClr val="0000CD"/>
                </a:solidFill>
                <a:effectLst/>
                <a:latin typeface="Consolas" panose="020B0609020204030204" pitchFamily="49" charset="0"/>
              </a:rPr>
              <a:t>color:DodgerBlue</a:t>
            </a:r>
            <a:r>
              <a:rPr lang="en-US" sz="2400" b="0" i="0" dirty="0">
                <a:solidFill>
                  <a:srgbClr val="0000CD"/>
                </a:solidFill>
                <a:effectLst/>
                <a:latin typeface="Consolas" panose="020B0609020204030204" pitchFamily="49" charset="0"/>
              </a:rPr>
              <a:t>;"&gt;</a:t>
            </a:r>
            <a:r>
              <a:rPr lang="en-US" sz="2400" b="0" i="0" dirty="0">
                <a:solidFill>
                  <a:srgbClr val="000000"/>
                </a:solidFill>
                <a:effectLst/>
                <a:latin typeface="Consolas" panose="020B0609020204030204" pitchFamily="49" charset="0"/>
              </a:rPr>
              <a:t>Lorem ipsum...</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/p</a:t>
            </a:r>
            <a:r>
              <a:rPr lang="en-US" sz="2400" b="0" i="0" dirty="0">
                <a:solidFill>
                  <a:srgbClr val="0000CD"/>
                </a:solidFill>
                <a:effectLst/>
                <a:latin typeface="Consolas" panose="020B0609020204030204" pitchFamily="49" charset="0"/>
              </a:rPr>
              <a:t>&gt;</a:t>
            </a:r>
            <a:endParaRPr lang="en-US" sz="2400" b="0" i="0" dirty="0">
              <a:solidFill>
                <a:srgbClr val="000000"/>
              </a:solidFill>
              <a:effectLst/>
              <a:latin typeface="Verdana" panose="020B0604030504040204" pitchFamily="34" charset="0"/>
              <a:ea typeface="Verdana" panose="020B0604030504040204" pitchFamily="34" charset="0"/>
            </a:endParaRPr>
          </a:p>
        </p:txBody>
      </p:sp>
      <p:sp>
        <p:nvSpPr>
          <p:cNvPr id="11" name="Text Placeholder 5">
            <a:extLst>
              <a:ext uri="{FF2B5EF4-FFF2-40B4-BE49-F238E27FC236}">
                <a16:creationId xmlns:a16="http://schemas.microsoft.com/office/drawing/2014/main" id="{367FB95F-FABC-72D2-EC40-BE3F8E5A5183}"/>
              </a:ext>
            </a:extLst>
          </p:cNvPr>
          <p:cNvSpPr txBox="1">
            <a:spLocks/>
          </p:cNvSpPr>
          <p:nvPr/>
        </p:nvSpPr>
        <p:spPr>
          <a:xfrm>
            <a:off x="198785" y="4233643"/>
            <a:ext cx="11018520"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Border Color</a:t>
            </a:r>
          </a:p>
        </p:txBody>
      </p:sp>
      <p:sp>
        <p:nvSpPr>
          <p:cNvPr id="12" name="Text Placeholder 5">
            <a:extLst>
              <a:ext uri="{FF2B5EF4-FFF2-40B4-BE49-F238E27FC236}">
                <a16:creationId xmlns:a16="http://schemas.microsoft.com/office/drawing/2014/main" id="{FA5CD920-63DB-C30E-3E07-C6240C47C17C}"/>
              </a:ext>
            </a:extLst>
          </p:cNvPr>
          <p:cNvSpPr txBox="1">
            <a:spLocks/>
          </p:cNvSpPr>
          <p:nvPr/>
        </p:nvSpPr>
        <p:spPr>
          <a:xfrm>
            <a:off x="198784" y="4667727"/>
            <a:ext cx="11121694" cy="81253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b="0" i="0" dirty="0">
                <a:solidFill>
                  <a:srgbClr val="000000"/>
                </a:solidFill>
                <a:effectLst/>
                <a:latin typeface="Verdana" panose="020B0604030504040204" pitchFamily="34" charset="0"/>
                <a:ea typeface="Verdana" panose="020B0604030504040204" pitchFamily="34" charset="0"/>
              </a:rPr>
              <a:t>set the color of borders</a:t>
            </a:r>
          </a:p>
          <a:p>
            <a:pPr marL="0" indent="0">
              <a:buFont typeface="Wingdings" panose="05000000000000000000" pitchFamily="2" charset="2"/>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FF0000"/>
                </a:solidFill>
                <a:effectLst/>
                <a:latin typeface="Consolas" panose="020B0609020204030204" pitchFamily="49" charset="0"/>
              </a:rPr>
              <a:t> style</a:t>
            </a:r>
            <a:r>
              <a:rPr lang="en-US" sz="2400" b="0" i="0" dirty="0">
                <a:solidFill>
                  <a:srgbClr val="0000CD"/>
                </a:solidFill>
                <a:effectLst/>
                <a:latin typeface="Consolas" panose="020B0609020204030204" pitchFamily="49" charset="0"/>
              </a:rPr>
              <a:t>="border:2px solid Tomato;"&gt;</a:t>
            </a:r>
            <a:r>
              <a:rPr lang="en-US" sz="2400" b="0" i="0" dirty="0">
                <a:solidFill>
                  <a:srgbClr val="000000"/>
                </a:solidFill>
                <a:effectLst/>
                <a:latin typeface="Consolas" panose="020B0609020204030204" pitchFamily="49" charset="0"/>
              </a:rPr>
              <a:t>Hello World</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0000CD"/>
                </a:solidFill>
                <a:effectLst/>
                <a:latin typeface="Consolas" panose="020B0609020204030204" pitchFamily="49" charset="0"/>
              </a:rPr>
              <a:t>&gt;</a:t>
            </a:r>
            <a:endParaRPr lang="en-US" sz="2400" b="0" i="0" dirty="0">
              <a:solidFill>
                <a:srgbClr val="000000"/>
              </a:solidFill>
              <a:effectLst/>
              <a:latin typeface="Verdana" panose="020B0604030504040204" pitchFamily="34" charset="0"/>
              <a:ea typeface="Verdana" panose="020B0604030504040204" pitchFamily="34" charset="0"/>
            </a:endParaRPr>
          </a:p>
        </p:txBody>
      </p:sp>
      <p:pic>
        <p:nvPicPr>
          <p:cNvPr id="14" name="Picture 13">
            <a:extLst>
              <a:ext uri="{FF2B5EF4-FFF2-40B4-BE49-F238E27FC236}">
                <a16:creationId xmlns:a16="http://schemas.microsoft.com/office/drawing/2014/main" id="{BA6F37D7-2C66-4828-3E05-C415BAC627FE}"/>
              </a:ext>
            </a:extLst>
          </p:cNvPr>
          <p:cNvPicPr>
            <a:picLocks noChangeAspect="1"/>
          </p:cNvPicPr>
          <p:nvPr/>
        </p:nvPicPr>
        <p:blipFill>
          <a:blip r:embed="rId4"/>
          <a:stretch>
            <a:fillRect/>
          </a:stretch>
        </p:blipFill>
        <p:spPr>
          <a:xfrm>
            <a:off x="325341" y="5653936"/>
            <a:ext cx="6782388" cy="480102"/>
          </a:xfrm>
          <a:prstGeom prst="rect">
            <a:avLst/>
          </a:prstGeom>
        </p:spPr>
      </p:pic>
    </p:spTree>
    <p:extLst>
      <p:ext uri="{BB962C8B-B14F-4D97-AF65-F5344CB8AC3E}">
        <p14:creationId xmlns:p14="http://schemas.microsoft.com/office/powerpoint/2010/main" val="1527726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Colors</a:t>
            </a:r>
          </a:p>
        </p:txBody>
      </p:sp>
      <p:sp>
        <p:nvSpPr>
          <p:cNvPr id="6" name="Text Placeholder 5"/>
          <p:cNvSpPr>
            <a:spLocks noGrp="1"/>
          </p:cNvSpPr>
          <p:nvPr>
            <p:ph type="body" sz="quarter" idx="10"/>
          </p:nvPr>
        </p:nvSpPr>
        <p:spPr>
          <a:xfrm>
            <a:off x="325342" y="716801"/>
            <a:ext cx="11018520" cy="369332"/>
          </a:xfrm>
        </p:spPr>
        <p:txBody>
          <a:bodyPr/>
          <a:lstStyle/>
          <a:p>
            <a:pPr marL="0" indent="0" algn="l">
              <a:buNone/>
            </a:pPr>
            <a:r>
              <a:rPr lang="en-US" sz="2400" b="0" i="0" dirty="0">
                <a:solidFill>
                  <a:srgbClr val="00B050"/>
                </a:solidFill>
                <a:effectLst/>
                <a:latin typeface="Verdana" panose="020B0604030504040204" pitchFamily="34" charset="0"/>
              </a:rPr>
              <a:t>Color Values</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431800" y="1294763"/>
            <a:ext cx="11121694" cy="54168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dirty="0">
                <a:solidFill>
                  <a:srgbClr val="000000"/>
                </a:solidFill>
                <a:latin typeface="Verdana" panose="020B0604030504040204" pitchFamily="34" charset="0"/>
              </a:rPr>
              <a:t>C</a:t>
            </a:r>
            <a:r>
              <a:rPr lang="en-US" sz="1600" b="0" i="0" dirty="0">
                <a:solidFill>
                  <a:srgbClr val="000000"/>
                </a:solidFill>
                <a:effectLst/>
                <a:latin typeface="Verdana" panose="020B0604030504040204" pitchFamily="34" charset="0"/>
              </a:rPr>
              <a:t>olors can also be specified using RGB values, HEX values, HSL values, RGBA values, and HSLA values:</a:t>
            </a:r>
          </a:p>
          <a:p>
            <a:pPr marL="0" indent="0">
              <a:buFont typeface="Wingdings" panose="05000000000000000000" pitchFamily="2" charset="2"/>
              <a:buNone/>
            </a:pPr>
            <a:r>
              <a:rPr lang="en-US" sz="1600" b="0" i="0" dirty="0">
                <a:solidFill>
                  <a:srgbClr val="000000"/>
                </a:solidFill>
                <a:effectLst/>
                <a:latin typeface="Verdana" panose="020B0604030504040204" pitchFamily="34" charset="0"/>
              </a:rPr>
              <a:t>Same as color name "Tomato":</a:t>
            </a:r>
            <a:endParaRPr lang="en-US" sz="2400" b="0" i="0" dirty="0">
              <a:solidFill>
                <a:srgbClr val="000000"/>
              </a:solidFill>
              <a:effectLst/>
              <a:latin typeface="Verdana" panose="020B0604030504040204" pitchFamily="34" charset="0"/>
              <a:ea typeface="Verdana" panose="020B0604030504040204" pitchFamily="34" charset="0"/>
            </a:endParaRPr>
          </a:p>
        </p:txBody>
      </p:sp>
      <p:pic>
        <p:nvPicPr>
          <p:cNvPr id="10" name="Picture 9" descr="Chart, bar chart, funnel chart&#10;&#10;Description automatically generated">
            <a:extLst>
              <a:ext uri="{FF2B5EF4-FFF2-40B4-BE49-F238E27FC236}">
                <a16:creationId xmlns:a16="http://schemas.microsoft.com/office/drawing/2014/main" id="{1856F3AA-16B2-8ECD-AFC4-7BB0D5FFE9E7}"/>
              </a:ext>
            </a:extLst>
          </p:cNvPr>
          <p:cNvPicPr>
            <a:picLocks noChangeAspect="1"/>
          </p:cNvPicPr>
          <p:nvPr/>
        </p:nvPicPr>
        <p:blipFill>
          <a:blip r:embed="rId4"/>
          <a:stretch>
            <a:fillRect/>
          </a:stretch>
        </p:blipFill>
        <p:spPr>
          <a:xfrm>
            <a:off x="526741" y="2216703"/>
            <a:ext cx="8701723" cy="3924496"/>
          </a:xfrm>
          <a:prstGeom prst="rect">
            <a:avLst/>
          </a:prstGeom>
        </p:spPr>
      </p:pic>
    </p:spTree>
    <p:extLst>
      <p:ext uri="{BB962C8B-B14F-4D97-AF65-F5344CB8AC3E}">
        <p14:creationId xmlns:p14="http://schemas.microsoft.com/office/powerpoint/2010/main" val="3115551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Backgrounds</a:t>
            </a:r>
          </a:p>
        </p:txBody>
      </p:sp>
      <p:sp>
        <p:nvSpPr>
          <p:cNvPr id="6" name="Text Placeholder 5"/>
          <p:cNvSpPr>
            <a:spLocks noGrp="1"/>
          </p:cNvSpPr>
          <p:nvPr>
            <p:ph type="body" sz="quarter" idx="10"/>
          </p:nvPr>
        </p:nvSpPr>
        <p:spPr>
          <a:xfrm>
            <a:off x="198784" y="1142293"/>
            <a:ext cx="11018520" cy="369332"/>
          </a:xfrm>
        </p:spPr>
        <p:txBody>
          <a:bodyPr/>
          <a:lstStyle/>
          <a:p>
            <a:pPr marL="0" indent="0" algn="l">
              <a:buNone/>
            </a:pPr>
            <a:r>
              <a:rPr lang="en-US" sz="2400" b="0" i="0" dirty="0">
                <a:solidFill>
                  <a:srgbClr val="00B050"/>
                </a:solidFill>
                <a:effectLst/>
                <a:latin typeface="Verdana" panose="020B0604030504040204" pitchFamily="34" charset="0"/>
              </a:rPr>
              <a:t>background-color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325521" y="1576377"/>
            <a:ext cx="6352116" cy="192052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chemeClr val="tx1"/>
                </a:solidFill>
                <a:latin typeface="Verdana" panose="020B0604030504040204" pitchFamily="34" charset="0"/>
              </a:rPr>
              <a:t>background-color property specifies the background color of an element</a:t>
            </a:r>
          </a:p>
          <a:p>
            <a:pPr marL="0" indent="0">
              <a:buFont typeface="Wingdings" panose="05000000000000000000" pitchFamily="2" charset="2"/>
              <a:buNone/>
            </a:pPr>
            <a:r>
              <a:rPr lang="en-US" sz="2400" b="0" i="0" dirty="0">
                <a:solidFill>
                  <a:srgbClr val="A52A2A"/>
                </a:solidFill>
                <a:effectLst/>
                <a:latin typeface="Consolas" panose="020B0609020204030204" pitchFamily="49" charset="0"/>
              </a:rPr>
              <a:t>body </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background-color</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a:t>
            </a:r>
            <a:r>
              <a:rPr lang="en-US" sz="2400" b="0" i="0" dirty="0" err="1">
                <a:solidFill>
                  <a:srgbClr val="0000CD"/>
                </a:solidFill>
                <a:effectLst/>
                <a:latin typeface="Consolas" panose="020B0609020204030204" pitchFamily="49" charset="0"/>
              </a:rPr>
              <a:t>lightblue</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000000"/>
                </a:solidFill>
                <a:effectLst/>
                <a:latin typeface="Consolas" panose="020B0609020204030204" pitchFamily="49" charset="0"/>
              </a:rPr>
              <a:t>}</a:t>
            </a:r>
            <a:endParaRPr lang="en-US" sz="2400" b="0" i="0" dirty="0">
              <a:solidFill>
                <a:srgbClr val="000000"/>
              </a:solidFill>
              <a:effectLst/>
              <a:latin typeface="Verdana" panose="020B0604030504040204" pitchFamily="34" charset="0"/>
              <a:ea typeface="Verdana" panose="020B0604030504040204" pitchFamily="34" charset="0"/>
            </a:endParaRPr>
          </a:p>
        </p:txBody>
      </p:sp>
      <p:sp>
        <p:nvSpPr>
          <p:cNvPr id="8" name="Text Placeholder 5">
            <a:extLst>
              <a:ext uri="{FF2B5EF4-FFF2-40B4-BE49-F238E27FC236}">
                <a16:creationId xmlns:a16="http://schemas.microsoft.com/office/drawing/2014/main" id="{3ACC7486-2DA9-40E8-E906-F37639797DB2}"/>
              </a:ext>
            </a:extLst>
          </p:cNvPr>
          <p:cNvSpPr txBox="1">
            <a:spLocks/>
          </p:cNvSpPr>
          <p:nvPr/>
        </p:nvSpPr>
        <p:spPr>
          <a:xfrm>
            <a:off x="103354" y="594096"/>
            <a:ext cx="11343861" cy="33855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200" b="0" i="0" dirty="0">
                <a:solidFill>
                  <a:srgbClr val="0000CD"/>
                </a:solidFill>
                <a:effectLst/>
                <a:latin typeface="Consolas" panose="020B0609020204030204" pitchFamily="49" charset="0"/>
              </a:rPr>
              <a:t>These are properties are used to add background effects for elements</a:t>
            </a:r>
            <a:endParaRPr lang="en-US" sz="2200" b="0" i="0" dirty="0">
              <a:solidFill>
                <a:srgbClr val="000000"/>
              </a:solidFill>
              <a:effectLst/>
              <a:latin typeface="Verdana" panose="020B0604030504040204" pitchFamily="34" charset="0"/>
              <a:ea typeface="Verdana" panose="020B0604030504040204" pitchFamily="34" charset="0"/>
            </a:endParaRPr>
          </a:p>
        </p:txBody>
      </p:sp>
      <p:sp>
        <p:nvSpPr>
          <p:cNvPr id="5" name="Text Placeholder 5">
            <a:extLst>
              <a:ext uri="{FF2B5EF4-FFF2-40B4-BE49-F238E27FC236}">
                <a16:creationId xmlns:a16="http://schemas.microsoft.com/office/drawing/2014/main" id="{3406561A-4A44-9B7D-4CAB-DEC89D565A0D}"/>
              </a:ext>
            </a:extLst>
          </p:cNvPr>
          <p:cNvSpPr txBox="1">
            <a:spLocks/>
          </p:cNvSpPr>
          <p:nvPr/>
        </p:nvSpPr>
        <p:spPr>
          <a:xfrm>
            <a:off x="198784" y="4161789"/>
            <a:ext cx="11018520"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Opacity / Transparency</a:t>
            </a:r>
          </a:p>
        </p:txBody>
      </p:sp>
      <p:sp>
        <p:nvSpPr>
          <p:cNvPr id="7" name="Text Placeholder 5">
            <a:extLst>
              <a:ext uri="{FF2B5EF4-FFF2-40B4-BE49-F238E27FC236}">
                <a16:creationId xmlns:a16="http://schemas.microsoft.com/office/drawing/2014/main" id="{21CABC53-CF11-F8CE-BF35-E1E4827E56AE}"/>
              </a:ext>
            </a:extLst>
          </p:cNvPr>
          <p:cNvSpPr txBox="1">
            <a:spLocks/>
          </p:cNvSpPr>
          <p:nvPr/>
        </p:nvSpPr>
        <p:spPr>
          <a:xfrm>
            <a:off x="214437" y="4659448"/>
            <a:ext cx="5641079" cy="184665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b="0" i="0" dirty="0">
                <a:solidFill>
                  <a:srgbClr val="000000"/>
                </a:solidFill>
                <a:effectLst/>
                <a:latin typeface="Verdana" panose="020B0604030504040204" pitchFamily="34" charset="0"/>
                <a:ea typeface="Verdana" panose="020B0604030504040204" pitchFamily="34" charset="0"/>
              </a:rPr>
              <a:t>opacity property specifies the opacity/transparency of an element. It can take a value from 0.0 - 1.0. The lower value, the more transparent:</a:t>
            </a:r>
          </a:p>
        </p:txBody>
      </p:sp>
      <p:pic>
        <p:nvPicPr>
          <p:cNvPr id="10" name="Picture 9" descr="Chart, treemap chart&#10;&#10;Description automatically generated">
            <a:extLst>
              <a:ext uri="{FF2B5EF4-FFF2-40B4-BE49-F238E27FC236}">
                <a16:creationId xmlns:a16="http://schemas.microsoft.com/office/drawing/2014/main" id="{A9E215D3-BC13-86A6-A5FF-3677BA1730CD}"/>
              </a:ext>
            </a:extLst>
          </p:cNvPr>
          <p:cNvPicPr>
            <a:picLocks noChangeAspect="1"/>
          </p:cNvPicPr>
          <p:nvPr/>
        </p:nvPicPr>
        <p:blipFill>
          <a:blip r:embed="rId4"/>
          <a:stretch>
            <a:fillRect/>
          </a:stretch>
        </p:blipFill>
        <p:spPr>
          <a:xfrm>
            <a:off x="6164806" y="3978490"/>
            <a:ext cx="5052498" cy="1303133"/>
          </a:xfrm>
          <a:prstGeom prst="rect">
            <a:avLst/>
          </a:prstGeom>
        </p:spPr>
      </p:pic>
      <p:sp>
        <p:nvSpPr>
          <p:cNvPr id="13" name="Text Placeholder 5">
            <a:extLst>
              <a:ext uri="{FF2B5EF4-FFF2-40B4-BE49-F238E27FC236}">
                <a16:creationId xmlns:a16="http://schemas.microsoft.com/office/drawing/2014/main" id="{62DA7FB6-A900-ADC3-6275-A719839D01BD}"/>
              </a:ext>
            </a:extLst>
          </p:cNvPr>
          <p:cNvSpPr txBox="1">
            <a:spLocks/>
          </p:cNvSpPr>
          <p:nvPr/>
        </p:nvSpPr>
        <p:spPr>
          <a:xfrm>
            <a:off x="6783990" y="5553500"/>
            <a:ext cx="5641079" cy="98488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div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background-color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green</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opacity</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0.3</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2400" b="0" i="0" dirty="0">
              <a:solidFill>
                <a:srgbClr val="000000"/>
              </a:solidFill>
              <a:effectLst/>
              <a:latin typeface="Verdana" panose="020B0604030504040204" pitchFamily="34" charset="0"/>
              <a:ea typeface="Verdana" panose="020B0604030504040204" pitchFamily="34" charset="0"/>
            </a:endParaRPr>
          </a:p>
        </p:txBody>
      </p:sp>
      <p:pic>
        <p:nvPicPr>
          <p:cNvPr id="16" name="Picture 15" descr="Text&#10;&#10;Description automatically generated">
            <a:extLst>
              <a:ext uri="{FF2B5EF4-FFF2-40B4-BE49-F238E27FC236}">
                <a16:creationId xmlns:a16="http://schemas.microsoft.com/office/drawing/2014/main" id="{4F796DE2-219D-158B-5EBC-E3CBF9C00538}"/>
              </a:ext>
            </a:extLst>
          </p:cNvPr>
          <p:cNvPicPr>
            <a:picLocks noChangeAspect="1"/>
          </p:cNvPicPr>
          <p:nvPr/>
        </p:nvPicPr>
        <p:blipFill>
          <a:blip r:embed="rId5"/>
          <a:stretch>
            <a:fillRect/>
          </a:stretch>
        </p:blipFill>
        <p:spPr>
          <a:xfrm>
            <a:off x="7254403" y="1204526"/>
            <a:ext cx="3997266" cy="2023461"/>
          </a:xfrm>
          <a:prstGeom prst="rect">
            <a:avLst/>
          </a:prstGeom>
        </p:spPr>
      </p:pic>
    </p:spTree>
    <p:extLst>
      <p:ext uri="{BB962C8B-B14F-4D97-AF65-F5344CB8AC3E}">
        <p14:creationId xmlns:p14="http://schemas.microsoft.com/office/powerpoint/2010/main" val="3769812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Backgrounds</a:t>
            </a:r>
          </a:p>
        </p:txBody>
      </p:sp>
      <p:sp>
        <p:nvSpPr>
          <p:cNvPr id="6" name="Text Placeholder 5"/>
          <p:cNvSpPr>
            <a:spLocks noGrp="1"/>
          </p:cNvSpPr>
          <p:nvPr>
            <p:ph type="body" sz="quarter" idx="10"/>
          </p:nvPr>
        </p:nvSpPr>
        <p:spPr>
          <a:xfrm>
            <a:off x="322660" y="636498"/>
            <a:ext cx="4738814" cy="369332"/>
          </a:xfrm>
        </p:spPr>
        <p:txBody>
          <a:bodyPr/>
          <a:lstStyle/>
          <a:p>
            <a:pPr marL="0" indent="0" algn="l">
              <a:buNone/>
            </a:pPr>
            <a:r>
              <a:rPr lang="en-US" sz="2400" b="0" i="0" dirty="0">
                <a:solidFill>
                  <a:srgbClr val="00B050"/>
                </a:solidFill>
                <a:effectLst/>
                <a:latin typeface="Verdana" panose="020B0604030504040204" pitchFamily="34" charset="0"/>
              </a:rPr>
              <a:t>background-image</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322660" y="1188376"/>
            <a:ext cx="5188907" cy="157581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dirty="0">
                <a:solidFill>
                  <a:srgbClr val="000000"/>
                </a:solidFill>
                <a:latin typeface="Verdana" panose="020B0604030504040204" pitchFamily="34" charset="0"/>
              </a:rPr>
              <a:t>The property</a:t>
            </a:r>
            <a:r>
              <a:rPr lang="en-US" sz="1600" b="0" i="0" dirty="0">
                <a:solidFill>
                  <a:srgbClr val="000000"/>
                </a:solidFill>
                <a:effectLst/>
                <a:latin typeface="Verdana" panose="020B0604030504040204" pitchFamily="34" charset="0"/>
              </a:rPr>
              <a:t> specifies an image to use as the background of an element</a:t>
            </a:r>
          </a:p>
          <a:p>
            <a:pPr marL="0" indent="0">
              <a:buFont typeface="Wingdings" panose="05000000000000000000" pitchFamily="2" charset="2"/>
              <a:buNone/>
            </a:pPr>
            <a:endParaRPr lang="en-US" sz="1600" b="0" i="0" dirty="0">
              <a:solidFill>
                <a:srgbClr val="A52A2A"/>
              </a:solidFill>
              <a:effectLst/>
              <a:latin typeface="Consolas" panose="020B0609020204030204" pitchFamily="49" charset="0"/>
            </a:endParaRP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body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background-image</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t>
            </a:r>
            <a:r>
              <a:rPr lang="en-US" sz="1600" b="0" i="0" dirty="0" err="1">
                <a:solidFill>
                  <a:srgbClr val="0000CD"/>
                </a:solidFill>
                <a:effectLst/>
                <a:latin typeface="Consolas" panose="020B0609020204030204" pitchFamily="49" charset="0"/>
              </a:rPr>
              <a:t>url</a:t>
            </a:r>
            <a:r>
              <a:rPr lang="en-US" sz="1600" b="0" i="0" dirty="0">
                <a:solidFill>
                  <a:srgbClr val="0000CD"/>
                </a:solidFill>
                <a:effectLst/>
                <a:latin typeface="Consolas" panose="020B0609020204030204" pitchFamily="49" charset="0"/>
              </a:rPr>
              <a:t>("paper.gif")</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rgbClr val="000000"/>
              </a:solidFill>
              <a:effectLst/>
              <a:latin typeface="Verdana" panose="020B0604030504040204" pitchFamily="34" charset="0"/>
              <a:ea typeface="Verdana" panose="020B0604030504040204" pitchFamily="34" charset="0"/>
            </a:endParaRPr>
          </a:p>
        </p:txBody>
      </p:sp>
      <p:sp>
        <p:nvSpPr>
          <p:cNvPr id="5" name="Text Placeholder 5">
            <a:extLst>
              <a:ext uri="{FF2B5EF4-FFF2-40B4-BE49-F238E27FC236}">
                <a16:creationId xmlns:a16="http://schemas.microsoft.com/office/drawing/2014/main" id="{3406561A-4A44-9B7D-4CAB-DEC89D565A0D}"/>
              </a:ext>
            </a:extLst>
          </p:cNvPr>
          <p:cNvSpPr txBox="1">
            <a:spLocks/>
          </p:cNvSpPr>
          <p:nvPr/>
        </p:nvSpPr>
        <p:spPr>
          <a:xfrm>
            <a:off x="322660" y="2957499"/>
            <a:ext cx="11018520"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background-repeat</a:t>
            </a:r>
          </a:p>
        </p:txBody>
      </p:sp>
      <p:sp>
        <p:nvSpPr>
          <p:cNvPr id="7" name="Text Placeholder 5">
            <a:extLst>
              <a:ext uri="{FF2B5EF4-FFF2-40B4-BE49-F238E27FC236}">
                <a16:creationId xmlns:a16="http://schemas.microsoft.com/office/drawing/2014/main" id="{21CABC53-CF11-F8CE-BF35-E1E4827E56AE}"/>
              </a:ext>
            </a:extLst>
          </p:cNvPr>
          <p:cNvSpPr txBox="1">
            <a:spLocks/>
          </p:cNvSpPr>
          <p:nvPr/>
        </p:nvSpPr>
        <p:spPr>
          <a:xfrm>
            <a:off x="322660" y="3531170"/>
            <a:ext cx="11782654" cy="135421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b="0" i="0" dirty="0">
                <a:solidFill>
                  <a:srgbClr val="000000"/>
                </a:solidFill>
                <a:effectLst/>
                <a:latin typeface="Verdana" panose="020B0604030504040204" pitchFamily="34" charset="0"/>
                <a:ea typeface="Verdana" panose="020B0604030504040204" pitchFamily="34" charset="0"/>
              </a:rPr>
              <a:t>By </a:t>
            </a:r>
            <a:r>
              <a:rPr lang="en-US" sz="2400" b="0" i="0" dirty="0">
                <a:solidFill>
                  <a:schemeClr val="accent1">
                    <a:lumMod val="60000"/>
                    <a:lumOff val="40000"/>
                  </a:schemeClr>
                </a:solidFill>
                <a:effectLst/>
                <a:latin typeface="Verdana" panose="020B0604030504040204" pitchFamily="34" charset="0"/>
                <a:ea typeface="Verdana" panose="020B0604030504040204" pitchFamily="34" charset="0"/>
              </a:rPr>
              <a:t>default</a:t>
            </a:r>
            <a:r>
              <a:rPr lang="en-US" sz="2400" b="0" i="0" dirty="0">
                <a:solidFill>
                  <a:srgbClr val="000000"/>
                </a:solidFill>
                <a:effectLst/>
                <a:latin typeface="Verdana" panose="020B0604030504040204" pitchFamily="34" charset="0"/>
                <a:ea typeface="Verdana" panose="020B0604030504040204" pitchFamily="34" charset="0"/>
              </a:rPr>
              <a:t>, the background-image property repeats an image both </a:t>
            </a:r>
            <a:r>
              <a:rPr lang="en-US" sz="2400" b="0" i="0" dirty="0">
                <a:solidFill>
                  <a:schemeClr val="accent1">
                    <a:lumMod val="60000"/>
                    <a:lumOff val="40000"/>
                  </a:schemeClr>
                </a:solidFill>
                <a:effectLst/>
                <a:latin typeface="Verdana" panose="020B0604030504040204" pitchFamily="34" charset="0"/>
                <a:ea typeface="Verdana" panose="020B0604030504040204" pitchFamily="34" charset="0"/>
              </a:rPr>
              <a:t>horizontally</a:t>
            </a:r>
            <a:r>
              <a:rPr lang="en-US" sz="2400" b="0" i="0" dirty="0">
                <a:solidFill>
                  <a:srgbClr val="000000"/>
                </a:solidFill>
                <a:effectLst/>
                <a:latin typeface="Verdana" panose="020B0604030504040204" pitchFamily="34" charset="0"/>
                <a:ea typeface="Verdana" panose="020B0604030504040204" pitchFamily="34" charset="0"/>
              </a:rPr>
              <a:t> and </a:t>
            </a:r>
            <a:r>
              <a:rPr lang="en-US" sz="2400" b="0" i="0" dirty="0">
                <a:solidFill>
                  <a:schemeClr val="accent1">
                    <a:lumMod val="60000"/>
                    <a:lumOff val="40000"/>
                  </a:schemeClr>
                </a:solidFill>
                <a:effectLst/>
                <a:latin typeface="Verdana" panose="020B0604030504040204" pitchFamily="34" charset="0"/>
                <a:ea typeface="Verdana" panose="020B0604030504040204" pitchFamily="34" charset="0"/>
              </a:rPr>
              <a:t>vertically</a:t>
            </a:r>
            <a:r>
              <a:rPr lang="en-US" sz="2400" b="0" i="0" dirty="0">
                <a:solidFill>
                  <a:srgbClr val="000000"/>
                </a:solidFill>
                <a:effectLst/>
                <a:latin typeface="Verdana" panose="020B0604030504040204" pitchFamily="34" charset="0"/>
                <a:ea typeface="Verdana" panose="020B0604030504040204" pitchFamily="34" charset="0"/>
              </a:rPr>
              <a:t>. But you can specify the repeat by </a:t>
            </a:r>
            <a:r>
              <a:rPr lang="en-US" sz="1600" b="0" i="0" dirty="0">
                <a:solidFill>
                  <a:srgbClr val="DC143C"/>
                </a:solidFill>
                <a:effectLst/>
                <a:latin typeface="Consolas" panose="020B0609020204030204" pitchFamily="49" charset="0"/>
              </a:rPr>
              <a:t>background-repeat: repeat-x; </a:t>
            </a:r>
            <a:r>
              <a:rPr lang="en-US" sz="2400" b="0" i="0" dirty="0">
                <a:solidFill>
                  <a:schemeClr val="tx1"/>
                </a:solidFill>
                <a:effectLst/>
                <a:latin typeface="Consolas" panose="020B0609020204030204" pitchFamily="49" charset="0"/>
              </a:rPr>
              <a:t>or</a:t>
            </a:r>
            <a:r>
              <a:rPr lang="en-US" sz="1600" b="0" i="0" dirty="0">
                <a:solidFill>
                  <a:srgbClr val="DC143C"/>
                </a:solidFill>
                <a:effectLst/>
                <a:latin typeface="Consolas" panose="020B0609020204030204" pitchFamily="49" charset="0"/>
              </a:rPr>
              <a:t> background-repeat: repeat-y; </a:t>
            </a:r>
            <a:r>
              <a:rPr lang="en-US" sz="2400" b="0" i="0" dirty="0">
                <a:solidFill>
                  <a:schemeClr val="tx1"/>
                </a:solidFill>
                <a:effectLst/>
                <a:latin typeface="Consolas" panose="020B0609020204030204" pitchFamily="49" charset="0"/>
              </a:rPr>
              <a:t>or show the Image once using </a:t>
            </a:r>
            <a:r>
              <a:rPr lang="en-US" sz="1600" b="0" i="0" dirty="0">
                <a:solidFill>
                  <a:srgbClr val="FF0000"/>
                </a:solidFill>
                <a:effectLst/>
                <a:latin typeface="Consolas" panose="020B0609020204030204" pitchFamily="49" charset="0"/>
              </a:rPr>
              <a:t>background-repeat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no-repeat</a:t>
            </a:r>
            <a:r>
              <a:rPr lang="en-US" sz="1600" b="0" i="0" dirty="0">
                <a:solidFill>
                  <a:srgbClr val="000000"/>
                </a:solidFill>
                <a:effectLst/>
                <a:latin typeface="Consolas" panose="020B0609020204030204" pitchFamily="49" charset="0"/>
              </a:rPr>
              <a:t>;</a:t>
            </a:r>
            <a:endParaRPr lang="en-US" sz="2400" b="0" i="0" dirty="0">
              <a:solidFill>
                <a:srgbClr val="000000"/>
              </a:solidFill>
              <a:effectLst/>
              <a:latin typeface="Verdana" panose="020B0604030504040204" pitchFamily="34" charset="0"/>
              <a:ea typeface="Verdana" panose="020B0604030504040204" pitchFamily="34" charset="0"/>
            </a:endParaRPr>
          </a:p>
        </p:txBody>
      </p:sp>
      <p:sp>
        <p:nvSpPr>
          <p:cNvPr id="13" name="Text Placeholder 5">
            <a:extLst>
              <a:ext uri="{FF2B5EF4-FFF2-40B4-BE49-F238E27FC236}">
                <a16:creationId xmlns:a16="http://schemas.microsoft.com/office/drawing/2014/main" id="{62DA7FB6-A900-ADC3-6275-A719839D01BD}"/>
              </a:ext>
            </a:extLst>
          </p:cNvPr>
          <p:cNvSpPr txBox="1">
            <a:spLocks/>
          </p:cNvSpPr>
          <p:nvPr/>
        </p:nvSpPr>
        <p:spPr>
          <a:xfrm>
            <a:off x="322660" y="5307655"/>
            <a:ext cx="4928848" cy="98488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body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background-image</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t>
            </a:r>
            <a:r>
              <a:rPr lang="en-US" sz="1600" b="0" i="0" dirty="0" err="1">
                <a:solidFill>
                  <a:srgbClr val="0000CD"/>
                </a:solidFill>
                <a:effectLst/>
                <a:latin typeface="Consolas" panose="020B0609020204030204" pitchFamily="49" charset="0"/>
              </a:rPr>
              <a:t>url</a:t>
            </a:r>
            <a:r>
              <a:rPr lang="en-US" sz="1600" b="0" i="0" dirty="0">
                <a:solidFill>
                  <a:srgbClr val="0000CD"/>
                </a:solidFill>
                <a:effectLst/>
                <a:latin typeface="Consolas" panose="020B0609020204030204" pitchFamily="49" charset="0"/>
              </a:rPr>
              <a:t>("img_tree.png")</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background-repeat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no-repeat</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rgbClr val="000000"/>
              </a:solidFill>
              <a:effectLst/>
              <a:latin typeface="Verdana" panose="020B0604030504040204" pitchFamily="34" charset="0"/>
              <a:ea typeface="Verdana" panose="020B0604030504040204" pitchFamily="34" charset="0"/>
            </a:endParaRPr>
          </a:p>
        </p:txBody>
      </p:sp>
      <p:sp>
        <p:nvSpPr>
          <p:cNvPr id="11" name="Text Placeholder 5">
            <a:extLst>
              <a:ext uri="{FF2B5EF4-FFF2-40B4-BE49-F238E27FC236}">
                <a16:creationId xmlns:a16="http://schemas.microsoft.com/office/drawing/2014/main" id="{B8BD3B6C-CC1B-D2A0-DCC6-A7A7F8414328}"/>
              </a:ext>
            </a:extLst>
          </p:cNvPr>
          <p:cNvSpPr txBox="1">
            <a:spLocks/>
          </p:cNvSpPr>
          <p:nvPr/>
        </p:nvSpPr>
        <p:spPr>
          <a:xfrm>
            <a:off x="6095999" y="5307655"/>
            <a:ext cx="5321417" cy="98488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body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background-image</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t>
            </a:r>
            <a:r>
              <a:rPr lang="en-US" sz="1600" b="0" i="0" dirty="0" err="1">
                <a:solidFill>
                  <a:srgbClr val="0000CD"/>
                </a:solidFill>
                <a:effectLst/>
                <a:latin typeface="Consolas" panose="020B0609020204030204" pitchFamily="49" charset="0"/>
              </a:rPr>
              <a:t>url</a:t>
            </a:r>
            <a:r>
              <a:rPr lang="en-US" sz="1600" b="0" i="0" dirty="0">
                <a:solidFill>
                  <a:srgbClr val="0000CD"/>
                </a:solidFill>
                <a:effectLst/>
                <a:latin typeface="Consolas" panose="020B0609020204030204" pitchFamily="49" charset="0"/>
              </a:rPr>
              <a:t>("gradient_bg.png")</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background-repeat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repeat-x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rgbClr val="000000"/>
              </a:solidFill>
              <a:effectLst/>
              <a:latin typeface="Verdana" panose="020B0604030504040204" pitchFamily="34" charset="0"/>
              <a:ea typeface="Verdana" panose="020B0604030504040204" pitchFamily="34" charset="0"/>
            </a:endParaRPr>
          </a:p>
        </p:txBody>
      </p:sp>
      <p:sp>
        <p:nvSpPr>
          <p:cNvPr id="14" name="Text Placeholder 5">
            <a:extLst>
              <a:ext uri="{FF2B5EF4-FFF2-40B4-BE49-F238E27FC236}">
                <a16:creationId xmlns:a16="http://schemas.microsoft.com/office/drawing/2014/main" id="{0D736585-7832-860C-F55E-2F509E6505C7}"/>
              </a:ext>
            </a:extLst>
          </p:cNvPr>
          <p:cNvSpPr txBox="1">
            <a:spLocks/>
          </p:cNvSpPr>
          <p:nvPr/>
        </p:nvSpPr>
        <p:spPr>
          <a:xfrm>
            <a:off x="5511567" y="636498"/>
            <a:ext cx="4738814"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background-position</a:t>
            </a:r>
          </a:p>
        </p:txBody>
      </p:sp>
      <p:sp>
        <p:nvSpPr>
          <p:cNvPr id="15" name="Text Placeholder 5">
            <a:extLst>
              <a:ext uri="{FF2B5EF4-FFF2-40B4-BE49-F238E27FC236}">
                <a16:creationId xmlns:a16="http://schemas.microsoft.com/office/drawing/2014/main" id="{C14FEA9A-051B-6375-FBCA-C65F95EC68D8}"/>
              </a:ext>
            </a:extLst>
          </p:cNvPr>
          <p:cNvSpPr txBox="1">
            <a:spLocks/>
          </p:cNvSpPr>
          <p:nvPr/>
        </p:nvSpPr>
        <p:spPr>
          <a:xfrm>
            <a:off x="5511567" y="1188376"/>
            <a:ext cx="6526635" cy="206825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dirty="0">
                <a:solidFill>
                  <a:srgbClr val="000000"/>
                </a:solidFill>
                <a:latin typeface="Verdana" panose="020B0604030504040204" pitchFamily="34" charset="0"/>
              </a:rPr>
              <a:t>The property is used to specify the position of the background image.</a:t>
            </a:r>
            <a:endParaRPr lang="en-US" sz="1600" b="0" i="0" dirty="0">
              <a:solidFill>
                <a:srgbClr val="000000"/>
              </a:solidFill>
              <a:effectLst/>
              <a:latin typeface="Verdana" panose="020B0604030504040204" pitchFamily="34" charset="0"/>
            </a:endParaRPr>
          </a:p>
          <a:p>
            <a:pPr marL="0" indent="0">
              <a:buFont typeface="Wingdings" panose="05000000000000000000" pitchFamily="2" charset="2"/>
              <a:buNone/>
            </a:pPr>
            <a:endParaRPr lang="en-US" sz="1600" b="0" i="0" dirty="0">
              <a:solidFill>
                <a:srgbClr val="A52A2A"/>
              </a:solidFill>
              <a:effectLst/>
              <a:latin typeface="Consolas" panose="020B0609020204030204" pitchFamily="49" charset="0"/>
            </a:endParaRP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body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background-image</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t>
            </a:r>
            <a:r>
              <a:rPr lang="en-US" sz="1600" b="0" i="0" dirty="0" err="1">
                <a:solidFill>
                  <a:srgbClr val="0000CD"/>
                </a:solidFill>
                <a:effectLst/>
                <a:latin typeface="Consolas" panose="020B0609020204030204" pitchFamily="49" charset="0"/>
              </a:rPr>
              <a:t>url</a:t>
            </a:r>
            <a:r>
              <a:rPr lang="en-US" sz="1600" b="0" i="0" dirty="0">
                <a:solidFill>
                  <a:srgbClr val="0000CD"/>
                </a:solidFill>
                <a:effectLst/>
                <a:latin typeface="Consolas" panose="020B0609020204030204" pitchFamily="49" charset="0"/>
              </a:rPr>
              <a:t>("img_tree.png")</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background-repeat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no-repeat</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background-position</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right top</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rgbClr val="000000"/>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855275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Borders</a:t>
            </a:r>
          </a:p>
        </p:txBody>
      </p:sp>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322660" y="684217"/>
            <a:ext cx="5188907"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dirty="0">
                <a:solidFill>
                  <a:srgbClr val="000000"/>
                </a:solidFill>
                <a:latin typeface="Verdana" panose="020B0604030504040204" pitchFamily="34" charset="0"/>
              </a:rPr>
              <a:t>CSS border properties allow you to specify the style, width, and color of an element's border.</a:t>
            </a:r>
            <a:endParaRPr lang="en-US" sz="1600" b="0" i="0" dirty="0">
              <a:solidFill>
                <a:srgbClr val="000000"/>
              </a:solidFill>
              <a:effectLst/>
              <a:latin typeface="Verdana" panose="020B0604030504040204" pitchFamily="34" charset="0"/>
              <a:ea typeface="Verdana" panose="020B0604030504040204" pitchFamily="34" charset="0"/>
            </a:endParaRPr>
          </a:p>
        </p:txBody>
      </p:sp>
      <p:sp>
        <p:nvSpPr>
          <p:cNvPr id="5" name="Text Placeholder 5">
            <a:extLst>
              <a:ext uri="{FF2B5EF4-FFF2-40B4-BE49-F238E27FC236}">
                <a16:creationId xmlns:a16="http://schemas.microsoft.com/office/drawing/2014/main" id="{3406561A-4A44-9B7D-4CAB-DEC89D565A0D}"/>
              </a:ext>
            </a:extLst>
          </p:cNvPr>
          <p:cNvSpPr txBox="1">
            <a:spLocks/>
          </p:cNvSpPr>
          <p:nvPr/>
        </p:nvSpPr>
        <p:spPr>
          <a:xfrm>
            <a:off x="161330" y="2450148"/>
            <a:ext cx="2118536"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Border Style</a:t>
            </a:r>
          </a:p>
        </p:txBody>
      </p:sp>
      <p:sp>
        <p:nvSpPr>
          <p:cNvPr id="7" name="Text Placeholder 5">
            <a:extLst>
              <a:ext uri="{FF2B5EF4-FFF2-40B4-BE49-F238E27FC236}">
                <a16:creationId xmlns:a16="http://schemas.microsoft.com/office/drawing/2014/main" id="{21CABC53-CF11-F8CE-BF35-E1E4827E56AE}"/>
              </a:ext>
            </a:extLst>
          </p:cNvPr>
          <p:cNvSpPr txBox="1">
            <a:spLocks/>
          </p:cNvSpPr>
          <p:nvPr/>
        </p:nvSpPr>
        <p:spPr>
          <a:xfrm>
            <a:off x="2441196" y="2457667"/>
            <a:ext cx="11782654" cy="33855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200" dirty="0">
                <a:solidFill>
                  <a:srgbClr val="000000"/>
                </a:solidFill>
                <a:latin typeface="Verdana" panose="020B0604030504040204" pitchFamily="34" charset="0"/>
                <a:ea typeface="Verdana" panose="020B0604030504040204" pitchFamily="34" charset="0"/>
              </a:rPr>
              <a:t>The</a:t>
            </a:r>
            <a:r>
              <a:rPr lang="en-US" sz="2200" b="0" i="0" dirty="0">
                <a:solidFill>
                  <a:srgbClr val="000000"/>
                </a:solidFill>
                <a:effectLst/>
                <a:latin typeface="Verdana" panose="020B0604030504040204" pitchFamily="34" charset="0"/>
                <a:ea typeface="Verdana" panose="020B0604030504040204" pitchFamily="34" charset="0"/>
              </a:rPr>
              <a:t> property specifies what kind of border to display.</a:t>
            </a:r>
          </a:p>
        </p:txBody>
      </p:sp>
      <p:pic>
        <p:nvPicPr>
          <p:cNvPr id="12" name="Picture 11" descr="Text, application&#10;&#10;Description automatically generated with medium confidence">
            <a:extLst>
              <a:ext uri="{FF2B5EF4-FFF2-40B4-BE49-F238E27FC236}">
                <a16:creationId xmlns:a16="http://schemas.microsoft.com/office/drawing/2014/main" id="{EFE9705E-985A-7081-5D25-03014DF67717}"/>
              </a:ext>
            </a:extLst>
          </p:cNvPr>
          <p:cNvPicPr>
            <a:picLocks noChangeAspect="1"/>
          </p:cNvPicPr>
          <p:nvPr/>
        </p:nvPicPr>
        <p:blipFill>
          <a:blip r:embed="rId3"/>
          <a:stretch>
            <a:fillRect/>
          </a:stretch>
        </p:blipFill>
        <p:spPr>
          <a:xfrm>
            <a:off x="5335030" y="142428"/>
            <a:ext cx="6843353" cy="2256823"/>
          </a:xfrm>
          <a:prstGeom prst="rect">
            <a:avLst/>
          </a:prstGeom>
        </p:spPr>
      </p:pic>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4"/>
          <a:stretch>
            <a:fillRect/>
          </a:stretch>
        </p:blipFill>
        <p:spPr>
          <a:xfrm>
            <a:off x="11343862" y="66372"/>
            <a:ext cx="848138" cy="848138"/>
          </a:xfrm>
          <a:prstGeom prst="rect">
            <a:avLst/>
          </a:prstGeom>
        </p:spPr>
      </p:pic>
      <p:pic>
        <p:nvPicPr>
          <p:cNvPr id="20" name="Picture 19" descr="A picture containing table&#10;&#10;Description automatically generated">
            <a:extLst>
              <a:ext uri="{FF2B5EF4-FFF2-40B4-BE49-F238E27FC236}">
                <a16:creationId xmlns:a16="http://schemas.microsoft.com/office/drawing/2014/main" id="{CC9AD3F9-188B-B21E-47D4-D704C38DA6E1}"/>
              </a:ext>
            </a:extLst>
          </p:cNvPr>
          <p:cNvPicPr>
            <a:picLocks noChangeAspect="1"/>
          </p:cNvPicPr>
          <p:nvPr/>
        </p:nvPicPr>
        <p:blipFill>
          <a:blip r:embed="rId5"/>
          <a:stretch>
            <a:fillRect/>
          </a:stretch>
        </p:blipFill>
        <p:spPr>
          <a:xfrm>
            <a:off x="0" y="2826999"/>
            <a:ext cx="6591871" cy="3985605"/>
          </a:xfrm>
          <a:prstGeom prst="rect">
            <a:avLst/>
          </a:prstGeom>
        </p:spPr>
      </p:pic>
      <p:sp>
        <p:nvSpPr>
          <p:cNvPr id="21" name="Text Placeholder 5">
            <a:extLst>
              <a:ext uri="{FF2B5EF4-FFF2-40B4-BE49-F238E27FC236}">
                <a16:creationId xmlns:a16="http://schemas.microsoft.com/office/drawing/2014/main" id="{F9A92DB7-2CD4-D203-2A23-2409291EFDF5}"/>
              </a:ext>
            </a:extLst>
          </p:cNvPr>
          <p:cNvSpPr txBox="1">
            <a:spLocks/>
          </p:cNvSpPr>
          <p:nvPr/>
        </p:nvSpPr>
        <p:spPr>
          <a:xfrm>
            <a:off x="7010320" y="2950773"/>
            <a:ext cx="4902759" cy="350865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900" b="0" i="0" dirty="0" err="1">
                <a:solidFill>
                  <a:srgbClr val="A52A2A"/>
                </a:solidFill>
                <a:effectLst/>
                <a:latin typeface="Consolas" panose="020B0609020204030204" pitchFamily="49" charset="0"/>
              </a:rPr>
              <a:t>p.dotted</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dotted</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p.dashed</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dashed</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p.solid</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solid</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p.double</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double</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p.groove</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groove</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p.ridge</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ridge</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p.inset</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inset</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p.outset</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outset</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p.none</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none</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p.hidden</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hidden</a:t>
            </a:r>
            <a:r>
              <a:rPr lang="en-US" sz="1900" b="0" i="0" dirty="0">
                <a:solidFill>
                  <a:srgbClr val="000000"/>
                </a:solidFill>
                <a:effectLst/>
                <a:latin typeface="Consolas" panose="020B0609020204030204" pitchFamily="49" charset="0"/>
              </a:rPr>
              <a:t>;}</a:t>
            </a:r>
            <a:br>
              <a:rPr lang="en-US" sz="1900" dirty="0"/>
            </a:br>
            <a:r>
              <a:rPr lang="en-US" sz="1900" b="0" i="0" dirty="0" err="1">
                <a:solidFill>
                  <a:srgbClr val="A52A2A"/>
                </a:solidFill>
                <a:effectLst/>
                <a:latin typeface="Consolas" panose="020B0609020204030204" pitchFamily="49" charset="0"/>
              </a:rPr>
              <a:t>p.mix</a:t>
            </a:r>
            <a:r>
              <a:rPr lang="en-US" sz="1900" b="0" i="0" dirty="0">
                <a:solidFill>
                  <a:srgbClr val="A52A2A"/>
                </a:solidFill>
                <a:effectLst/>
                <a:latin typeface="Consolas" panose="020B0609020204030204" pitchFamily="49" charset="0"/>
              </a:rPr>
              <a:t> </a:t>
            </a:r>
            <a:r>
              <a:rPr lang="en-US" sz="1900" b="0" i="0" dirty="0">
                <a:solidFill>
                  <a:srgbClr val="000000"/>
                </a:solidFill>
                <a:effectLst/>
                <a:latin typeface="Consolas" panose="020B0609020204030204" pitchFamily="49" charset="0"/>
              </a:rPr>
              <a:t>{</a:t>
            </a:r>
            <a:r>
              <a:rPr lang="en-US" sz="1900" b="0" i="0" dirty="0">
                <a:solidFill>
                  <a:srgbClr val="FF0000"/>
                </a:solidFill>
                <a:effectLst/>
                <a:latin typeface="Consolas" panose="020B0609020204030204" pitchFamily="49" charset="0"/>
              </a:rPr>
              <a:t>border-style</a:t>
            </a:r>
            <a:r>
              <a:rPr lang="en-US" sz="1900" b="0" i="0" dirty="0">
                <a:solidFill>
                  <a:srgbClr val="000000"/>
                </a:solidFill>
                <a:effectLst/>
                <a:latin typeface="Consolas" panose="020B0609020204030204" pitchFamily="49" charset="0"/>
              </a:rPr>
              <a:t>:</a:t>
            </a:r>
            <a:r>
              <a:rPr lang="en-US" sz="1900" b="0" i="0" dirty="0">
                <a:solidFill>
                  <a:srgbClr val="0000CD"/>
                </a:solidFill>
                <a:effectLst/>
                <a:latin typeface="Consolas" panose="020B0609020204030204" pitchFamily="49" charset="0"/>
              </a:rPr>
              <a:t> dotted dashed solid double</a:t>
            </a:r>
            <a:r>
              <a:rPr lang="en-US" sz="1900" b="0" i="0" dirty="0">
                <a:solidFill>
                  <a:srgbClr val="000000"/>
                </a:solidFill>
                <a:effectLst/>
                <a:latin typeface="Consolas" panose="020B0609020204030204" pitchFamily="49" charset="0"/>
              </a:rPr>
              <a:t>;}</a:t>
            </a:r>
            <a:endParaRPr lang="en-US" sz="1900" b="0" i="0" dirty="0">
              <a:solidFill>
                <a:srgbClr val="000000"/>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446807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Margins</a:t>
            </a:r>
          </a:p>
        </p:txBody>
      </p:sp>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322660" y="684217"/>
            <a:ext cx="5188907"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dirty="0">
                <a:solidFill>
                  <a:srgbClr val="000000"/>
                </a:solidFill>
                <a:latin typeface="Verdana" panose="020B0604030504040204" pitchFamily="34" charset="0"/>
              </a:rPr>
              <a:t>used to create space around elements, outside of any defined borders.</a:t>
            </a:r>
            <a:endParaRPr lang="en-US" sz="1600" b="0" i="0" dirty="0">
              <a:solidFill>
                <a:srgbClr val="000000"/>
              </a:solidFill>
              <a:effectLst/>
              <a:latin typeface="Verdana" panose="020B0604030504040204" pitchFamily="34" charset="0"/>
              <a:ea typeface="Verdana" panose="020B0604030504040204" pitchFamily="34" charset="0"/>
            </a:endParaRPr>
          </a:p>
        </p:txBody>
      </p:sp>
      <p:sp>
        <p:nvSpPr>
          <p:cNvPr id="5" name="Text Placeholder 5">
            <a:extLst>
              <a:ext uri="{FF2B5EF4-FFF2-40B4-BE49-F238E27FC236}">
                <a16:creationId xmlns:a16="http://schemas.microsoft.com/office/drawing/2014/main" id="{3406561A-4A44-9B7D-4CAB-DEC89D565A0D}"/>
              </a:ext>
            </a:extLst>
          </p:cNvPr>
          <p:cNvSpPr txBox="1">
            <a:spLocks/>
          </p:cNvSpPr>
          <p:nvPr/>
        </p:nvSpPr>
        <p:spPr>
          <a:xfrm>
            <a:off x="161330" y="2450148"/>
            <a:ext cx="3974442"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Margin - Individual Sides</a:t>
            </a:r>
          </a:p>
        </p:txBody>
      </p:sp>
      <p:sp>
        <p:nvSpPr>
          <p:cNvPr id="7" name="Text Placeholder 5">
            <a:extLst>
              <a:ext uri="{FF2B5EF4-FFF2-40B4-BE49-F238E27FC236}">
                <a16:creationId xmlns:a16="http://schemas.microsoft.com/office/drawing/2014/main" id="{21CABC53-CF11-F8CE-BF35-E1E4827E56AE}"/>
              </a:ext>
            </a:extLst>
          </p:cNvPr>
          <p:cNvSpPr txBox="1">
            <a:spLocks/>
          </p:cNvSpPr>
          <p:nvPr/>
        </p:nvSpPr>
        <p:spPr>
          <a:xfrm>
            <a:off x="6315672" y="2880936"/>
            <a:ext cx="5188907" cy="264072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200">
                <a:solidFill>
                  <a:srgbClr val="000000"/>
                </a:solidFill>
                <a:latin typeface="Verdana" panose="020B0604030504040204" pitchFamily="34" charset="0"/>
                <a:ea typeface="Verdana" panose="020B0604030504040204" pitchFamily="34" charset="0"/>
              </a:rPr>
              <a:t>CSS has properties for specifying the margin for each side of an element:</a:t>
            </a:r>
          </a:p>
          <a:p>
            <a:r>
              <a:rPr lang="en-US" sz="2200">
                <a:solidFill>
                  <a:srgbClr val="000000"/>
                </a:solidFill>
                <a:latin typeface="Verdana" panose="020B0604030504040204" pitchFamily="34" charset="0"/>
                <a:ea typeface="Verdana" panose="020B0604030504040204" pitchFamily="34" charset="0"/>
              </a:rPr>
              <a:t>margin-top</a:t>
            </a:r>
          </a:p>
          <a:p>
            <a:r>
              <a:rPr lang="en-US" sz="2200">
                <a:solidFill>
                  <a:srgbClr val="000000"/>
                </a:solidFill>
                <a:latin typeface="Verdana" panose="020B0604030504040204" pitchFamily="34" charset="0"/>
                <a:ea typeface="Verdana" panose="020B0604030504040204" pitchFamily="34" charset="0"/>
              </a:rPr>
              <a:t>margin-right</a:t>
            </a:r>
          </a:p>
          <a:p>
            <a:r>
              <a:rPr lang="en-US" sz="2200">
                <a:solidFill>
                  <a:srgbClr val="000000"/>
                </a:solidFill>
                <a:latin typeface="Verdana" panose="020B0604030504040204" pitchFamily="34" charset="0"/>
                <a:ea typeface="Verdana" panose="020B0604030504040204" pitchFamily="34" charset="0"/>
              </a:rPr>
              <a:t>margin-bottom</a:t>
            </a:r>
          </a:p>
          <a:p>
            <a:r>
              <a:rPr lang="en-US" sz="2200">
                <a:solidFill>
                  <a:srgbClr val="000000"/>
                </a:solidFill>
                <a:latin typeface="Verdana" panose="020B0604030504040204" pitchFamily="34" charset="0"/>
                <a:ea typeface="Verdana" panose="020B0604030504040204" pitchFamily="34" charset="0"/>
              </a:rPr>
              <a:t>margin-left</a:t>
            </a:r>
            <a:endParaRPr lang="en-US" sz="2200" b="0" i="0" dirty="0">
              <a:solidFill>
                <a:srgbClr val="000000"/>
              </a:solidFill>
              <a:effectLst/>
              <a:latin typeface="Verdana" panose="020B0604030504040204" pitchFamily="34" charset="0"/>
              <a:ea typeface="Verdana" panose="020B0604030504040204" pitchFamily="34" charset="0"/>
            </a:endParaRPr>
          </a:p>
        </p:txBody>
      </p:sp>
      <p:pic>
        <p:nvPicPr>
          <p:cNvPr id="8" name="Picture 7" descr="Shape&#10;&#10;Description automatically generated">
            <a:extLst>
              <a:ext uri="{FF2B5EF4-FFF2-40B4-BE49-F238E27FC236}">
                <a16:creationId xmlns:a16="http://schemas.microsoft.com/office/drawing/2014/main" id="{EAFF7573-FE86-DDF3-200E-BDE1CDE99B51}"/>
              </a:ext>
            </a:extLst>
          </p:cNvPr>
          <p:cNvPicPr>
            <a:picLocks noChangeAspect="1"/>
          </p:cNvPicPr>
          <p:nvPr/>
        </p:nvPicPr>
        <p:blipFill>
          <a:blip r:embed="rId3"/>
          <a:stretch>
            <a:fillRect/>
          </a:stretch>
        </p:blipFill>
        <p:spPr>
          <a:xfrm>
            <a:off x="5627417" y="101054"/>
            <a:ext cx="5926077" cy="2151212"/>
          </a:xfrm>
          <a:prstGeom prst="rect">
            <a:avLst/>
          </a:prstGeom>
        </p:spPr>
      </p:pic>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4"/>
          <a:stretch>
            <a:fillRect/>
          </a:stretch>
        </p:blipFill>
        <p:spPr>
          <a:xfrm>
            <a:off x="11343862" y="66372"/>
            <a:ext cx="848138" cy="848138"/>
          </a:xfrm>
          <a:prstGeom prst="rect">
            <a:avLst/>
          </a:prstGeom>
        </p:spPr>
      </p:pic>
      <p:pic>
        <p:nvPicPr>
          <p:cNvPr id="10" name="Picture 9" descr="Diagram, timeline&#10;&#10;Description automatically generated">
            <a:extLst>
              <a:ext uri="{FF2B5EF4-FFF2-40B4-BE49-F238E27FC236}">
                <a16:creationId xmlns:a16="http://schemas.microsoft.com/office/drawing/2014/main" id="{BCF32148-E500-481E-5F70-7EB5447BEF48}"/>
              </a:ext>
            </a:extLst>
          </p:cNvPr>
          <p:cNvPicPr>
            <a:picLocks noChangeAspect="1"/>
          </p:cNvPicPr>
          <p:nvPr/>
        </p:nvPicPr>
        <p:blipFill>
          <a:blip r:embed="rId5"/>
          <a:stretch>
            <a:fillRect/>
          </a:stretch>
        </p:blipFill>
        <p:spPr>
          <a:xfrm>
            <a:off x="161330" y="2975680"/>
            <a:ext cx="5715000" cy="2857500"/>
          </a:xfrm>
          <a:prstGeom prst="rect">
            <a:avLst/>
          </a:prstGeom>
        </p:spPr>
      </p:pic>
      <p:sp>
        <p:nvSpPr>
          <p:cNvPr id="13" name="Text Placeholder 5">
            <a:extLst>
              <a:ext uri="{FF2B5EF4-FFF2-40B4-BE49-F238E27FC236}">
                <a16:creationId xmlns:a16="http://schemas.microsoft.com/office/drawing/2014/main" id="{079B2204-87B7-EE47-FB29-6EB46283806B}"/>
              </a:ext>
            </a:extLst>
          </p:cNvPr>
          <p:cNvSpPr txBox="1">
            <a:spLocks/>
          </p:cNvSpPr>
          <p:nvPr/>
        </p:nvSpPr>
        <p:spPr>
          <a:xfrm>
            <a:off x="533783" y="5993503"/>
            <a:ext cx="7955876" cy="27699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800" dirty="0">
                <a:solidFill>
                  <a:srgbClr val="00B050"/>
                </a:solidFill>
                <a:latin typeface="Verdana" panose="020B0604030504040204" pitchFamily="34" charset="0"/>
              </a:rPr>
              <a:t>S</a:t>
            </a:r>
            <a:r>
              <a:rPr lang="en-US" sz="1800" b="0" i="0" dirty="0">
                <a:solidFill>
                  <a:srgbClr val="00B050"/>
                </a:solidFill>
                <a:effectLst/>
                <a:latin typeface="Verdana" panose="020B0604030504040204" pitchFamily="34" charset="0"/>
              </a:rPr>
              <a:t>horthand property </a:t>
            </a:r>
            <a:r>
              <a:rPr lang="en-US" sz="1800" b="0" i="0" dirty="0">
                <a:solidFill>
                  <a:srgbClr val="FF0000"/>
                </a:solidFill>
                <a:effectLst/>
                <a:latin typeface="Consolas" panose="020B0609020204030204" pitchFamily="49" charset="0"/>
              </a:rPr>
              <a:t>margin</a:t>
            </a:r>
            <a:r>
              <a:rPr lang="en-US" sz="1800" b="0" i="0" dirty="0">
                <a:solidFill>
                  <a:srgbClr val="000000"/>
                </a:solidFill>
                <a:effectLst/>
                <a:latin typeface="Consolas" panose="020B0609020204030204" pitchFamily="49" charset="0"/>
              </a:rPr>
              <a:t>:</a:t>
            </a:r>
            <a:r>
              <a:rPr lang="en-US" sz="1800" b="0" i="0" dirty="0">
                <a:solidFill>
                  <a:srgbClr val="0000CD"/>
                </a:solidFill>
                <a:effectLst/>
                <a:latin typeface="Consolas" panose="020B0609020204030204" pitchFamily="49" charset="0"/>
              </a:rPr>
              <a:t> 25px 50px 75px 100px</a:t>
            </a:r>
            <a:r>
              <a:rPr lang="en-US" sz="1800" b="0" i="0" dirty="0">
                <a:solidFill>
                  <a:srgbClr val="000000"/>
                </a:solidFill>
                <a:effectLst/>
                <a:latin typeface="Consolas" panose="020B0609020204030204" pitchFamily="49" charset="0"/>
              </a:rPr>
              <a:t>;</a:t>
            </a:r>
            <a:endParaRPr lang="en-US" sz="1800" b="0" i="0" dirty="0">
              <a:solidFill>
                <a:srgbClr val="000000"/>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69024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Padding</a:t>
            </a:r>
          </a:p>
        </p:txBody>
      </p:sp>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322660" y="684217"/>
            <a:ext cx="5188907"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dirty="0">
                <a:solidFill>
                  <a:srgbClr val="000000"/>
                </a:solidFill>
                <a:latin typeface="Verdana" panose="020B0604030504040204" pitchFamily="34" charset="0"/>
              </a:rPr>
              <a:t>used to create space around an element's content</a:t>
            </a:r>
            <a:endParaRPr lang="en-US" sz="1600" b="0" i="0" dirty="0">
              <a:solidFill>
                <a:srgbClr val="000000"/>
              </a:solidFill>
              <a:effectLst/>
              <a:latin typeface="Verdana" panose="020B0604030504040204" pitchFamily="34" charset="0"/>
              <a:ea typeface="Verdana" panose="020B0604030504040204" pitchFamily="34" charset="0"/>
            </a:endParaRPr>
          </a:p>
        </p:txBody>
      </p:sp>
      <p:sp>
        <p:nvSpPr>
          <p:cNvPr id="5" name="Text Placeholder 5">
            <a:extLst>
              <a:ext uri="{FF2B5EF4-FFF2-40B4-BE49-F238E27FC236}">
                <a16:creationId xmlns:a16="http://schemas.microsoft.com/office/drawing/2014/main" id="{3406561A-4A44-9B7D-4CAB-DEC89D565A0D}"/>
              </a:ext>
            </a:extLst>
          </p:cNvPr>
          <p:cNvSpPr txBox="1">
            <a:spLocks/>
          </p:cNvSpPr>
          <p:nvPr/>
        </p:nvSpPr>
        <p:spPr>
          <a:xfrm>
            <a:off x="161329" y="2450148"/>
            <a:ext cx="443583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Padding - Individual Sides</a:t>
            </a:r>
          </a:p>
        </p:txBody>
      </p:sp>
      <p:sp>
        <p:nvSpPr>
          <p:cNvPr id="7" name="Text Placeholder 5">
            <a:extLst>
              <a:ext uri="{FF2B5EF4-FFF2-40B4-BE49-F238E27FC236}">
                <a16:creationId xmlns:a16="http://schemas.microsoft.com/office/drawing/2014/main" id="{21CABC53-CF11-F8CE-BF35-E1E4827E56AE}"/>
              </a:ext>
            </a:extLst>
          </p:cNvPr>
          <p:cNvSpPr txBox="1">
            <a:spLocks/>
          </p:cNvSpPr>
          <p:nvPr/>
        </p:nvSpPr>
        <p:spPr>
          <a:xfrm>
            <a:off x="6315672" y="2880936"/>
            <a:ext cx="5188907" cy="264072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200" dirty="0">
                <a:solidFill>
                  <a:srgbClr val="000000"/>
                </a:solidFill>
                <a:latin typeface="Verdana" panose="020B0604030504040204" pitchFamily="34" charset="0"/>
                <a:ea typeface="Verdana" panose="020B0604030504040204" pitchFamily="34" charset="0"/>
              </a:rPr>
              <a:t>CSS has properties for specifying the padding for each side of an element:</a:t>
            </a:r>
          </a:p>
          <a:p>
            <a:r>
              <a:rPr lang="en-US" sz="2200" dirty="0">
                <a:solidFill>
                  <a:srgbClr val="000000"/>
                </a:solidFill>
                <a:latin typeface="Verdana" panose="020B0604030504040204" pitchFamily="34" charset="0"/>
                <a:ea typeface="Verdana" panose="020B0604030504040204" pitchFamily="34" charset="0"/>
              </a:rPr>
              <a:t>padding-top</a:t>
            </a:r>
          </a:p>
          <a:p>
            <a:r>
              <a:rPr lang="en-US" sz="2200" dirty="0">
                <a:solidFill>
                  <a:srgbClr val="000000"/>
                </a:solidFill>
                <a:latin typeface="Verdana" panose="020B0604030504040204" pitchFamily="34" charset="0"/>
                <a:ea typeface="Verdana" panose="020B0604030504040204" pitchFamily="34" charset="0"/>
              </a:rPr>
              <a:t>padding-right</a:t>
            </a:r>
          </a:p>
          <a:p>
            <a:r>
              <a:rPr lang="en-US" sz="2200" dirty="0">
                <a:solidFill>
                  <a:srgbClr val="000000"/>
                </a:solidFill>
                <a:latin typeface="Verdana" panose="020B0604030504040204" pitchFamily="34" charset="0"/>
                <a:ea typeface="Verdana" panose="020B0604030504040204" pitchFamily="34" charset="0"/>
              </a:rPr>
              <a:t>padding-bottom</a:t>
            </a:r>
          </a:p>
          <a:p>
            <a:r>
              <a:rPr lang="en-US" sz="2200" dirty="0">
                <a:solidFill>
                  <a:srgbClr val="000000"/>
                </a:solidFill>
                <a:latin typeface="Verdana" panose="020B0604030504040204" pitchFamily="34" charset="0"/>
                <a:ea typeface="Verdana" panose="020B0604030504040204" pitchFamily="34" charset="0"/>
              </a:rPr>
              <a:t>padding-left</a:t>
            </a:r>
            <a:endParaRPr lang="en-US" sz="2200" b="0" i="0" dirty="0">
              <a:solidFill>
                <a:srgbClr val="000000"/>
              </a:solidFill>
              <a:effectLst/>
              <a:latin typeface="Verdana" panose="020B0604030504040204" pitchFamily="34" charset="0"/>
              <a:ea typeface="Verdana" panose="020B0604030504040204" pitchFamily="34" charset="0"/>
            </a:endParaRPr>
          </a:p>
        </p:txBody>
      </p:sp>
      <p:pic>
        <p:nvPicPr>
          <p:cNvPr id="8" name="Picture 7" descr="Shape&#10;&#10;Description automatically generated">
            <a:extLst>
              <a:ext uri="{FF2B5EF4-FFF2-40B4-BE49-F238E27FC236}">
                <a16:creationId xmlns:a16="http://schemas.microsoft.com/office/drawing/2014/main" id="{EAFF7573-FE86-DDF3-200E-BDE1CDE99B51}"/>
              </a:ext>
            </a:extLst>
          </p:cNvPr>
          <p:cNvPicPr>
            <a:picLocks noChangeAspect="1"/>
          </p:cNvPicPr>
          <p:nvPr/>
        </p:nvPicPr>
        <p:blipFill>
          <a:blip r:embed="rId3"/>
          <a:stretch>
            <a:fillRect/>
          </a:stretch>
        </p:blipFill>
        <p:spPr>
          <a:xfrm>
            <a:off x="5627417" y="101054"/>
            <a:ext cx="5926077" cy="2151212"/>
          </a:xfrm>
          <a:prstGeom prst="rect">
            <a:avLst/>
          </a:prstGeom>
        </p:spPr>
      </p:pic>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4"/>
          <a:stretch>
            <a:fillRect/>
          </a:stretch>
        </p:blipFill>
        <p:spPr>
          <a:xfrm>
            <a:off x="11343862" y="66372"/>
            <a:ext cx="848138" cy="848138"/>
          </a:xfrm>
          <a:prstGeom prst="rect">
            <a:avLst/>
          </a:prstGeom>
        </p:spPr>
      </p:pic>
      <p:pic>
        <p:nvPicPr>
          <p:cNvPr id="10" name="Picture 9" descr="Diagram, timeline&#10;&#10;Description automatically generated">
            <a:extLst>
              <a:ext uri="{FF2B5EF4-FFF2-40B4-BE49-F238E27FC236}">
                <a16:creationId xmlns:a16="http://schemas.microsoft.com/office/drawing/2014/main" id="{BCF32148-E500-481E-5F70-7EB5447BEF48}"/>
              </a:ext>
            </a:extLst>
          </p:cNvPr>
          <p:cNvPicPr>
            <a:picLocks noChangeAspect="1"/>
          </p:cNvPicPr>
          <p:nvPr/>
        </p:nvPicPr>
        <p:blipFill>
          <a:blip r:embed="rId5"/>
          <a:stretch>
            <a:fillRect/>
          </a:stretch>
        </p:blipFill>
        <p:spPr>
          <a:xfrm>
            <a:off x="161330" y="2975680"/>
            <a:ext cx="5715000" cy="2857500"/>
          </a:xfrm>
          <a:prstGeom prst="rect">
            <a:avLst/>
          </a:prstGeom>
        </p:spPr>
      </p:pic>
      <p:sp>
        <p:nvSpPr>
          <p:cNvPr id="13" name="Text Placeholder 5">
            <a:extLst>
              <a:ext uri="{FF2B5EF4-FFF2-40B4-BE49-F238E27FC236}">
                <a16:creationId xmlns:a16="http://schemas.microsoft.com/office/drawing/2014/main" id="{079B2204-87B7-EE47-FB29-6EB46283806B}"/>
              </a:ext>
            </a:extLst>
          </p:cNvPr>
          <p:cNvSpPr txBox="1">
            <a:spLocks/>
          </p:cNvSpPr>
          <p:nvPr/>
        </p:nvSpPr>
        <p:spPr>
          <a:xfrm>
            <a:off x="533783" y="5993503"/>
            <a:ext cx="7955876" cy="27699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800" dirty="0">
                <a:solidFill>
                  <a:srgbClr val="00B050"/>
                </a:solidFill>
                <a:latin typeface="Verdana" panose="020B0604030504040204" pitchFamily="34" charset="0"/>
              </a:rPr>
              <a:t>S</a:t>
            </a:r>
            <a:r>
              <a:rPr lang="en-US" sz="1800" b="0" i="0" dirty="0">
                <a:solidFill>
                  <a:srgbClr val="00B050"/>
                </a:solidFill>
                <a:effectLst/>
                <a:latin typeface="Verdana" panose="020B0604030504040204" pitchFamily="34" charset="0"/>
              </a:rPr>
              <a:t>horthand property </a:t>
            </a:r>
            <a:r>
              <a:rPr lang="en-US" sz="1800" b="0" i="0" dirty="0">
                <a:solidFill>
                  <a:srgbClr val="FF0000"/>
                </a:solidFill>
                <a:effectLst/>
                <a:latin typeface="Consolas" panose="020B0609020204030204" pitchFamily="49" charset="0"/>
              </a:rPr>
              <a:t>padding</a:t>
            </a:r>
            <a:r>
              <a:rPr lang="en-US" sz="1800" b="0" i="0" dirty="0">
                <a:solidFill>
                  <a:srgbClr val="000000"/>
                </a:solidFill>
                <a:effectLst/>
                <a:latin typeface="Consolas" panose="020B0609020204030204" pitchFamily="49" charset="0"/>
              </a:rPr>
              <a:t>:</a:t>
            </a:r>
            <a:r>
              <a:rPr lang="en-US" sz="1800" b="0" i="0" dirty="0">
                <a:solidFill>
                  <a:srgbClr val="0000CD"/>
                </a:solidFill>
                <a:effectLst/>
                <a:latin typeface="Consolas" panose="020B0609020204030204" pitchFamily="49" charset="0"/>
              </a:rPr>
              <a:t> 25px 50px 75px 100px</a:t>
            </a:r>
            <a:r>
              <a:rPr lang="en-US" sz="1800" b="0" i="0" dirty="0">
                <a:solidFill>
                  <a:srgbClr val="000000"/>
                </a:solidFill>
                <a:effectLst/>
                <a:latin typeface="Consolas" panose="020B0609020204030204" pitchFamily="49" charset="0"/>
              </a:rPr>
              <a:t>;</a:t>
            </a:r>
            <a:endParaRPr lang="en-US" sz="1800" b="0" i="0" dirty="0">
              <a:solidFill>
                <a:srgbClr val="000000"/>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06776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Height &amp; Width</a:t>
            </a:r>
          </a:p>
        </p:txBody>
      </p:sp>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322660" y="684217"/>
            <a:ext cx="5188907"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dirty="0">
                <a:solidFill>
                  <a:srgbClr val="000000"/>
                </a:solidFill>
                <a:latin typeface="Verdana" panose="020B0604030504040204" pitchFamily="34" charset="0"/>
              </a:rPr>
              <a:t>These properties are used to set the height and width of an element</a:t>
            </a:r>
            <a:endParaRPr lang="en-US" sz="1600" b="0" i="0" dirty="0">
              <a:solidFill>
                <a:srgbClr val="000000"/>
              </a:solidFill>
              <a:effectLst/>
              <a:latin typeface="Verdana" panose="020B0604030504040204" pitchFamily="34" charset="0"/>
              <a:ea typeface="Verdana" panose="020B0604030504040204" pitchFamily="34" charset="0"/>
            </a:endParaRPr>
          </a:p>
        </p:txBody>
      </p:sp>
      <p:sp>
        <p:nvSpPr>
          <p:cNvPr id="5" name="Text Placeholder 5">
            <a:extLst>
              <a:ext uri="{FF2B5EF4-FFF2-40B4-BE49-F238E27FC236}">
                <a16:creationId xmlns:a16="http://schemas.microsoft.com/office/drawing/2014/main" id="{3406561A-4A44-9B7D-4CAB-DEC89D565A0D}"/>
              </a:ext>
            </a:extLst>
          </p:cNvPr>
          <p:cNvSpPr txBox="1">
            <a:spLocks/>
          </p:cNvSpPr>
          <p:nvPr/>
        </p:nvSpPr>
        <p:spPr>
          <a:xfrm>
            <a:off x="198784" y="2659873"/>
            <a:ext cx="443583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F0"/>
                </a:solidFill>
                <a:latin typeface="Verdana" panose="020B0604030504040204" pitchFamily="34" charset="0"/>
              </a:rPr>
              <a:t>max-height &amp; max-width</a:t>
            </a:r>
          </a:p>
        </p:txBody>
      </p:sp>
      <p:sp>
        <p:nvSpPr>
          <p:cNvPr id="7" name="Text Placeholder 5">
            <a:extLst>
              <a:ext uri="{FF2B5EF4-FFF2-40B4-BE49-F238E27FC236}">
                <a16:creationId xmlns:a16="http://schemas.microsoft.com/office/drawing/2014/main" id="{21CABC53-CF11-F8CE-BF35-E1E4827E56AE}"/>
              </a:ext>
            </a:extLst>
          </p:cNvPr>
          <p:cNvSpPr txBox="1">
            <a:spLocks/>
          </p:cNvSpPr>
          <p:nvPr/>
        </p:nvSpPr>
        <p:spPr>
          <a:xfrm>
            <a:off x="322659" y="1219042"/>
            <a:ext cx="5188907" cy="98488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div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height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100px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width</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500px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2200" b="0" i="0" dirty="0">
              <a:solidFill>
                <a:srgbClr val="000000"/>
              </a:solidFill>
              <a:effectLst/>
              <a:latin typeface="Verdana" panose="020B0604030504040204" pitchFamily="34" charset="0"/>
              <a:ea typeface="Verdana" panose="020B0604030504040204" pitchFamily="34" charset="0"/>
            </a:endParaRP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6" name="Text Placeholder 5">
            <a:extLst>
              <a:ext uri="{FF2B5EF4-FFF2-40B4-BE49-F238E27FC236}">
                <a16:creationId xmlns:a16="http://schemas.microsoft.com/office/drawing/2014/main" id="{A56C57C1-33C8-806D-A6E7-AA3F9DEC4F19}"/>
              </a:ext>
            </a:extLst>
          </p:cNvPr>
          <p:cNvSpPr txBox="1">
            <a:spLocks/>
          </p:cNvSpPr>
          <p:nvPr/>
        </p:nvSpPr>
        <p:spPr>
          <a:xfrm>
            <a:off x="322658" y="3213243"/>
            <a:ext cx="11740711" cy="201901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a:t>
            </a:r>
            <a:r>
              <a:rPr lang="en-US" sz="1600" b="0" i="0" dirty="0">
                <a:solidFill>
                  <a:srgbClr val="00B050"/>
                </a:solidFill>
                <a:effectLst/>
                <a:latin typeface="Consolas" panose="020B0609020204030204" pitchFamily="49" charset="0"/>
              </a:rPr>
              <a:t>max-width</a:t>
            </a:r>
            <a:r>
              <a:rPr lang="en-US" sz="1600" b="0" i="0" dirty="0">
                <a:solidFill>
                  <a:schemeClr val="tx1"/>
                </a:solidFill>
                <a:effectLst/>
                <a:latin typeface="Consolas" panose="020B0609020204030204" pitchFamily="49" charset="0"/>
              </a:rPr>
              <a:t> &amp; </a:t>
            </a:r>
            <a:r>
              <a:rPr lang="en-US" sz="1600" b="0" i="0" dirty="0">
                <a:solidFill>
                  <a:srgbClr val="00B050"/>
                </a:solidFill>
                <a:effectLst/>
                <a:latin typeface="Consolas" panose="020B0609020204030204" pitchFamily="49" charset="0"/>
              </a:rPr>
              <a:t>max-height</a:t>
            </a:r>
            <a:r>
              <a:rPr lang="en-US" sz="1600" b="0" i="0" dirty="0">
                <a:solidFill>
                  <a:schemeClr val="tx1"/>
                </a:solidFill>
                <a:effectLst/>
                <a:latin typeface="Consolas" panose="020B0609020204030204" pitchFamily="49" charset="0"/>
              </a:rPr>
              <a:t> property is used to set the maximum width &amp; height of an element. The </a:t>
            </a:r>
            <a:r>
              <a:rPr lang="en-US" sz="1600" b="0" i="0" dirty="0">
                <a:solidFill>
                  <a:srgbClr val="00B050"/>
                </a:solidFill>
                <a:effectLst/>
                <a:latin typeface="Consolas" panose="020B0609020204030204" pitchFamily="49" charset="0"/>
              </a:rPr>
              <a:t>max-width</a:t>
            </a:r>
            <a:r>
              <a:rPr lang="en-US" sz="1600" b="0" i="0" dirty="0">
                <a:solidFill>
                  <a:schemeClr val="tx1"/>
                </a:solidFill>
                <a:effectLst/>
                <a:latin typeface="Consolas" panose="020B0609020204030204" pitchFamily="49" charset="0"/>
              </a:rPr>
              <a:t> can be specified in length values, like </a:t>
            </a:r>
            <a:r>
              <a:rPr lang="en-US" sz="1600" b="0" i="0" dirty="0" err="1">
                <a:solidFill>
                  <a:srgbClr val="00B050"/>
                </a:solidFill>
                <a:effectLst/>
                <a:latin typeface="Consolas" panose="020B0609020204030204" pitchFamily="49" charset="0"/>
              </a:rPr>
              <a:t>px</a:t>
            </a:r>
            <a:r>
              <a:rPr lang="en-US" sz="1600" b="0" i="0" dirty="0">
                <a:solidFill>
                  <a:schemeClr val="tx1"/>
                </a:solidFill>
                <a:effectLst/>
                <a:latin typeface="Consolas" panose="020B0609020204030204" pitchFamily="49" charset="0"/>
              </a:rPr>
              <a:t>, </a:t>
            </a:r>
            <a:r>
              <a:rPr lang="en-US" sz="1600" b="0" i="0" dirty="0">
                <a:solidFill>
                  <a:srgbClr val="00B050"/>
                </a:solidFill>
                <a:effectLst/>
                <a:latin typeface="Consolas" panose="020B0609020204030204" pitchFamily="49" charset="0"/>
              </a:rPr>
              <a:t>cm</a:t>
            </a:r>
            <a:r>
              <a:rPr lang="en-US" sz="1600" b="0" i="0" dirty="0">
                <a:solidFill>
                  <a:schemeClr val="tx1"/>
                </a:solidFill>
                <a:effectLst/>
                <a:latin typeface="Consolas" panose="020B0609020204030204" pitchFamily="49" charset="0"/>
              </a:rPr>
              <a:t>, </a:t>
            </a:r>
            <a:r>
              <a:rPr lang="en-US" sz="1600" b="0" i="0" dirty="0">
                <a:solidFill>
                  <a:srgbClr val="00B050"/>
                </a:solidFill>
                <a:effectLst/>
                <a:latin typeface="Consolas" panose="020B0609020204030204" pitchFamily="49" charset="0"/>
              </a:rPr>
              <a:t>rem</a:t>
            </a:r>
            <a:r>
              <a:rPr lang="en-US" sz="1600" b="0" i="0" dirty="0">
                <a:solidFill>
                  <a:schemeClr val="tx1"/>
                </a:solidFill>
                <a:effectLst/>
                <a:latin typeface="Consolas" panose="020B0609020204030204" pitchFamily="49" charset="0"/>
              </a:rPr>
              <a:t>, etc., or in </a:t>
            </a:r>
            <a:r>
              <a:rPr lang="en-US" sz="1600" b="0" i="0" dirty="0">
                <a:solidFill>
                  <a:srgbClr val="00B050"/>
                </a:solidFill>
                <a:effectLst/>
                <a:latin typeface="Consolas" panose="020B0609020204030204" pitchFamily="49" charset="0"/>
              </a:rPr>
              <a:t>percent (%) </a:t>
            </a:r>
            <a:r>
              <a:rPr lang="en-US" sz="1600" b="0" i="0" dirty="0">
                <a:solidFill>
                  <a:schemeClr val="tx1"/>
                </a:solidFill>
                <a:effectLst/>
                <a:latin typeface="Consolas" panose="020B0609020204030204" pitchFamily="49" charset="0"/>
              </a:rPr>
              <a:t>of the containing block, or set to none (this is default. Means that there is no maximum width or height).</a:t>
            </a: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div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max-width</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500px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height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100px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background-color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t>
            </a:r>
            <a:r>
              <a:rPr lang="en-US" sz="1600" b="0" i="0" dirty="0" err="1">
                <a:solidFill>
                  <a:srgbClr val="0000CD"/>
                </a:solidFill>
                <a:effectLst/>
                <a:latin typeface="Consolas" panose="020B0609020204030204" pitchFamily="49" charset="0"/>
              </a:rPr>
              <a:t>powderblue</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2200" b="0" i="0" dirty="0">
              <a:solidFill>
                <a:schemeClr val="tx1"/>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735137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Box Model</a:t>
            </a:r>
          </a:p>
        </p:txBody>
      </p:sp>
      <p:sp>
        <p:nvSpPr>
          <p:cNvPr id="2" name="Text Placeholder 5">
            <a:extLst>
              <a:ext uri="{FF2B5EF4-FFF2-40B4-BE49-F238E27FC236}">
                <a16:creationId xmlns:a16="http://schemas.microsoft.com/office/drawing/2014/main" id="{548E5020-9810-000A-241E-5B0711752842}"/>
              </a:ext>
            </a:extLst>
          </p:cNvPr>
          <p:cNvSpPr txBox="1">
            <a:spLocks/>
          </p:cNvSpPr>
          <p:nvPr/>
        </p:nvSpPr>
        <p:spPr>
          <a:xfrm>
            <a:off x="322660" y="684217"/>
            <a:ext cx="11021202"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rgbClr val="000000"/>
                </a:solidFill>
                <a:effectLst/>
                <a:latin typeface="Verdana" panose="020B0604030504040204" pitchFamily="34" charset="0"/>
              </a:rPr>
              <a:t>The CSS box model is essentially a box that wraps around every HTML element. It consists of: margins, borders, padding, and the actual content.</a:t>
            </a:r>
            <a:endParaRPr lang="en-US" sz="1600" b="0" i="0" dirty="0">
              <a:solidFill>
                <a:srgbClr val="000000"/>
              </a:solidFill>
              <a:effectLst/>
              <a:latin typeface="Verdana" panose="020B0604030504040204" pitchFamily="34" charset="0"/>
              <a:ea typeface="Verdana" panose="020B0604030504040204" pitchFamily="34" charset="0"/>
            </a:endParaRPr>
          </a:p>
        </p:txBody>
      </p:sp>
      <p:sp>
        <p:nvSpPr>
          <p:cNvPr id="5" name="Text Placeholder 5">
            <a:extLst>
              <a:ext uri="{FF2B5EF4-FFF2-40B4-BE49-F238E27FC236}">
                <a16:creationId xmlns:a16="http://schemas.microsoft.com/office/drawing/2014/main" id="{3406561A-4A44-9B7D-4CAB-DEC89D565A0D}"/>
              </a:ext>
            </a:extLst>
          </p:cNvPr>
          <p:cNvSpPr txBox="1">
            <a:spLocks/>
          </p:cNvSpPr>
          <p:nvPr/>
        </p:nvSpPr>
        <p:spPr>
          <a:xfrm>
            <a:off x="7404928" y="2107753"/>
            <a:ext cx="4435837" cy="211750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buFont typeface="Arial" panose="020B0604020202020204" pitchFamily="34" charset="0"/>
              <a:buChar char="•"/>
            </a:pPr>
            <a:r>
              <a:rPr lang="en-US" sz="1600" b="1" i="0" dirty="0">
                <a:solidFill>
                  <a:srgbClr val="00B0F0"/>
                </a:solidFill>
                <a:effectLst/>
                <a:latin typeface="Verdana" panose="020B0604030504040204" pitchFamily="34" charset="0"/>
              </a:rPr>
              <a:t>Content</a:t>
            </a:r>
            <a:r>
              <a:rPr lang="en-US" sz="1600" b="0" i="0" dirty="0">
                <a:solidFill>
                  <a:srgbClr val="00B0F0"/>
                </a:solidFill>
                <a:effectLst/>
                <a:latin typeface="Verdana" panose="020B0604030504040204" pitchFamily="34" charset="0"/>
              </a:rPr>
              <a:t> </a:t>
            </a:r>
            <a:r>
              <a:rPr lang="en-US" sz="1600" b="0" i="0" dirty="0">
                <a:solidFill>
                  <a:srgbClr val="000000"/>
                </a:solidFill>
                <a:effectLst/>
                <a:latin typeface="Verdana" panose="020B0604030504040204" pitchFamily="34" charset="0"/>
              </a:rPr>
              <a:t>- The content of the box, where text and images appear</a:t>
            </a:r>
          </a:p>
          <a:p>
            <a:pPr algn="l">
              <a:buFont typeface="Arial" panose="020B0604020202020204" pitchFamily="34" charset="0"/>
              <a:buChar char="•"/>
            </a:pPr>
            <a:r>
              <a:rPr lang="en-US" sz="1600" b="1" i="0" dirty="0">
                <a:solidFill>
                  <a:srgbClr val="00B0F0"/>
                </a:solidFill>
                <a:effectLst/>
                <a:latin typeface="Verdana" panose="020B0604030504040204" pitchFamily="34" charset="0"/>
              </a:rPr>
              <a:t>Padding</a:t>
            </a:r>
            <a:r>
              <a:rPr lang="en-US" sz="1600" b="0" i="0" dirty="0">
                <a:solidFill>
                  <a:srgbClr val="000000"/>
                </a:solidFill>
                <a:effectLst/>
                <a:latin typeface="Verdana" panose="020B0604030504040204" pitchFamily="34" charset="0"/>
              </a:rPr>
              <a:t> - Clears an area around the content. The padding is transparent</a:t>
            </a:r>
          </a:p>
          <a:p>
            <a:pPr algn="l">
              <a:buFont typeface="Arial" panose="020B0604020202020204" pitchFamily="34" charset="0"/>
              <a:buChar char="•"/>
            </a:pPr>
            <a:r>
              <a:rPr lang="en-US" sz="1600" b="1" i="0" dirty="0">
                <a:solidFill>
                  <a:srgbClr val="00B0F0"/>
                </a:solidFill>
                <a:effectLst/>
                <a:latin typeface="Verdana" panose="020B0604030504040204" pitchFamily="34" charset="0"/>
              </a:rPr>
              <a:t>Border</a:t>
            </a:r>
            <a:r>
              <a:rPr lang="en-US" sz="1600" b="0" i="0" dirty="0">
                <a:solidFill>
                  <a:srgbClr val="000000"/>
                </a:solidFill>
                <a:effectLst/>
                <a:latin typeface="Verdana" panose="020B0604030504040204" pitchFamily="34" charset="0"/>
              </a:rPr>
              <a:t> - A border that goes around the padding and content</a:t>
            </a:r>
          </a:p>
          <a:p>
            <a:pPr algn="l">
              <a:buFont typeface="Arial" panose="020B0604020202020204" pitchFamily="34" charset="0"/>
              <a:buChar char="•"/>
            </a:pPr>
            <a:r>
              <a:rPr lang="en-US" sz="1600" b="1" i="0" dirty="0">
                <a:solidFill>
                  <a:srgbClr val="00B0F0"/>
                </a:solidFill>
                <a:effectLst/>
                <a:latin typeface="Verdana" panose="020B0604030504040204" pitchFamily="34" charset="0"/>
              </a:rPr>
              <a:t>Margin</a:t>
            </a:r>
            <a:r>
              <a:rPr lang="en-US" sz="1600" b="0" i="0" dirty="0">
                <a:solidFill>
                  <a:srgbClr val="000000"/>
                </a:solidFill>
                <a:effectLst/>
                <a:latin typeface="Verdana" panose="020B0604030504040204" pitchFamily="34" charset="0"/>
              </a:rPr>
              <a:t> - Clears an area outside the border. The margin is transparent</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pic>
        <p:nvPicPr>
          <p:cNvPr id="9" name="Picture 8">
            <a:extLst>
              <a:ext uri="{FF2B5EF4-FFF2-40B4-BE49-F238E27FC236}">
                <a16:creationId xmlns:a16="http://schemas.microsoft.com/office/drawing/2014/main" id="{4F747C81-5471-6354-5337-14F03375D944}"/>
              </a:ext>
            </a:extLst>
          </p:cNvPr>
          <p:cNvPicPr>
            <a:picLocks noChangeAspect="1"/>
          </p:cNvPicPr>
          <p:nvPr/>
        </p:nvPicPr>
        <p:blipFill>
          <a:blip r:embed="rId4"/>
          <a:stretch>
            <a:fillRect/>
          </a:stretch>
        </p:blipFill>
        <p:spPr>
          <a:xfrm>
            <a:off x="205234" y="2180491"/>
            <a:ext cx="6817653" cy="2640454"/>
          </a:xfrm>
          <a:prstGeom prst="rect">
            <a:avLst/>
          </a:prstGeom>
        </p:spPr>
      </p:pic>
    </p:spTree>
    <p:extLst>
      <p:ext uri="{BB962C8B-B14F-4D97-AF65-F5344CB8AC3E}">
        <p14:creationId xmlns:p14="http://schemas.microsoft.com/office/powerpoint/2010/main" val="692656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3319116" cy="461665"/>
          </a:xfrm>
        </p:spPr>
        <p:txBody>
          <a:bodyPr/>
          <a:lstStyle/>
          <a:p>
            <a:pPr algn="l"/>
            <a:r>
              <a:rPr lang="en-US" sz="3000" b="0" i="0" dirty="0">
                <a:solidFill>
                  <a:srgbClr val="00B0F0"/>
                </a:solidFill>
                <a:effectLst/>
                <a:latin typeface="Segoe UI" panose="020B0502040204020203" pitchFamily="34" charset="0"/>
              </a:rPr>
              <a:t>CSS Text Color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6" name="Text Placeholder 5">
            <a:extLst>
              <a:ext uri="{FF2B5EF4-FFF2-40B4-BE49-F238E27FC236}">
                <a16:creationId xmlns:a16="http://schemas.microsoft.com/office/drawing/2014/main" id="{A56C57C1-33C8-806D-A6E7-AA3F9DEC4F19}"/>
              </a:ext>
            </a:extLst>
          </p:cNvPr>
          <p:cNvSpPr txBox="1">
            <a:spLocks/>
          </p:cNvSpPr>
          <p:nvPr/>
        </p:nvSpPr>
        <p:spPr>
          <a:xfrm>
            <a:off x="225644" y="578989"/>
            <a:ext cx="11740711" cy="176663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color property is used to set the color of the text. The color is specified by:</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ndParaRPr>
          </a:p>
          <a:p>
            <a:r>
              <a:rPr lang="en-US" sz="1600" b="0" i="0" dirty="0">
                <a:solidFill>
                  <a:schemeClr val="tx1"/>
                </a:solidFill>
                <a:effectLst/>
                <a:latin typeface="Consolas" panose="020B0609020204030204" pitchFamily="49" charset="0"/>
              </a:rPr>
              <a:t>a </a:t>
            </a:r>
            <a:r>
              <a:rPr lang="en-US" sz="1600" b="0" i="0" dirty="0">
                <a:solidFill>
                  <a:schemeClr val="accent4">
                    <a:lumMod val="90000"/>
                  </a:schemeClr>
                </a:solidFill>
                <a:effectLst/>
                <a:latin typeface="Consolas" panose="020B0609020204030204" pitchFamily="49" charset="0"/>
              </a:rPr>
              <a:t>color name</a:t>
            </a:r>
            <a:r>
              <a:rPr lang="en-US" sz="1600" b="0" i="0" dirty="0">
                <a:solidFill>
                  <a:schemeClr val="tx1"/>
                </a:solidFill>
                <a:effectLst/>
                <a:latin typeface="Consolas" panose="020B0609020204030204" pitchFamily="49" charset="0"/>
              </a:rPr>
              <a:t> - like "red"</a:t>
            </a:r>
          </a:p>
          <a:p>
            <a:r>
              <a:rPr lang="en-US" sz="1600" b="0" i="0" dirty="0">
                <a:solidFill>
                  <a:schemeClr val="tx1"/>
                </a:solidFill>
                <a:effectLst/>
                <a:latin typeface="Consolas" panose="020B0609020204030204" pitchFamily="49" charset="0"/>
              </a:rPr>
              <a:t>a </a:t>
            </a:r>
            <a:r>
              <a:rPr lang="en-US" sz="1600" b="0" i="0" dirty="0">
                <a:solidFill>
                  <a:schemeClr val="accent4">
                    <a:lumMod val="90000"/>
                  </a:schemeClr>
                </a:solidFill>
                <a:effectLst/>
                <a:latin typeface="Consolas" panose="020B0609020204030204" pitchFamily="49" charset="0"/>
              </a:rPr>
              <a:t>HEX value </a:t>
            </a:r>
            <a:r>
              <a:rPr lang="en-US" sz="1600" b="0" i="0" dirty="0">
                <a:solidFill>
                  <a:schemeClr val="tx1"/>
                </a:solidFill>
                <a:effectLst/>
                <a:latin typeface="Consolas" panose="020B0609020204030204" pitchFamily="49" charset="0"/>
              </a:rPr>
              <a:t>- like "#ff0000"</a:t>
            </a:r>
          </a:p>
          <a:p>
            <a:r>
              <a:rPr lang="en-US" sz="1600" b="0" i="0" dirty="0">
                <a:solidFill>
                  <a:schemeClr val="tx1"/>
                </a:solidFill>
                <a:effectLst/>
                <a:latin typeface="Consolas" panose="020B0609020204030204" pitchFamily="49" charset="0"/>
              </a:rPr>
              <a:t>an </a:t>
            </a:r>
            <a:r>
              <a:rPr lang="en-US" sz="1600" b="0" i="0" dirty="0">
                <a:solidFill>
                  <a:schemeClr val="accent4">
                    <a:lumMod val="90000"/>
                  </a:schemeClr>
                </a:solidFill>
                <a:effectLst/>
                <a:latin typeface="Consolas" panose="020B0609020204030204" pitchFamily="49" charset="0"/>
              </a:rPr>
              <a:t>RGB value </a:t>
            </a:r>
            <a:r>
              <a:rPr lang="en-US" sz="1600" b="0" i="0" dirty="0">
                <a:solidFill>
                  <a:schemeClr val="tx1"/>
                </a:solidFill>
                <a:effectLst/>
                <a:latin typeface="Consolas" panose="020B0609020204030204" pitchFamily="49" charset="0"/>
              </a:rPr>
              <a:t>- like "</a:t>
            </a:r>
            <a:r>
              <a:rPr lang="en-US" sz="1600" b="0" i="0" dirty="0" err="1">
                <a:solidFill>
                  <a:schemeClr val="tx1"/>
                </a:solidFill>
                <a:effectLst/>
                <a:latin typeface="Consolas" panose="020B0609020204030204" pitchFamily="49" charset="0"/>
              </a:rPr>
              <a:t>rgb</a:t>
            </a:r>
            <a:r>
              <a:rPr lang="en-US" sz="1600" b="0" i="0" dirty="0">
                <a:solidFill>
                  <a:schemeClr val="tx1"/>
                </a:solidFill>
                <a:effectLst/>
                <a:latin typeface="Consolas" panose="020B0609020204030204" pitchFamily="49" charset="0"/>
              </a:rPr>
              <a:t>(255,0,0)"</a:t>
            </a:r>
            <a:br>
              <a:rPr lang="en-US" sz="1600" b="0" i="0" dirty="0">
                <a:solidFill>
                  <a:srgbClr val="FF0000"/>
                </a:solidFill>
                <a:effectLst/>
                <a:latin typeface="Consolas" panose="020B0609020204030204" pitchFamily="49" charset="0"/>
              </a:rPr>
            </a:br>
            <a:endParaRPr lang="en-US" sz="2200" b="0" i="0" dirty="0">
              <a:solidFill>
                <a:schemeClr val="tx1"/>
              </a:solidFill>
              <a:effectLst/>
              <a:latin typeface="Verdana" panose="020B0604030504040204" pitchFamily="34" charset="0"/>
              <a:ea typeface="Verdana" panose="020B0604030504040204" pitchFamily="34" charset="0"/>
            </a:endParaRPr>
          </a:p>
        </p:txBody>
      </p:sp>
      <p:sp>
        <p:nvSpPr>
          <p:cNvPr id="8" name="Text Placeholder 5">
            <a:extLst>
              <a:ext uri="{FF2B5EF4-FFF2-40B4-BE49-F238E27FC236}">
                <a16:creationId xmlns:a16="http://schemas.microsoft.com/office/drawing/2014/main" id="{ADD052D7-1C08-0F96-4417-F000CC032651}"/>
              </a:ext>
            </a:extLst>
          </p:cNvPr>
          <p:cNvSpPr txBox="1">
            <a:spLocks/>
          </p:cNvSpPr>
          <p:nvPr/>
        </p:nvSpPr>
        <p:spPr>
          <a:xfrm>
            <a:off x="5498470" y="1092975"/>
            <a:ext cx="3275139" cy="73866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h1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color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t>
            </a:r>
            <a:r>
              <a:rPr lang="en-US" sz="1600" b="0" i="0" dirty="0" err="1">
                <a:solidFill>
                  <a:srgbClr val="0000CD"/>
                </a:solidFill>
                <a:effectLst/>
                <a:latin typeface="Consolas" panose="020B0609020204030204" pitchFamily="49" charset="0"/>
              </a:rPr>
              <a:t>rgb</a:t>
            </a:r>
            <a:r>
              <a:rPr lang="en-US" sz="1600" b="0" i="0" dirty="0">
                <a:solidFill>
                  <a:srgbClr val="0000CD"/>
                </a:solidFill>
                <a:effectLst/>
                <a:latin typeface="Consolas" panose="020B0609020204030204" pitchFamily="49" charset="0"/>
              </a:rPr>
              <a:t>(255,0,0)</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2200" b="0" i="0" dirty="0">
              <a:solidFill>
                <a:schemeClr val="tx1"/>
              </a:solidFill>
              <a:effectLst/>
              <a:latin typeface="Verdana" panose="020B0604030504040204" pitchFamily="34" charset="0"/>
              <a:ea typeface="Verdana" panose="020B0604030504040204" pitchFamily="34" charset="0"/>
            </a:endParaRPr>
          </a:p>
        </p:txBody>
      </p:sp>
      <p:sp>
        <p:nvSpPr>
          <p:cNvPr id="9" name="Title 16">
            <a:extLst>
              <a:ext uri="{FF2B5EF4-FFF2-40B4-BE49-F238E27FC236}">
                <a16:creationId xmlns:a16="http://schemas.microsoft.com/office/drawing/2014/main" id="{C6A20691-7FC0-C147-BE23-A4FE575833A4}"/>
              </a:ext>
            </a:extLst>
          </p:cNvPr>
          <p:cNvSpPr txBox="1">
            <a:spLocks/>
          </p:cNvSpPr>
          <p:nvPr/>
        </p:nvSpPr>
        <p:spPr>
          <a:xfrm>
            <a:off x="225644" y="2668631"/>
            <a:ext cx="3319116" cy="461665"/>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3000" dirty="0">
                <a:solidFill>
                  <a:srgbClr val="00B0F0"/>
                </a:solidFill>
                <a:latin typeface="Segoe UI" panose="020B0502040204020203" pitchFamily="34" charset="0"/>
              </a:rPr>
              <a:t>CSS Fonts</a:t>
            </a:r>
          </a:p>
        </p:txBody>
      </p:sp>
      <p:sp>
        <p:nvSpPr>
          <p:cNvPr id="10" name="Text Placeholder 5">
            <a:extLst>
              <a:ext uri="{FF2B5EF4-FFF2-40B4-BE49-F238E27FC236}">
                <a16:creationId xmlns:a16="http://schemas.microsoft.com/office/drawing/2014/main" id="{4B7C1B39-D1D8-8AF1-4F76-2D83B066E105}"/>
              </a:ext>
            </a:extLst>
          </p:cNvPr>
          <p:cNvSpPr txBox="1">
            <a:spLocks/>
          </p:cNvSpPr>
          <p:nvPr/>
        </p:nvSpPr>
        <p:spPr>
          <a:xfrm>
            <a:off x="198784" y="3329576"/>
            <a:ext cx="443583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Generic Font Families</a:t>
            </a:r>
          </a:p>
        </p:txBody>
      </p:sp>
      <p:sp>
        <p:nvSpPr>
          <p:cNvPr id="11" name="Text Placeholder 5">
            <a:extLst>
              <a:ext uri="{FF2B5EF4-FFF2-40B4-BE49-F238E27FC236}">
                <a16:creationId xmlns:a16="http://schemas.microsoft.com/office/drawing/2014/main" id="{B2FA1166-DE93-F985-419D-5DCA300BA892}"/>
              </a:ext>
            </a:extLst>
          </p:cNvPr>
          <p:cNvSpPr txBox="1">
            <a:spLocks/>
          </p:cNvSpPr>
          <p:nvPr/>
        </p:nvSpPr>
        <p:spPr>
          <a:xfrm>
            <a:off x="225644" y="3914967"/>
            <a:ext cx="11740711" cy="285001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In CSS there are five generic font families:</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ndParaRPr>
          </a:p>
          <a:p>
            <a:pPr marL="342900" indent="-342900">
              <a:buFont typeface="+mj-lt"/>
              <a:buAutoNum type="arabicPeriod"/>
            </a:pPr>
            <a:r>
              <a:rPr lang="en-US" sz="1600" b="0" i="0" dirty="0">
                <a:solidFill>
                  <a:schemeClr val="accent4">
                    <a:lumMod val="90000"/>
                  </a:schemeClr>
                </a:solidFill>
                <a:effectLst/>
                <a:latin typeface="Consolas" panose="020B0609020204030204" pitchFamily="49" charset="0"/>
              </a:rPr>
              <a:t>Serif</a:t>
            </a:r>
            <a:r>
              <a:rPr lang="en-US" sz="1600" b="0" i="0" dirty="0">
                <a:solidFill>
                  <a:schemeClr val="tx1"/>
                </a:solidFill>
                <a:effectLst/>
                <a:latin typeface="Consolas" panose="020B0609020204030204" pitchFamily="49" charset="0"/>
              </a:rPr>
              <a:t> fonts have a small stroke at the edges of each letter. They create a sense of formality and elegance.</a:t>
            </a:r>
          </a:p>
          <a:p>
            <a:pPr marL="342900" indent="-342900">
              <a:buFont typeface="+mj-lt"/>
              <a:buAutoNum type="arabicPeriod"/>
            </a:pPr>
            <a:r>
              <a:rPr lang="en-US" sz="1600" b="0" i="0" dirty="0">
                <a:solidFill>
                  <a:schemeClr val="accent4">
                    <a:lumMod val="90000"/>
                  </a:schemeClr>
                </a:solidFill>
                <a:effectLst/>
                <a:latin typeface="Consolas" panose="020B0609020204030204" pitchFamily="49" charset="0"/>
              </a:rPr>
              <a:t>Sans-serif</a:t>
            </a:r>
            <a:r>
              <a:rPr lang="en-US" sz="1600" b="0" i="0" dirty="0">
                <a:solidFill>
                  <a:schemeClr val="tx1"/>
                </a:solidFill>
                <a:effectLst/>
                <a:latin typeface="Consolas" panose="020B0609020204030204" pitchFamily="49" charset="0"/>
              </a:rPr>
              <a:t> fonts have clean lines (no small strokes attached). They create a modern and minimalistic look.</a:t>
            </a:r>
          </a:p>
          <a:p>
            <a:pPr marL="342900" indent="-342900">
              <a:buFont typeface="+mj-lt"/>
              <a:buAutoNum type="arabicPeriod"/>
            </a:pPr>
            <a:r>
              <a:rPr lang="en-US" sz="1600" b="0" i="0" dirty="0">
                <a:solidFill>
                  <a:schemeClr val="accent4">
                    <a:lumMod val="90000"/>
                  </a:schemeClr>
                </a:solidFill>
                <a:effectLst/>
                <a:latin typeface="Consolas" panose="020B0609020204030204" pitchFamily="49" charset="0"/>
              </a:rPr>
              <a:t>Monospace </a:t>
            </a:r>
            <a:r>
              <a:rPr lang="en-US" sz="1600" b="0" i="0" dirty="0">
                <a:solidFill>
                  <a:srgbClr val="2F2F2F"/>
                </a:solidFill>
                <a:effectLst/>
                <a:latin typeface="Consolas" panose="020B0609020204030204" pitchFamily="49" charset="0"/>
              </a:rPr>
              <a:t>fonts</a:t>
            </a:r>
            <a:r>
              <a:rPr lang="en-US" sz="1600" b="0" i="0" dirty="0">
                <a:solidFill>
                  <a:schemeClr val="accent4">
                    <a:lumMod val="90000"/>
                  </a:schemeClr>
                </a:solidFill>
                <a:effectLst/>
                <a:latin typeface="Consolas" panose="020B0609020204030204" pitchFamily="49" charset="0"/>
              </a:rPr>
              <a:t> </a:t>
            </a:r>
            <a:r>
              <a:rPr lang="en-US" sz="1600" b="0" i="0" dirty="0">
                <a:solidFill>
                  <a:schemeClr val="tx1"/>
                </a:solidFill>
                <a:effectLst/>
                <a:latin typeface="Consolas" panose="020B0609020204030204" pitchFamily="49" charset="0"/>
              </a:rPr>
              <a:t>- here all the letters have the same fixed width. They create a mechanical look. </a:t>
            </a:r>
          </a:p>
          <a:p>
            <a:pPr marL="342900" indent="-342900">
              <a:buFont typeface="+mj-lt"/>
              <a:buAutoNum type="arabicPeriod"/>
            </a:pPr>
            <a:r>
              <a:rPr lang="en-US" sz="1600" b="0" i="0" dirty="0">
                <a:solidFill>
                  <a:schemeClr val="accent4">
                    <a:lumMod val="90000"/>
                  </a:schemeClr>
                </a:solidFill>
                <a:effectLst/>
                <a:latin typeface="Consolas" panose="020B0609020204030204" pitchFamily="49" charset="0"/>
              </a:rPr>
              <a:t>Cursive </a:t>
            </a:r>
            <a:r>
              <a:rPr lang="en-US" sz="1600" b="0" i="0" dirty="0">
                <a:solidFill>
                  <a:srgbClr val="2F2F2F"/>
                </a:solidFill>
                <a:effectLst/>
                <a:latin typeface="Consolas" panose="020B0609020204030204" pitchFamily="49" charset="0"/>
              </a:rPr>
              <a:t>fonts</a:t>
            </a:r>
            <a:r>
              <a:rPr lang="en-US" sz="1600" b="0" i="0" dirty="0">
                <a:solidFill>
                  <a:schemeClr val="accent4">
                    <a:lumMod val="90000"/>
                  </a:schemeClr>
                </a:solidFill>
                <a:effectLst/>
                <a:latin typeface="Consolas" panose="020B0609020204030204" pitchFamily="49" charset="0"/>
              </a:rPr>
              <a:t> </a:t>
            </a:r>
            <a:r>
              <a:rPr lang="en-US" sz="1600" b="0" i="0" dirty="0">
                <a:solidFill>
                  <a:schemeClr val="tx1"/>
                </a:solidFill>
                <a:effectLst/>
                <a:latin typeface="Consolas" panose="020B0609020204030204" pitchFamily="49" charset="0"/>
              </a:rPr>
              <a:t>imitate human handwriting.</a:t>
            </a:r>
          </a:p>
          <a:p>
            <a:pPr marL="342900" indent="-342900">
              <a:buFont typeface="+mj-lt"/>
              <a:buAutoNum type="arabicPeriod"/>
            </a:pPr>
            <a:r>
              <a:rPr lang="en-US" sz="1600" b="0" i="0" dirty="0">
                <a:solidFill>
                  <a:schemeClr val="accent4">
                    <a:lumMod val="90000"/>
                  </a:schemeClr>
                </a:solidFill>
                <a:effectLst/>
                <a:latin typeface="Consolas" panose="020B0609020204030204" pitchFamily="49" charset="0"/>
              </a:rPr>
              <a:t>Fantasy</a:t>
            </a:r>
            <a:r>
              <a:rPr lang="en-US" sz="1600" b="0" i="0" dirty="0">
                <a:solidFill>
                  <a:schemeClr val="tx1"/>
                </a:solidFill>
                <a:effectLst/>
                <a:latin typeface="Consolas" panose="020B0609020204030204" pitchFamily="49" charset="0"/>
              </a:rPr>
              <a:t> fonts are decorative/playful fonts.</a:t>
            </a:r>
            <a:br>
              <a:rPr lang="en-US" sz="1600" b="0" i="0" dirty="0">
                <a:solidFill>
                  <a:srgbClr val="FF0000"/>
                </a:solidFill>
                <a:effectLst/>
                <a:latin typeface="Consolas" panose="020B0609020204030204" pitchFamily="49" charset="0"/>
              </a:rPr>
            </a:br>
            <a:endParaRPr lang="en-US" sz="2200" b="0" i="0" dirty="0">
              <a:solidFill>
                <a:schemeClr val="tx1"/>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73232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4B7C1B39-D1D8-8AF1-4F76-2D83B066E105}"/>
              </a:ext>
            </a:extLst>
          </p:cNvPr>
          <p:cNvSpPr txBox="1">
            <a:spLocks/>
          </p:cNvSpPr>
          <p:nvPr/>
        </p:nvSpPr>
        <p:spPr>
          <a:xfrm>
            <a:off x="198784" y="121109"/>
            <a:ext cx="443583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Generic Font Families</a:t>
            </a:r>
          </a:p>
        </p:txBody>
      </p:sp>
      <p:pic>
        <p:nvPicPr>
          <p:cNvPr id="12" name="Picture 11">
            <a:extLst>
              <a:ext uri="{FF2B5EF4-FFF2-40B4-BE49-F238E27FC236}">
                <a16:creationId xmlns:a16="http://schemas.microsoft.com/office/drawing/2014/main" id="{4A580898-16EB-9C34-798A-2B5055703A7B}"/>
              </a:ext>
            </a:extLst>
          </p:cNvPr>
          <p:cNvPicPr>
            <a:picLocks noChangeAspect="1"/>
          </p:cNvPicPr>
          <p:nvPr/>
        </p:nvPicPr>
        <p:blipFill>
          <a:blip r:embed="rId4"/>
          <a:stretch>
            <a:fillRect/>
          </a:stretch>
        </p:blipFill>
        <p:spPr>
          <a:xfrm>
            <a:off x="184802" y="672406"/>
            <a:ext cx="10067960" cy="6185594"/>
          </a:xfrm>
          <a:prstGeom prst="rect">
            <a:avLst/>
          </a:prstGeom>
        </p:spPr>
      </p:pic>
    </p:spTree>
    <p:extLst>
      <p:ext uri="{BB962C8B-B14F-4D97-AF65-F5344CB8AC3E}">
        <p14:creationId xmlns:p14="http://schemas.microsoft.com/office/powerpoint/2010/main" val="1571741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4435836" cy="923330"/>
          </a:xfrm>
        </p:spPr>
        <p:txBody>
          <a:bodyPr/>
          <a:lstStyle/>
          <a:p>
            <a:pPr algn="l"/>
            <a:r>
              <a:rPr lang="en-US" sz="3000" b="0" i="0" dirty="0">
                <a:solidFill>
                  <a:srgbClr val="00B0F0"/>
                </a:solidFill>
                <a:effectLst/>
                <a:latin typeface="Segoe UI" panose="020B0502040204020203" pitchFamily="34" charset="0"/>
              </a:rPr>
              <a:t>CSS font-family Property</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6" name="Text Placeholder 5">
            <a:extLst>
              <a:ext uri="{FF2B5EF4-FFF2-40B4-BE49-F238E27FC236}">
                <a16:creationId xmlns:a16="http://schemas.microsoft.com/office/drawing/2014/main" id="{A56C57C1-33C8-806D-A6E7-AA3F9DEC4F19}"/>
              </a:ext>
            </a:extLst>
          </p:cNvPr>
          <p:cNvSpPr txBox="1">
            <a:spLocks/>
          </p:cNvSpPr>
          <p:nvPr/>
        </p:nvSpPr>
        <p:spPr>
          <a:xfrm>
            <a:off x="225644" y="578989"/>
            <a:ext cx="11740711" cy="472129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font-family property should hold several font names as a "fallback" system, to ensure maximum compatibility between browsers/operating systems. Start with the font you want, and end with a generic family</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ndParaRP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.p1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font-family</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"Times New Roman", Times, serif</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br>
              <a:rPr lang="en-US" sz="1600" dirty="0">
                <a:latin typeface="Consolas" panose="020B0609020204030204" pitchFamily="49" charset="0"/>
              </a:rPr>
            </a:br>
            <a:br>
              <a:rPr lang="en-US" sz="1600" dirty="0">
                <a:latin typeface="Consolas" panose="020B0609020204030204" pitchFamily="49" charset="0"/>
              </a:rPr>
            </a:br>
            <a:r>
              <a:rPr lang="en-US" sz="1600" b="0" i="0" dirty="0">
                <a:solidFill>
                  <a:srgbClr val="A52A2A"/>
                </a:solidFill>
                <a:effectLst/>
                <a:latin typeface="Consolas" panose="020B0609020204030204" pitchFamily="49" charset="0"/>
              </a:rPr>
              <a:t>.p2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font-family</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Arial, Helvetica, sans-serif</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br>
              <a:rPr lang="en-US" sz="1600" dirty="0">
                <a:latin typeface="Consolas" panose="020B0609020204030204" pitchFamily="49" charset="0"/>
              </a:rPr>
            </a:br>
            <a:br>
              <a:rPr lang="en-US" sz="1600" dirty="0">
                <a:latin typeface="Consolas" panose="020B0609020204030204" pitchFamily="49" charset="0"/>
              </a:rPr>
            </a:br>
            <a:r>
              <a:rPr lang="en-US" sz="1600" b="0" i="0" dirty="0">
                <a:solidFill>
                  <a:srgbClr val="A52A2A"/>
                </a:solidFill>
                <a:effectLst/>
                <a:latin typeface="Consolas" panose="020B0609020204030204" pitchFamily="49" charset="0"/>
              </a:rPr>
              <a:t>.p3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font-family</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"Lucida Console", "Courier New", monospace</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p>
          <a:p>
            <a:pPr marL="0" indent="0">
              <a:buFont typeface="Wingdings" panose="05000000000000000000" pitchFamily="2" charset="2"/>
              <a:buNone/>
            </a:pPr>
            <a:endParaRPr lang="en-US" sz="1600" dirty="0">
              <a:solidFill>
                <a:srgbClr val="000000"/>
              </a:solidFill>
              <a:latin typeface="Consolas" panose="020B0609020204030204" pitchFamily="49" charset="0"/>
            </a:endParaRPr>
          </a:p>
          <a:p>
            <a:pPr marL="0" indent="0">
              <a:buFont typeface="Wingdings" panose="05000000000000000000" pitchFamily="2" charset="2"/>
              <a:buNone/>
            </a:pPr>
            <a:br>
              <a:rPr lang="en-US" sz="1600" b="0" i="0" dirty="0">
                <a:solidFill>
                  <a:srgbClr val="FF0000"/>
                </a:solidFill>
                <a:effectLst/>
                <a:latin typeface="Consolas" panose="020B0609020204030204" pitchFamily="49" charset="0"/>
              </a:rPr>
            </a:br>
            <a:endParaRPr lang="en-US" sz="2200" b="0" i="0" dirty="0">
              <a:solidFill>
                <a:schemeClr val="tx1"/>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63348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4435836" cy="461665"/>
          </a:xfrm>
        </p:spPr>
        <p:txBody>
          <a:bodyPr/>
          <a:lstStyle/>
          <a:p>
            <a:pPr algn="l"/>
            <a:r>
              <a:rPr lang="en-US" sz="3000" b="0" i="0" dirty="0">
                <a:solidFill>
                  <a:srgbClr val="00B0F0"/>
                </a:solidFill>
                <a:effectLst/>
                <a:latin typeface="Segoe UI" panose="020B0502040204020203" pitchFamily="34" charset="0"/>
              </a:rPr>
              <a:t>CSS Icons</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6" name="Text Placeholder 5">
            <a:extLst>
              <a:ext uri="{FF2B5EF4-FFF2-40B4-BE49-F238E27FC236}">
                <a16:creationId xmlns:a16="http://schemas.microsoft.com/office/drawing/2014/main" id="{A56C57C1-33C8-806D-A6E7-AA3F9DEC4F19}"/>
              </a:ext>
            </a:extLst>
          </p:cNvPr>
          <p:cNvSpPr txBox="1">
            <a:spLocks/>
          </p:cNvSpPr>
          <p:nvPr/>
        </p:nvSpPr>
        <p:spPr>
          <a:xfrm>
            <a:off x="225644" y="578989"/>
            <a:ext cx="11740711" cy="117570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Icons can easily be added to your HTML page, by using an icon library.</a:t>
            </a:r>
          </a:p>
          <a:p>
            <a:pPr marL="0" indent="0">
              <a:buFont typeface="Wingdings" panose="05000000000000000000" pitchFamily="2" charset="2"/>
              <a:buNone/>
            </a:pPr>
            <a:endParaRPr lang="en-US" sz="1600" dirty="0">
              <a:solidFill>
                <a:srgbClr val="000000"/>
              </a:solidFill>
              <a:latin typeface="Consolas" panose="020B0609020204030204" pitchFamily="49" charset="0"/>
            </a:endParaRPr>
          </a:p>
          <a:p>
            <a:pPr marL="0" indent="0">
              <a:buFont typeface="Wingdings" panose="05000000000000000000" pitchFamily="2" charset="2"/>
              <a:buNone/>
            </a:pPr>
            <a:br>
              <a:rPr lang="en-US" sz="1600" b="0" i="0" dirty="0">
                <a:solidFill>
                  <a:srgbClr val="FF0000"/>
                </a:solidFill>
                <a:effectLst/>
                <a:latin typeface="Consolas" panose="020B0609020204030204" pitchFamily="49" charset="0"/>
              </a:rPr>
            </a:br>
            <a:endParaRPr lang="en-US" sz="2200" b="0" i="0" dirty="0">
              <a:solidFill>
                <a:schemeClr val="tx1"/>
              </a:solidFill>
              <a:effectLst/>
              <a:latin typeface="Verdana" panose="020B0604030504040204" pitchFamily="34" charset="0"/>
              <a:ea typeface="Verdana" panose="020B0604030504040204" pitchFamily="34" charset="0"/>
            </a:endParaRPr>
          </a:p>
        </p:txBody>
      </p:sp>
      <p:pic>
        <p:nvPicPr>
          <p:cNvPr id="5" name="Picture 4">
            <a:extLst>
              <a:ext uri="{FF2B5EF4-FFF2-40B4-BE49-F238E27FC236}">
                <a16:creationId xmlns:a16="http://schemas.microsoft.com/office/drawing/2014/main" id="{4A70FED6-D40B-E666-7567-8BCDA2BA0AD1}"/>
              </a:ext>
            </a:extLst>
          </p:cNvPr>
          <p:cNvPicPr>
            <a:picLocks noChangeAspect="1"/>
          </p:cNvPicPr>
          <p:nvPr/>
        </p:nvPicPr>
        <p:blipFill>
          <a:blip r:embed="rId4"/>
          <a:stretch>
            <a:fillRect/>
          </a:stretch>
        </p:blipFill>
        <p:spPr>
          <a:xfrm>
            <a:off x="225644" y="987041"/>
            <a:ext cx="10226926" cy="1280271"/>
          </a:xfrm>
          <a:prstGeom prst="rect">
            <a:avLst/>
          </a:prstGeom>
        </p:spPr>
      </p:pic>
      <p:sp>
        <p:nvSpPr>
          <p:cNvPr id="7" name="Text Placeholder 5">
            <a:extLst>
              <a:ext uri="{FF2B5EF4-FFF2-40B4-BE49-F238E27FC236}">
                <a16:creationId xmlns:a16="http://schemas.microsoft.com/office/drawing/2014/main" id="{CCD55ACE-4085-8E52-6D4C-4E1C147EF783}"/>
              </a:ext>
            </a:extLst>
          </p:cNvPr>
          <p:cNvSpPr txBox="1">
            <a:spLocks/>
          </p:cNvSpPr>
          <p:nvPr/>
        </p:nvSpPr>
        <p:spPr>
          <a:xfrm>
            <a:off x="225644" y="2126981"/>
            <a:ext cx="443583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How To Add Icons</a:t>
            </a:r>
          </a:p>
        </p:txBody>
      </p:sp>
      <p:sp>
        <p:nvSpPr>
          <p:cNvPr id="8" name="Text Placeholder 5">
            <a:extLst>
              <a:ext uri="{FF2B5EF4-FFF2-40B4-BE49-F238E27FC236}">
                <a16:creationId xmlns:a16="http://schemas.microsoft.com/office/drawing/2014/main" id="{48561A04-3040-1C31-A909-885854DC8D0A}"/>
              </a:ext>
            </a:extLst>
          </p:cNvPr>
          <p:cNvSpPr txBox="1">
            <a:spLocks/>
          </p:cNvSpPr>
          <p:nvPr/>
        </p:nvSpPr>
        <p:spPr>
          <a:xfrm>
            <a:off x="252504" y="2712372"/>
            <a:ext cx="11740711"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simplest way to add an icon to your HTML page, is with an icon library, such as Font Awesome. Add the name of the specified icon class to any inline HTML element (like &lt;</a:t>
            </a:r>
            <a:r>
              <a:rPr lang="en-US" sz="1600" b="0" i="0" dirty="0" err="1">
                <a:solidFill>
                  <a:schemeClr val="tx1"/>
                </a:solidFill>
                <a:effectLst/>
                <a:latin typeface="Consolas" panose="020B0609020204030204" pitchFamily="49" charset="0"/>
              </a:rPr>
              <a:t>i</a:t>
            </a:r>
            <a:r>
              <a:rPr lang="en-US" sz="1600" b="0" i="0" dirty="0">
                <a:solidFill>
                  <a:schemeClr val="tx1"/>
                </a:solidFill>
                <a:effectLst/>
                <a:latin typeface="Consolas" panose="020B0609020204030204" pitchFamily="49" charset="0"/>
              </a:rPr>
              <a:t>&gt; or &lt;span&gt;).</a:t>
            </a:r>
            <a:endParaRPr lang="en-US" sz="2200" b="0" i="0" dirty="0">
              <a:solidFill>
                <a:schemeClr val="tx1"/>
              </a:solidFill>
              <a:effectLst/>
              <a:latin typeface="Verdana" panose="020B0604030504040204" pitchFamily="34" charset="0"/>
              <a:ea typeface="Verdana" panose="020B0604030504040204" pitchFamily="34" charset="0"/>
            </a:endParaRPr>
          </a:p>
        </p:txBody>
      </p:sp>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252504" y="3367891"/>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Icons Libraries : </a:t>
            </a:r>
            <a:r>
              <a:rPr lang="en-US" sz="2400" dirty="0">
                <a:solidFill>
                  <a:srgbClr val="C00000"/>
                </a:solidFill>
                <a:latin typeface="Verdana" panose="020B0604030504040204" pitchFamily="34" charset="0"/>
              </a:rPr>
              <a:t>Font Awesome Icons</a:t>
            </a:r>
          </a:p>
        </p:txBody>
      </p:sp>
      <p:sp>
        <p:nvSpPr>
          <p:cNvPr id="11" name="Text Placeholder 5">
            <a:extLst>
              <a:ext uri="{FF2B5EF4-FFF2-40B4-BE49-F238E27FC236}">
                <a16:creationId xmlns:a16="http://schemas.microsoft.com/office/drawing/2014/main" id="{9A7897C4-924E-EEDA-57EB-CF05585F0925}"/>
              </a:ext>
            </a:extLst>
          </p:cNvPr>
          <p:cNvSpPr txBox="1">
            <a:spLocks/>
          </p:cNvSpPr>
          <p:nvPr/>
        </p:nvSpPr>
        <p:spPr>
          <a:xfrm>
            <a:off x="198784" y="3900299"/>
            <a:ext cx="11740711" cy="260994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To use the Font Awesome icons, go to fontawesome.com, sign in, and get a code to add in the &lt;head&gt; section of your HTML page:</a:t>
            </a:r>
          </a:p>
          <a:p>
            <a:pPr marL="0" indent="0">
              <a:buFont typeface="Wingdings" panose="05000000000000000000" pitchFamily="2" charset="2"/>
              <a:buNone/>
            </a:pPr>
            <a:r>
              <a:rPr lang="en-US" sz="1600" b="0" i="0" dirty="0">
                <a:solidFill>
                  <a:srgbClr val="C00000"/>
                </a:solidFill>
                <a:effectLst/>
                <a:latin typeface="Consolas" panose="020B0609020204030204" pitchFamily="49" charset="0"/>
              </a:rPr>
              <a:t>&lt;link </a:t>
            </a:r>
            <a:r>
              <a:rPr lang="en-US" sz="1600" b="0" i="0" dirty="0" err="1">
                <a:solidFill>
                  <a:srgbClr val="C00000"/>
                </a:solidFill>
                <a:effectLst/>
                <a:latin typeface="Consolas" panose="020B0609020204030204" pitchFamily="49" charset="0"/>
              </a:rPr>
              <a:t>rel</a:t>
            </a:r>
            <a:r>
              <a:rPr lang="en-US" sz="1600" b="0" i="0" dirty="0">
                <a:solidFill>
                  <a:srgbClr val="C00000"/>
                </a:solidFill>
                <a:effectLst/>
                <a:latin typeface="Consolas" panose="020B0609020204030204" pitchFamily="49" charset="0"/>
              </a:rPr>
              <a:t>="stylesheet" </a:t>
            </a:r>
            <a:r>
              <a:rPr lang="en-US" sz="1600" b="0" i="0" dirty="0" err="1">
                <a:solidFill>
                  <a:srgbClr val="C00000"/>
                </a:solidFill>
                <a:effectLst/>
                <a:latin typeface="Consolas" panose="020B0609020204030204" pitchFamily="49" charset="0"/>
              </a:rPr>
              <a:t>href</a:t>
            </a:r>
            <a:r>
              <a:rPr lang="en-US" sz="1600" b="0" i="0" dirty="0">
                <a:solidFill>
                  <a:srgbClr val="C00000"/>
                </a:solidFill>
                <a:effectLst/>
                <a:latin typeface="Consolas" panose="020B0609020204030204" pitchFamily="49" charset="0"/>
              </a:rPr>
              <a:t>="https://cdnjs.cloudflare.com/ajax/libs/font-awesome/6.4.0/</a:t>
            </a:r>
            <a:r>
              <a:rPr lang="en-US" sz="1600" b="0" i="0" dirty="0" err="1">
                <a:solidFill>
                  <a:srgbClr val="C00000"/>
                </a:solidFill>
                <a:effectLst/>
                <a:latin typeface="Consolas" panose="020B0609020204030204" pitchFamily="49" charset="0"/>
              </a:rPr>
              <a:t>css</a:t>
            </a:r>
            <a:r>
              <a:rPr lang="en-US" sz="1600" b="0" i="0" dirty="0">
                <a:solidFill>
                  <a:srgbClr val="C00000"/>
                </a:solidFill>
                <a:effectLst/>
                <a:latin typeface="Consolas" panose="020B0609020204030204" pitchFamily="49" charset="0"/>
              </a:rPr>
              <a:t>/all.min.css" integrity="sha512-iecdLmaskl7CVkqkXNQ/ZH/XLlvWZOJyj7Yy7tcenmpD1ypASozpmT/E0iPtmFIB46ZmdtAc9eNBvH0H/</a:t>
            </a:r>
            <a:r>
              <a:rPr lang="en-US" sz="1600" b="0" i="0" dirty="0" err="1">
                <a:solidFill>
                  <a:srgbClr val="C00000"/>
                </a:solidFill>
                <a:effectLst/>
                <a:latin typeface="Consolas" panose="020B0609020204030204" pitchFamily="49" charset="0"/>
              </a:rPr>
              <a:t>ZpiBw</a:t>
            </a:r>
            <a:r>
              <a:rPr lang="en-US" sz="1600" b="0" i="0" dirty="0">
                <a:solidFill>
                  <a:srgbClr val="C00000"/>
                </a:solidFill>
                <a:effectLst/>
                <a:latin typeface="Consolas" panose="020B0609020204030204" pitchFamily="49" charset="0"/>
              </a:rPr>
              <a:t>==" </a:t>
            </a:r>
            <a:r>
              <a:rPr lang="en-US" sz="1600" b="0" i="0" dirty="0" err="1">
                <a:solidFill>
                  <a:srgbClr val="C00000"/>
                </a:solidFill>
                <a:effectLst/>
                <a:latin typeface="Consolas" panose="020B0609020204030204" pitchFamily="49" charset="0"/>
              </a:rPr>
              <a:t>crossorigin</a:t>
            </a:r>
            <a:r>
              <a:rPr lang="en-US" sz="1600" b="0" i="0" dirty="0">
                <a:solidFill>
                  <a:srgbClr val="C00000"/>
                </a:solidFill>
                <a:effectLst/>
                <a:latin typeface="Consolas" panose="020B0609020204030204" pitchFamily="49" charset="0"/>
              </a:rPr>
              <a:t>="anonymous" </a:t>
            </a:r>
            <a:r>
              <a:rPr lang="en-US" sz="1600" b="0" i="0" dirty="0" err="1">
                <a:solidFill>
                  <a:srgbClr val="C00000"/>
                </a:solidFill>
                <a:effectLst/>
                <a:latin typeface="Consolas" panose="020B0609020204030204" pitchFamily="49" charset="0"/>
              </a:rPr>
              <a:t>referrerpolicy</a:t>
            </a:r>
            <a:r>
              <a:rPr lang="en-US" sz="1600" b="0" i="0" dirty="0">
                <a:solidFill>
                  <a:srgbClr val="C00000"/>
                </a:solidFill>
                <a:effectLst/>
                <a:latin typeface="Consolas" panose="020B0609020204030204" pitchFamily="49" charset="0"/>
              </a:rPr>
              <a:t>="no-referrer" /&gt;</a:t>
            </a:r>
          </a:p>
          <a:p>
            <a:pPr marL="0" indent="0">
              <a:buFont typeface="Wingdings" panose="05000000000000000000" pitchFamily="2" charset="2"/>
              <a:buNone/>
            </a:pPr>
            <a:endParaRPr lang="en-US" sz="1600" dirty="0">
              <a:solidFill>
                <a:srgbClr val="C00000"/>
              </a:solidFill>
              <a:latin typeface="Consolas" panose="020B0609020204030204" pitchFamily="49" charset="0"/>
              <a:ea typeface="Verdana" panose="020B0604030504040204" pitchFamily="34" charset="0"/>
            </a:endParaRPr>
          </a:p>
          <a:p>
            <a:pPr marL="0" indent="0">
              <a:buFont typeface="Wingdings" panose="05000000000000000000" pitchFamily="2" charset="2"/>
              <a:buNone/>
            </a:pPr>
            <a:r>
              <a:rPr lang="en-US" sz="1600" b="0" i="0" dirty="0">
                <a:solidFill>
                  <a:srgbClr val="C00000"/>
                </a:solidFill>
                <a:effectLst/>
                <a:latin typeface="Consolas" panose="020B0609020204030204" pitchFamily="49" charset="0"/>
                <a:ea typeface="Verdana" panose="020B0604030504040204" pitchFamily="34" charset="0"/>
              </a:rPr>
              <a:t>&lt;script </a:t>
            </a:r>
            <a:r>
              <a:rPr lang="en-US" sz="1600" b="0" i="0" dirty="0" err="1">
                <a:solidFill>
                  <a:srgbClr val="C00000"/>
                </a:solidFill>
                <a:effectLst/>
                <a:latin typeface="Consolas" panose="020B0609020204030204" pitchFamily="49" charset="0"/>
                <a:ea typeface="Verdana" panose="020B0604030504040204" pitchFamily="34" charset="0"/>
              </a:rPr>
              <a:t>src</a:t>
            </a:r>
            <a:r>
              <a:rPr lang="en-US" sz="1600" b="0" i="0" dirty="0">
                <a:solidFill>
                  <a:srgbClr val="C00000"/>
                </a:solidFill>
                <a:effectLst/>
                <a:latin typeface="Consolas" panose="020B0609020204030204" pitchFamily="49" charset="0"/>
                <a:ea typeface="Verdana" panose="020B0604030504040204" pitchFamily="34" charset="0"/>
              </a:rPr>
              <a:t>="https://cdnjs.cloudflare.com/ajax/libs/font-awesome/6.4.0/</a:t>
            </a:r>
            <a:r>
              <a:rPr lang="en-US" sz="1600" b="0" i="0" dirty="0" err="1">
                <a:solidFill>
                  <a:srgbClr val="C00000"/>
                </a:solidFill>
                <a:effectLst/>
                <a:latin typeface="Consolas" panose="020B0609020204030204" pitchFamily="49" charset="0"/>
                <a:ea typeface="Verdana" panose="020B0604030504040204" pitchFamily="34" charset="0"/>
              </a:rPr>
              <a:t>js</a:t>
            </a:r>
            <a:r>
              <a:rPr lang="en-US" sz="1600" b="0" i="0" dirty="0">
                <a:solidFill>
                  <a:srgbClr val="C00000"/>
                </a:solidFill>
                <a:effectLst/>
                <a:latin typeface="Consolas" panose="020B0609020204030204" pitchFamily="49" charset="0"/>
                <a:ea typeface="Verdana" panose="020B0604030504040204" pitchFamily="34" charset="0"/>
              </a:rPr>
              <a:t>/all.min.js" integrity="sha512-fD9DI5bZwQxOi7MhYWnnNPlvXdp/2Pj3XSTRrFs5FQa4mizyGLnJcN6tuvUS6LbmgN1ut+XGSABKvjN0H6Aoow==" </a:t>
            </a:r>
            <a:r>
              <a:rPr lang="en-US" sz="1600" b="0" i="0" dirty="0" err="1">
                <a:solidFill>
                  <a:srgbClr val="C00000"/>
                </a:solidFill>
                <a:effectLst/>
                <a:latin typeface="Consolas" panose="020B0609020204030204" pitchFamily="49" charset="0"/>
                <a:ea typeface="Verdana" panose="020B0604030504040204" pitchFamily="34" charset="0"/>
              </a:rPr>
              <a:t>crossorigin</a:t>
            </a:r>
            <a:r>
              <a:rPr lang="en-US" sz="1600" b="0" i="0" dirty="0">
                <a:solidFill>
                  <a:srgbClr val="C00000"/>
                </a:solidFill>
                <a:effectLst/>
                <a:latin typeface="Consolas" panose="020B0609020204030204" pitchFamily="49" charset="0"/>
                <a:ea typeface="Verdana" panose="020B0604030504040204" pitchFamily="34" charset="0"/>
              </a:rPr>
              <a:t>="anonymous" </a:t>
            </a:r>
            <a:r>
              <a:rPr lang="en-US" sz="1600" b="0" i="0" dirty="0" err="1">
                <a:solidFill>
                  <a:srgbClr val="C00000"/>
                </a:solidFill>
                <a:effectLst/>
                <a:latin typeface="Consolas" panose="020B0609020204030204" pitchFamily="49" charset="0"/>
                <a:ea typeface="Verdana" panose="020B0604030504040204" pitchFamily="34" charset="0"/>
              </a:rPr>
              <a:t>referrerpolicy</a:t>
            </a:r>
            <a:r>
              <a:rPr lang="en-US" sz="1600" b="0" i="0" dirty="0">
                <a:solidFill>
                  <a:srgbClr val="C00000"/>
                </a:solidFill>
                <a:effectLst/>
                <a:latin typeface="Consolas" panose="020B0609020204030204" pitchFamily="49" charset="0"/>
                <a:ea typeface="Verdana" panose="020B0604030504040204" pitchFamily="34" charset="0"/>
              </a:rPr>
              <a:t>="no-referrer"&gt;&lt;/script&gt;</a:t>
            </a:r>
          </a:p>
        </p:txBody>
      </p:sp>
    </p:spTree>
    <p:extLst>
      <p:ext uri="{BB962C8B-B14F-4D97-AF65-F5344CB8AC3E}">
        <p14:creationId xmlns:p14="http://schemas.microsoft.com/office/powerpoint/2010/main" val="2102006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4435836" cy="461665"/>
          </a:xfrm>
        </p:spPr>
        <p:txBody>
          <a:bodyPr/>
          <a:lstStyle/>
          <a:p>
            <a:pPr algn="l"/>
            <a:r>
              <a:rPr lang="en-US" sz="3000" b="0" i="0" dirty="0">
                <a:solidFill>
                  <a:srgbClr val="00B0F0"/>
                </a:solidFill>
                <a:effectLst/>
                <a:latin typeface="Segoe UI" panose="020B0502040204020203" pitchFamily="34" charset="0"/>
              </a:rPr>
              <a:t>CSS Icons</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252504" y="716967"/>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Icons Libraries : </a:t>
            </a:r>
            <a:r>
              <a:rPr lang="en-US" sz="2400" dirty="0">
                <a:solidFill>
                  <a:srgbClr val="C00000"/>
                </a:solidFill>
                <a:latin typeface="Verdana" panose="020B0604030504040204" pitchFamily="34" charset="0"/>
              </a:rPr>
              <a:t>Google Icons</a:t>
            </a:r>
          </a:p>
        </p:txBody>
      </p:sp>
      <p:sp>
        <p:nvSpPr>
          <p:cNvPr id="11" name="Text Placeholder 5">
            <a:extLst>
              <a:ext uri="{FF2B5EF4-FFF2-40B4-BE49-F238E27FC236}">
                <a16:creationId xmlns:a16="http://schemas.microsoft.com/office/drawing/2014/main" id="{9A7897C4-924E-EEDA-57EB-CF05585F0925}"/>
              </a:ext>
            </a:extLst>
          </p:cNvPr>
          <p:cNvSpPr txBox="1">
            <a:spLocks/>
          </p:cNvSpPr>
          <p:nvPr/>
        </p:nvSpPr>
        <p:spPr>
          <a:xfrm>
            <a:off x="198784" y="1249375"/>
            <a:ext cx="11740711" cy="172354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To use the Google icons, add the following line inside the &lt;head&gt; section of your HTML page:</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ndParaRPr>
          </a:p>
          <a:p>
            <a:pPr marL="0" indent="0">
              <a:buFont typeface="Wingdings" panose="05000000000000000000" pitchFamily="2" charset="2"/>
              <a:buNone/>
            </a:pPr>
            <a:r>
              <a:rPr lang="en-US" sz="1600" b="0" i="0" dirty="0">
                <a:solidFill>
                  <a:srgbClr val="FF0000"/>
                </a:solidFill>
                <a:effectLst/>
                <a:latin typeface="Consolas" panose="020B0609020204030204" pitchFamily="49" charset="0"/>
              </a:rPr>
              <a:t>&lt;link </a:t>
            </a:r>
            <a:r>
              <a:rPr lang="en-US" sz="1600" b="0" i="0" dirty="0" err="1">
                <a:solidFill>
                  <a:srgbClr val="FF0000"/>
                </a:solidFill>
                <a:effectLst/>
                <a:latin typeface="Consolas" panose="020B0609020204030204" pitchFamily="49" charset="0"/>
              </a:rPr>
              <a:t>rel</a:t>
            </a:r>
            <a:r>
              <a:rPr lang="en-US" sz="1600" b="0" i="0" dirty="0">
                <a:solidFill>
                  <a:srgbClr val="FF0000"/>
                </a:solidFill>
                <a:effectLst/>
                <a:latin typeface="Consolas" panose="020B0609020204030204" pitchFamily="49" charset="0"/>
              </a:rPr>
              <a:t>="stylesheet" </a:t>
            </a:r>
            <a:r>
              <a:rPr lang="en-US" sz="1600" b="0" i="0" dirty="0" err="1">
                <a:solidFill>
                  <a:srgbClr val="FF0000"/>
                </a:solidFill>
                <a:effectLst/>
                <a:latin typeface="Consolas" panose="020B0609020204030204" pitchFamily="49" charset="0"/>
              </a:rPr>
              <a:t>href</a:t>
            </a:r>
            <a:r>
              <a:rPr lang="en-US" sz="1600" b="0" i="0" dirty="0">
                <a:solidFill>
                  <a:srgbClr val="FF0000"/>
                </a:solidFill>
                <a:effectLst/>
                <a:latin typeface="Consolas" panose="020B0609020204030204" pitchFamily="49" charset="0"/>
              </a:rPr>
              <a:t>="https://fonts.googleapis.com/</a:t>
            </a:r>
            <a:r>
              <a:rPr lang="en-US" sz="1600" b="0" i="0" dirty="0" err="1">
                <a:solidFill>
                  <a:srgbClr val="FF0000"/>
                </a:solidFill>
                <a:effectLst/>
                <a:latin typeface="Consolas" panose="020B0609020204030204" pitchFamily="49" charset="0"/>
              </a:rPr>
              <a:t>icon?family</a:t>
            </a:r>
            <a:r>
              <a:rPr lang="en-US" sz="1600" b="0" i="0" dirty="0">
                <a:solidFill>
                  <a:srgbClr val="FF0000"/>
                </a:solidFill>
                <a:effectLst/>
                <a:latin typeface="Consolas" panose="020B0609020204030204" pitchFamily="49" charset="0"/>
              </a:rPr>
              <a:t>=</a:t>
            </a:r>
            <a:r>
              <a:rPr lang="en-US" sz="1600" b="0" i="0" dirty="0" err="1">
                <a:solidFill>
                  <a:srgbClr val="FF0000"/>
                </a:solidFill>
                <a:effectLst/>
                <a:latin typeface="Consolas" panose="020B0609020204030204" pitchFamily="49" charset="0"/>
              </a:rPr>
              <a:t>Material+Icons</a:t>
            </a:r>
            <a:r>
              <a:rPr lang="en-US" sz="1600" b="0" i="0" dirty="0">
                <a:solidFill>
                  <a:srgbClr val="FF0000"/>
                </a:solidFill>
                <a:effectLst/>
                <a:latin typeface="Consolas" panose="020B0609020204030204" pitchFamily="49" charset="0"/>
              </a:rPr>
              <a:t>"&gt;</a:t>
            </a:r>
          </a:p>
          <a:p>
            <a:pPr marL="0" indent="0">
              <a:buFont typeface="Wingdings" panose="05000000000000000000" pitchFamily="2" charset="2"/>
              <a:buNone/>
            </a:pPr>
            <a:endParaRPr lang="en-US" sz="1600" dirty="0">
              <a:solidFill>
                <a:srgbClr val="FF0000"/>
              </a:solidFill>
              <a:latin typeface="Consolas" panose="020B0609020204030204" pitchFamily="49" charset="0"/>
              <a:ea typeface="Verdana" panose="020B0604030504040204" pitchFamily="34" charset="0"/>
            </a:endParaRPr>
          </a:p>
          <a:p>
            <a:pPr marL="0" indent="0">
              <a:buFont typeface="Wingdings" panose="05000000000000000000" pitchFamily="2" charset="2"/>
              <a:buNone/>
            </a:pPr>
            <a:r>
              <a:rPr lang="en-US" sz="1600" b="0" i="0" dirty="0">
                <a:solidFill>
                  <a:schemeClr val="accent1"/>
                </a:solidFill>
                <a:effectLst/>
                <a:latin typeface="Consolas" panose="020B0609020204030204" pitchFamily="49" charset="0"/>
                <a:ea typeface="Verdana" panose="020B0604030504040204" pitchFamily="34" charset="0"/>
              </a:rPr>
              <a:t>Note: </a:t>
            </a:r>
            <a:r>
              <a:rPr lang="en-US" sz="1600" b="0" i="0" dirty="0">
                <a:solidFill>
                  <a:schemeClr val="tx1"/>
                </a:solidFill>
                <a:effectLst/>
                <a:latin typeface="Consolas" panose="020B0609020204030204" pitchFamily="49" charset="0"/>
                <a:ea typeface="Verdana" panose="020B0604030504040204" pitchFamily="34" charset="0"/>
              </a:rPr>
              <a:t>No downloading or installation is required!</a:t>
            </a:r>
            <a:endParaRPr lang="en-US" sz="1600" b="0" i="0" dirty="0">
              <a:solidFill>
                <a:srgbClr val="C00000"/>
              </a:solidFill>
              <a:effectLst/>
              <a:latin typeface="Consolas" panose="020B0609020204030204" pitchFamily="49" charset="0"/>
              <a:ea typeface="Verdana" panose="020B0604030504040204" pitchFamily="34" charset="0"/>
            </a:endParaRPr>
          </a:p>
          <a:p>
            <a:pPr marL="0" indent="0">
              <a:buFont typeface="Wingdings" panose="05000000000000000000" pitchFamily="2" charset="2"/>
              <a:buNone/>
            </a:pPr>
            <a:r>
              <a:rPr lang="en-US" sz="1600" b="0" i="0" dirty="0">
                <a:solidFill>
                  <a:schemeClr val="tx1"/>
                </a:solidFill>
                <a:effectLst/>
                <a:latin typeface="Consolas" panose="020B0609020204030204" pitchFamily="49" charset="0"/>
                <a:ea typeface="Verdana" panose="020B0604030504040204" pitchFamily="34" charset="0"/>
              </a:rPr>
              <a:t>Add the </a:t>
            </a:r>
            <a:r>
              <a:rPr lang="en-US" sz="1600" b="0" i="0" dirty="0">
                <a:solidFill>
                  <a:srgbClr val="C00000"/>
                </a:solidFill>
                <a:effectLst/>
                <a:latin typeface="Consolas" panose="020B0609020204030204" pitchFamily="49" charset="0"/>
                <a:ea typeface="Verdana" panose="020B0604030504040204" pitchFamily="34" charset="0"/>
              </a:rPr>
              <a:t>material-icons class </a:t>
            </a:r>
            <a:r>
              <a:rPr lang="en-US" sz="1600" b="0" i="0" dirty="0">
                <a:solidFill>
                  <a:schemeClr val="tx1"/>
                </a:solidFill>
                <a:effectLst/>
                <a:latin typeface="Consolas" panose="020B0609020204030204" pitchFamily="49" charset="0"/>
                <a:ea typeface="Verdana" panose="020B0604030504040204" pitchFamily="34" charset="0"/>
              </a:rPr>
              <a:t>to an inline element and insert the icon's name:</a:t>
            </a:r>
          </a:p>
        </p:txBody>
      </p:sp>
      <p:pic>
        <p:nvPicPr>
          <p:cNvPr id="12" name="Picture 11" descr="A picture containing icon&#10;&#10;Description automatically generated">
            <a:extLst>
              <a:ext uri="{FF2B5EF4-FFF2-40B4-BE49-F238E27FC236}">
                <a16:creationId xmlns:a16="http://schemas.microsoft.com/office/drawing/2014/main" id="{AB7B40BB-5483-6726-9301-D4D4205BED1D}"/>
              </a:ext>
            </a:extLst>
          </p:cNvPr>
          <p:cNvPicPr>
            <a:picLocks noChangeAspect="1"/>
          </p:cNvPicPr>
          <p:nvPr/>
        </p:nvPicPr>
        <p:blipFill>
          <a:blip r:embed="rId4"/>
          <a:stretch>
            <a:fillRect/>
          </a:stretch>
        </p:blipFill>
        <p:spPr>
          <a:xfrm>
            <a:off x="569439" y="3429000"/>
            <a:ext cx="6668267" cy="1616549"/>
          </a:xfrm>
          <a:prstGeom prst="rect">
            <a:avLst/>
          </a:prstGeom>
        </p:spPr>
      </p:pic>
    </p:spTree>
    <p:extLst>
      <p:ext uri="{BB962C8B-B14F-4D97-AF65-F5344CB8AC3E}">
        <p14:creationId xmlns:p14="http://schemas.microsoft.com/office/powerpoint/2010/main" val="100386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4435836" cy="461665"/>
          </a:xfrm>
        </p:spPr>
        <p:txBody>
          <a:bodyPr/>
          <a:lstStyle/>
          <a:p>
            <a:pPr algn="l"/>
            <a:r>
              <a:rPr lang="en-US" sz="3000" b="0" i="0" dirty="0">
                <a:solidFill>
                  <a:srgbClr val="00B0F0"/>
                </a:solidFill>
                <a:effectLst/>
                <a:latin typeface="Segoe UI" panose="020B0502040204020203" pitchFamily="34" charset="0"/>
              </a:rPr>
              <a:t>CSS Links</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252504" y="1119639"/>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Styling Links</a:t>
            </a:r>
            <a:endParaRPr lang="en-US" sz="2400" dirty="0">
              <a:solidFill>
                <a:srgbClr val="C00000"/>
              </a:solidFill>
              <a:latin typeface="Verdana" panose="020B0604030504040204" pitchFamily="34" charset="0"/>
            </a:endParaRPr>
          </a:p>
        </p:txBody>
      </p:sp>
      <p:sp>
        <p:nvSpPr>
          <p:cNvPr id="11" name="Text Placeholder 5">
            <a:extLst>
              <a:ext uri="{FF2B5EF4-FFF2-40B4-BE49-F238E27FC236}">
                <a16:creationId xmlns:a16="http://schemas.microsoft.com/office/drawing/2014/main" id="{9A7897C4-924E-EEDA-57EB-CF05585F0925}"/>
              </a:ext>
            </a:extLst>
          </p:cNvPr>
          <p:cNvSpPr txBox="1">
            <a:spLocks/>
          </p:cNvSpPr>
          <p:nvPr/>
        </p:nvSpPr>
        <p:spPr>
          <a:xfrm>
            <a:off x="198784" y="544699"/>
            <a:ext cx="11740711"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With CSS, links can be styled in many ways.</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198783" y="1553345"/>
            <a:ext cx="11740711" cy="231448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Links can be styled with any CSS property (e.g. color, font-family, background, etc.).</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ea typeface="Verdana" panose="020B0604030504040204" pitchFamily="34" charset="0"/>
              </a:rPr>
              <a:t>In addition, links can be styled differently depending on what state they are in.</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a typeface="Verdana" panose="020B0604030504040204" pitchFamily="34" charset="0"/>
            </a:endParaRPr>
          </a:p>
          <a:p>
            <a:pPr marL="0" indent="0">
              <a:buFont typeface="Wingdings" panose="05000000000000000000" pitchFamily="2" charset="2"/>
              <a:buNone/>
            </a:pPr>
            <a:r>
              <a:rPr lang="en-US" sz="1600" b="0" i="0" dirty="0">
                <a:solidFill>
                  <a:schemeClr val="tx1"/>
                </a:solidFill>
                <a:effectLst/>
                <a:latin typeface="Consolas" panose="020B0609020204030204" pitchFamily="49" charset="0"/>
                <a:ea typeface="Verdana" panose="020B0604030504040204" pitchFamily="34" charset="0"/>
              </a:rPr>
              <a:t>The four links states are:</a:t>
            </a:r>
          </a:p>
          <a:p>
            <a:r>
              <a:rPr lang="en-US" sz="1600" b="0" i="0" dirty="0">
                <a:solidFill>
                  <a:srgbClr val="FF0000"/>
                </a:solidFill>
                <a:effectLst/>
                <a:latin typeface="Consolas" panose="020B0609020204030204" pitchFamily="49" charset="0"/>
                <a:ea typeface="Verdana" panose="020B0604030504040204" pitchFamily="34" charset="0"/>
              </a:rPr>
              <a:t>a:link </a:t>
            </a:r>
            <a:r>
              <a:rPr lang="en-US" sz="1600" b="0" i="0" dirty="0">
                <a:solidFill>
                  <a:schemeClr val="tx1"/>
                </a:solidFill>
                <a:effectLst/>
                <a:latin typeface="Consolas" panose="020B0609020204030204" pitchFamily="49" charset="0"/>
                <a:ea typeface="Verdana" panose="020B0604030504040204" pitchFamily="34" charset="0"/>
              </a:rPr>
              <a:t>- a normal, unvisited link</a:t>
            </a:r>
          </a:p>
          <a:p>
            <a:r>
              <a:rPr lang="en-US" sz="1600" b="0" i="0" dirty="0">
                <a:solidFill>
                  <a:srgbClr val="00B050"/>
                </a:solidFill>
                <a:effectLst/>
                <a:latin typeface="Consolas" panose="020B0609020204030204" pitchFamily="49" charset="0"/>
                <a:ea typeface="Verdana" panose="020B0604030504040204" pitchFamily="34" charset="0"/>
              </a:rPr>
              <a:t>a:visited </a:t>
            </a:r>
            <a:r>
              <a:rPr lang="en-US" sz="1600" b="0" i="0" dirty="0">
                <a:solidFill>
                  <a:schemeClr val="tx1"/>
                </a:solidFill>
                <a:effectLst/>
                <a:latin typeface="Consolas" panose="020B0609020204030204" pitchFamily="49" charset="0"/>
                <a:ea typeface="Verdana" panose="020B0604030504040204" pitchFamily="34" charset="0"/>
              </a:rPr>
              <a:t>- a link the user has visited</a:t>
            </a:r>
          </a:p>
          <a:p>
            <a:r>
              <a:rPr lang="en-US" sz="1600" b="0" i="0" dirty="0">
                <a:solidFill>
                  <a:srgbClr val="FFC000"/>
                </a:solidFill>
                <a:effectLst/>
                <a:latin typeface="Consolas" panose="020B0609020204030204" pitchFamily="49" charset="0"/>
                <a:ea typeface="Verdana" panose="020B0604030504040204" pitchFamily="34" charset="0"/>
              </a:rPr>
              <a:t>a:hover </a:t>
            </a:r>
            <a:r>
              <a:rPr lang="en-US" sz="1600" b="0" i="0" dirty="0">
                <a:solidFill>
                  <a:schemeClr val="tx1"/>
                </a:solidFill>
                <a:effectLst/>
                <a:latin typeface="Consolas" panose="020B0609020204030204" pitchFamily="49" charset="0"/>
                <a:ea typeface="Verdana" panose="020B0604030504040204" pitchFamily="34" charset="0"/>
              </a:rPr>
              <a:t>- a link when the user mouses over it</a:t>
            </a:r>
          </a:p>
          <a:p>
            <a:r>
              <a:rPr lang="en-US" sz="1600" b="0" i="0" dirty="0">
                <a:solidFill>
                  <a:schemeClr val="accent3">
                    <a:lumMod val="50000"/>
                  </a:schemeClr>
                </a:solidFill>
                <a:effectLst/>
                <a:latin typeface="Consolas" panose="020B0609020204030204" pitchFamily="49" charset="0"/>
                <a:ea typeface="Verdana" panose="020B0604030504040204" pitchFamily="34" charset="0"/>
              </a:rPr>
              <a:t>a:active </a:t>
            </a:r>
            <a:r>
              <a:rPr lang="en-US" sz="1600" b="0" i="0" dirty="0">
                <a:solidFill>
                  <a:schemeClr val="tx1"/>
                </a:solidFill>
                <a:effectLst/>
                <a:latin typeface="Consolas" panose="020B0609020204030204" pitchFamily="49" charset="0"/>
                <a:ea typeface="Verdana" panose="020B0604030504040204" pitchFamily="34" charset="0"/>
              </a:rPr>
              <a:t>- a link the moment it is clicked</a:t>
            </a:r>
          </a:p>
        </p:txBody>
      </p:sp>
      <p:pic>
        <p:nvPicPr>
          <p:cNvPr id="6" name="Picture 5">
            <a:extLst>
              <a:ext uri="{FF2B5EF4-FFF2-40B4-BE49-F238E27FC236}">
                <a16:creationId xmlns:a16="http://schemas.microsoft.com/office/drawing/2014/main" id="{7AC5B006-D221-DAF0-927D-6AA57538379B}"/>
              </a:ext>
            </a:extLst>
          </p:cNvPr>
          <p:cNvPicPr>
            <a:picLocks noChangeAspect="1"/>
          </p:cNvPicPr>
          <p:nvPr/>
        </p:nvPicPr>
        <p:blipFill>
          <a:blip r:embed="rId4"/>
          <a:stretch>
            <a:fillRect/>
          </a:stretch>
        </p:blipFill>
        <p:spPr>
          <a:xfrm>
            <a:off x="6096000" y="398243"/>
            <a:ext cx="5311600" cy="632515"/>
          </a:xfrm>
          <a:prstGeom prst="rect">
            <a:avLst/>
          </a:prstGeom>
        </p:spPr>
      </p:pic>
    </p:spTree>
    <p:extLst>
      <p:ext uri="{BB962C8B-B14F-4D97-AF65-F5344CB8AC3E}">
        <p14:creationId xmlns:p14="http://schemas.microsoft.com/office/powerpoint/2010/main" val="3689213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4435836" cy="461665"/>
          </a:xfrm>
        </p:spPr>
        <p:txBody>
          <a:bodyPr/>
          <a:lstStyle/>
          <a:p>
            <a:pPr algn="l"/>
            <a:r>
              <a:rPr lang="en-US" sz="3000" b="0" i="0" dirty="0">
                <a:solidFill>
                  <a:srgbClr val="00B0F0"/>
                </a:solidFill>
                <a:effectLst/>
                <a:latin typeface="Segoe UI" panose="020B0502040204020203" pitchFamily="34" charset="0"/>
              </a:rPr>
              <a:t>CSS Tables</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4154215"/>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Responsive Table</a:t>
            </a:r>
            <a:endParaRPr lang="en-US" sz="2400" dirty="0">
              <a:solidFill>
                <a:srgbClr val="C00000"/>
              </a:solidFill>
              <a:latin typeface="Verdana" panose="020B0604030504040204" pitchFamily="34" charset="0"/>
            </a:endParaRPr>
          </a:p>
        </p:txBody>
      </p:sp>
      <p:sp>
        <p:nvSpPr>
          <p:cNvPr id="11" name="Text Placeholder 5">
            <a:extLst>
              <a:ext uri="{FF2B5EF4-FFF2-40B4-BE49-F238E27FC236}">
                <a16:creationId xmlns:a16="http://schemas.microsoft.com/office/drawing/2014/main" id="{9A7897C4-924E-EEDA-57EB-CF05585F0925}"/>
              </a:ext>
            </a:extLst>
          </p:cNvPr>
          <p:cNvSpPr txBox="1">
            <a:spLocks/>
          </p:cNvSpPr>
          <p:nvPr/>
        </p:nvSpPr>
        <p:spPr>
          <a:xfrm>
            <a:off x="198784" y="544699"/>
            <a:ext cx="11740711"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look of an HTML table can be greatly improved with CSS:</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275120" y="4587921"/>
            <a:ext cx="11740711" cy="103412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 responsive table will display a horizontal scroll bar if the screen is too small to display the full content:</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ea typeface="Verdana" panose="020B0604030504040204" pitchFamily="34" charset="0"/>
              </a:rPr>
              <a:t>Add a container element (like &lt;div&gt;) with </a:t>
            </a:r>
            <a:r>
              <a:rPr lang="en-US" sz="1600" b="0" i="0" dirty="0" err="1">
                <a:solidFill>
                  <a:schemeClr val="accent3">
                    <a:lumMod val="50000"/>
                  </a:schemeClr>
                </a:solidFill>
                <a:effectLst/>
                <a:latin typeface="Consolas" panose="020B0609020204030204" pitchFamily="49" charset="0"/>
                <a:ea typeface="Verdana" panose="020B0604030504040204" pitchFamily="34" charset="0"/>
              </a:rPr>
              <a:t>overflow-x:auto</a:t>
            </a:r>
            <a:r>
              <a:rPr lang="en-US" sz="1600" b="0" i="0" dirty="0">
                <a:solidFill>
                  <a:schemeClr val="tx1"/>
                </a:solidFill>
                <a:effectLst/>
                <a:latin typeface="Consolas" panose="020B0609020204030204" pitchFamily="49" charset="0"/>
                <a:ea typeface="Verdana" panose="020B0604030504040204" pitchFamily="34" charset="0"/>
              </a:rPr>
              <a:t> around the &lt;table&gt; element to make it responsive:</a:t>
            </a:r>
          </a:p>
        </p:txBody>
      </p:sp>
      <p:pic>
        <p:nvPicPr>
          <p:cNvPr id="7" name="Picture 6" descr="Table&#10;&#10;Description automatically generated with medium confidence">
            <a:extLst>
              <a:ext uri="{FF2B5EF4-FFF2-40B4-BE49-F238E27FC236}">
                <a16:creationId xmlns:a16="http://schemas.microsoft.com/office/drawing/2014/main" id="{E39E984B-876C-C320-2C47-E39A4DF0BE12}"/>
              </a:ext>
            </a:extLst>
          </p:cNvPr>
          <p:cNvPicPr>
            <a:picLocks noChangeAspect="1"/>
          </p:cNvPicPr>
          <p:nvPr/>
        </p:nvPicPr>
        <p:blipFill>
          <a:blip r:embed="rId4"/>
          <a:stretch>
            <a:fillRect/>
          </a:stretch>
        </p:blipFill>
        <p:spPr>
          <a:xfrm>
            <a:off x="198784" y="967487"/>
            <a:ext cx="6820491" cy="3010161"/>
          </a:xfrm>
          <a:prstGeom prst="rect">
            <a:avLst/>
          </a:prstGeom>
        </p:spPr>
      </p:pic>
    </p:spTree>
    <p:extLst>
      <p:ext uri="{BB962C8B-B14F-4D97-AF65-F5344CB8AC3E}">
        <p14:creationId xmlns:p14="http://schemas.microsoft.com/office/powerpoint/2010/main" val="1867042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6998970" cy="498193"/>
          </a:xfrm>
        </p:spPr>
        <p:txBody>
          <a:bodyPr/>
          <a:lstStyle/>
          <a:p>
            <a:pPr algn="l"/>
            <a:r>
              <a:rPr lang="en-US" sz="3000" b="0" i="0" dirty="0">
                <a:solidFill>
                  <a:srgbClr val="00B0F0"/>
                </a:solidFill>
                <a:effectLst/>
                <a:latin typeface="Segoe UI" panose="020B0502040204020203" pitchFamily="34" charset="0"/>
              </a:rPr>
              <a:t>CSS Layout - The display Property</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983173"/>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The display Property</a:t>
            </a:r>
            <a:endParaRPr lang="en-US" sz="2400" dirty="0">
              <a:solidFill>
                <a:srgbClr val="C00000"/>
              </a:solidFill>
              <a:latin typeface="Verdana" panose="020B0604030504040204" pitchFamily="34" charset="0"/>
            </a:endParaRPr>
          </a:p>
        </p:txBody>
      </p:sp>
      <p:sp>
        <p:nvSpPr>
          <p:cNvPr id="11" name="Text Placeholder 5">
            <a:extLst>
              <a:ext uri="{FF2B5EF4-FFF2-40B4-BE49-F238E27FC236}">
                <a16:creationId xmlns:a16="http://schemas.microsoft.com/office/drawing/2014/main" id="{9A7897C4-924E-EEDA-57EB-CF05585F0925}"/>
              </a:ext>
            </a:extLst>
          </p:cNvPr>
          <p:cNvSpPr txBox="1">
            <a:spLocks/>
          </p:cNvSpPr>
          <p:nvPr/>
        </p:nvSpPr>
        <p:spPr>
          <a:xfrm>
            <a:off x="198784" y="544699"/>
            <a:ext cx="11740711"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display property is the most important CSS property for controlling layout.</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275120" y="1416879"/>
            <a:ext cx="11740711" cy="787908"/>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display property specifies if/how an element is displayed.</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Every HTML element has a default display value depending on what type of element it is. The default display value for most elements is </a:t>
            </a:r>
            <a:r>
              <a:rPr lang="en-US" sz="1600" b="0" i="0" dirty="0">
                <a:solidFill>
                  <a:schemeClr val="accent3">
                    <a:lumMod val="50000"/>
                  </a:schemeClr>
                </a:solidFill>
                <a:effectLst/>
                <a:latin typeface="Consolas" panose="020B0609020204030204" pitchFamily="49" charset="0"/>
              </a:rPr>
              <a:t>block</a:t>
            </a:r>
            <a:r>
              <a:rPr lang="en-US" sz="1600" b="0" i="0" dirty="0">
                <a:solidFill>
                  <a:schemeClr val="tx1"/>
                </a:solidFill>
                <a:effectLst/>
                <a:latin typeface="Consolas" panose="020B0609020204030204" pitchFamily="49" charset="0"/>
              </a:rPr>
              <a:t> or </a:t>
            </a:r>
            <a:r>
              <a:rPr lang="en-US" sz="1600" b="0" i="0" dirty="0">
                <a:solidFill>
                  <a:schemeClr val="accent3">
                    <a:lumMod val="50000"/>
                  </a:schemeClr>
                </a:solidFill>
                <a:effectLst/>
                <a:latin typeface="Consolas" panose="020B0609020204030204" pitchFamily="49" charset="0"/>
              </a:rPr>
              <a:t>inline</a:t>
            </a:r>
            <a:r>
              <a:rPr lang="en-US" sz="1600" b="0" i="0" dirty="0">
                <a:solidFill>
                  <a:schemeClr val="tx1"/>
                </a:solidFill>
                <a:effectLst/>
                <a:latin typeface="Consolas" panose="020B0609020204030204" pitchFamily="49" charset="0"/>
              </a:rPr>
              <a:t>.</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5" name="Text Placeholder 5">
            <a:extLst>
              <a:ext uri="{FF2B5EF4-FFF2-40B4-BE49-F238E27FC236}">
                <a16:creationId xmlns:a16="http://schemas.microsoft.com/office/drawing/2014/main" id="{7B2F318F-4B58-6B33-51B4-C2B121EB59D1}"/>
              </a:ext>
            </a:extLst>
          </p:cNvPr>
          <p:cNvSpPr txBox="1">
            <a:spLocks/>
          </p:cNvSpPr>
          <p:nvPr/>
        </p:nvSpPr>
        <p:spPr>
          <a:xfrm>
            <a:off x="382562" y="2486201"/>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Block-level Elements</a:t>
            </a:r>
            <a:endParaRPr lang="en-US" sz="2400" dirty="0">
              <a:solidFill>
                <a:srgbClr val="C00000"/>
              </a:solidFill>
              <a:latin typeface="Verdana" panose="020B0604030504040204" pitchFamily="34" charset="0"/>
            </a:endParaRPr>
          </a:p>
        </p:txBody>
      </p:sp>
      <p:sp>
        <p:nvSpPr>
          <p:cNvPr id="6" name="Text Placeholder 5">
            <a:extLst>
              <a:ext uri="{FF2B5EF4-FFF2-40B4-BE49-F238E27FC236}">
                <a16:creationId xmlns:a16="http://schemas.microsoft.com/office/drawing/2014/main" id="{7E23BEFA-C97F-F47E-9332-5868E0F481B3}"/>
              </a:ext>
            </a:extLst>
          </p:cNvPr>
          <p:cNvSpPr txBox="1">
            <a:spLocks/>
          </p:cNvSpPr>
          <p:nvPr/>
        </p:nvSpPr>
        <p:spPr>
          <a:xfrm>
            <a:off x="328841" y="2919907"/>
            <a:ext cx="11740711"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 block-level element always starts on a new line and takes up the full width available (stretches out to the left and right as far as it can).</a:t>
            </a:r>
            <a:endParaRPr lang="en-US" sz="1600" b="0" i="0" dirty="0">
              <a:solidFill>
                <a:schemeClr val="tx1"/>
              </a:solidFill>
              <a:effectLst/>
              <a:latin typeface="Consolas" panose="020B0609020204030204" pitchFamily="49" charset="0"/>
              <a:ea typeface="Verdana" panose="020B060403050404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140C913A-1703-B97E-8625-D9741AB39434}"/>
              </a:ext>
            </a:extLst>
          </p:cNvPr>
          <p:cNvPicPr>
            <a:picLocks noChangeAspect="1"/>
          </p:cNvPicPr>
          <p:nvPr/>
        </p:nvPicPr>
        <p:blipFill>
          <a:blip r:embed="rId4"/>
          <a:stretch>
            <a:fillRect/>
          </a:stretch>
        </p:blipFill>
        <p:spPr>
          <a:xfrm>
            <a:off x="275120" y="3661602"/>
            <a:ext cx="8496726" cy="2487528"/>
          </a:xfrm>
          <a:prstGeom prst="rect">
            <a:avLst/>
          </a:prstGeom>
        </p:spPr>
      </p:pic>
    </p:spTree>
    <p:extLst>
      <p:ext uri="{BB962C8B-B14F-4D97-AF65-F5344CB8AC3E}">
        <p14:creationId xmlns:p14="http://schemas.microsoft.com/office/powerpoint/2010/main" val="216589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6998970" cy="498193"/>
          </a:xfrm>
        </p:spPr>
        <p:txBody>
          <a:bodyPr/>
          <a:lstStyle/>
          <a:p>
            <a:pPr algn="l"/>
            <a:r>
              <a:rPr lang="en-US" sz="3000" b="0" i="0" dirty="0">
                <a:solidFill>
                  <a:srgbClr val="00B0F0"/>
                </a:solidFill>
                <a:effectLst/>
                <a:latin typeface="Segoe UI" panose="020B0502040204020203" pitchFamily="34" charset="0"/>
              </a:rPr>
              <a:t>CSS Layout - The display Property</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605668"/>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Inline Elements</a:t>
            </a:r>
            <a:endParaRPr lang="en-US" sz="2400" dirty="0">
              <a:solidFill>
                <a:srgbClr val="C00000"/>
              </a:solidFill>
              <a:latin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275120" y="1039374"/>
            <a:ext cx="11740711"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An inline element does not start on a new line and only takes up as much width as necessary.</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5" name="Text Placeholder 5">
            <a:extLst>
              <a:ext uri="{FF2B5EF4-FFF2-40B4-BE49-F238E27FC236}">
                <a16:creationId xmlns:a16="http://schemas.microsoft.com/office/drawing/2014/main" id="{7B2F318F-4B58-6B33-51B4-C2B121EB59D1}"/>
              </a:ext>
            </a:extLst>
          </p:cNvPr>
          <p:cNvSpPr txBox="1">
            <a:spLocks/>
          </p:cNvSpPr>
          <p:nvPr/>
        </p:nvSpPr>
        <p:spPr>
          <a:xfrm>
            <a:off x="198784" y="3576769"/>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Display: none;</a:t>
            </a:r>
            <a:endParaRPr lang="en-US" sz="2400" dirty="0">
              <a:solidFill>
                <a:srgbClr val="C00000"/>
              </a:solidFill>
              <a:latin typeface="Verdana" panose="020B0604030504040204" pitchFamily="34" charset="0"/>
            </a:endParaRPr>
          </a:p>
        </p:txBody>
      </p:sp>
      <p:sp>
        <p:nvSpPr>
          <p:cNvPr id="6" name="Text Placeholder 5">
            <a:extLst>
              <a:ext uri="{FF2B5EF4-FFF2-40B4-BE49-F238E27FC236}">
                <a16:creationId xmlns:a16="http://schemas.microsoft.com/office/drawing/2014/main" id="{7E23BEFA-C97F-F47E-9332-5868E0F481B3}"/>
              </a:ext>
            </a:extLst>
          </p:cNvPr>
          <p:cNvSpPr txBox="1">
            <a:spLocks/>
          </p:cNvSpPr>
          <p:nvPr/>
        </p:nvSpPr>
        <p:spPr>
          <a:xfrm>
            <a:off x="145063" y="4010475"/>
            <a:ext cx="11740711"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accent3">
                    <a:lumMod val="50000"/>
                  </a:schemeClr>
                </a:solidFill>
                <a:effectLst/>
                <a:latin typeface="Consolas" panose="020B0609020204030204" pitchFamily="49" charset="0"/>
              </a:rPr>
              <a:t>display: none; </a:t>
            </a:r>
            <a:r>
              <a:rPr lang="en-US" sz="1600" b="0" i="0" dirty="0">
                <a:solidFill>
                  <a:schemeClr val="tx1"/>
                </a:solidFill>
                <a:effectLst/>
                <a:latin typeface="Consolas" panose="020B0609020204030204" pitchFamily="49" charset="0"/>
              </a:rPr>
              <a:t>is commonly used with JavaScript to hide and show elements without deleting and recreating them.</a:t>
            </a:r>
            <a:endParaRPr lang="en-US" sz="1600" b="0" i="0" dirty="0">
              <a:solidFill>
                <a:schemeClr val="tx1"/>
              </a:solidFill>
              <a:effectLst/>
              <a:latin typeface="Consolas" panose="020B0609020204030204" pitchFamily="49" charset="0"/>
              <a:ea typeface="Verdana" panose="020B0604030504040204" pitchFamily="34" charset="0"/>
            </a:endParaRPr>
          </a:p>
        </p:txBody>
      </p:sp>
      <p:pic>
        <p:nvPicPr>
          <p:cNvPr id="8" name="Picture 7" descr="Text&#10;&#10;Description automatically generated with medium confidence">
            <a:extLst>
              <a:ext uri="{FF2B5EF4-FFF2-40B4-BE49-F238E27FC236}">
                <a16:creationId xmlns:a16="http://schemas.microsoft.com/office/drawing/2014/main" id="{0E04EC6F-4719-B4BE-3C2F-54EEAFC5657A}"/>
              </a:ext>
            </a:extLst>
          </p:cNvPr>
          <p:cNvPicPr>
            <a:picLocks noChangeAspect="1"/>
          </p:cNvPicPr>
          <p:nvPr/>
        </p:nvPicPr>
        <p:blipFill>
          <a:blip r:embed="rId4"/>
          <a:stretch>
            <a:fillRect/>
          </a:stretch>
        </p:blipFill>
        <p:spPr>
          <a:xfrm>
            <a:off x="145063" y="1397297"/>
            <a:ext cx="8595775" cy="1760580"/>
          </a:xfrm>
          <a:prstGeom prst="rect">
            <a:avLst/>
          </a:prstGeom>
        </p:spPr>
      </p:pic>
      <p:sp>
        <p:nvSpPr>
          <p:cNvPr id="12" name="Text Placeholder 5">
            <a:extLst>
              <a:ext uri="{FF2B5EF4-FFF2-40B4-BE49-F238E27FC236}">
                <a16:creationId xmlns:a16="http://schemas.microsoft.com/office/drawing/2014/main" id="{95B26E42-EF13-8E92-8A0D-2D0EB610764F}"/>
              </a:ext>
            </a:extLst>
          </p:cNvPr>
          <p:cNvSpPr txBox="1">
            <a:spLocks/>
          </p:cNvSpPr>
          <p:nvPr/>
        </p:nvSpPr>
        <p:spPr>
          <a:xfrm>
            <a:off x="198784" y="4856691"/>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Visibility: hidden;</a:t>
            </a:r>
            <a:endParaRPr lang="en-US" sz="2400" dirty="0">
              <a:solidFill>
                <a:srgbClr val="C00000"/>
              </a:solidFill>
              <a:latin typeface="Verdana" panose="020B0604030504040204" pitchFamily="34" charset="0"/>
            </a:endParaRPr>
          </a:p>
        </p:txBody>
      </p:sp>
      <p:sp>
        <p:nvSpPr>
          <p:cNvPr id="13" name="Text Placeholder 5">
            <a:extLst>
              <a:ext uri="{FF2B5EF4-FFF2-40B4-BE49-F238E27FC236}">
                <a16:creationId xmlns:a16="http://schemas.microsoft.com/office/drawing/2014/main" id="{BA5BD2DC-E999-3A9E-22A5-F6850587C661}"/>
              </a:ext>
            </a:extLst>
          </p:cNvPr>
          <p:cNvSpPr txBox="1">
            <a:spLocks/>
          </p:cNvSpPr>
          <p:nvPr/>
        </p:nvSpPr>
        <p:spPr>
          <a:xfrm>
            <a:off x="145063" y="5290397"/>
            <a:ext cx="11740711"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accent3">
                    <a:lumMod val="50000"/>
                  </a:schemeClr>
                </a:solidFill>
                <a:effectLst/>
                <a:latin typeface="Consolas" panose="020B0609020204030204" pitchFamily="49" charset="0"/>
              </a:rPr>
              <a:t>display: none; </a:t>
            </a:r>
            <a:r>
              <a:rPr lang="en-US" sz="1600" b="0" i="0" dirty="0">
                <a:solidFill>
                  <a:schemeClr val="tx1"/>
                </a:solidFill>
                <a:effectLst/>
                <a:latin typeface="Consolas" panose="020B0609020204030204" pitchFamily="49" charset="0"/>
              </a:rPr>
              <a:t>is commonly used with JavaScript to hide and show elements without deleting and recreating them.</a:t>
            </a:r>
            <a:endParaRPr lang="en-US" sz="1600" b="0" i="0" dirty="0">
              <a:solidFill>
                <a:schemeClr val="tx1"/>
              </a:solidFill>
              <a:effectLst/>
              <a:latin typeface="Consolas" panose="020B0609020204030204" pitchFamily="49" charset="0"/>
              <a:ea typeface="Verdana" panose="020B0604030504040204" pitchFamily="34" charset="0"/>
            </a:endParaRPr>
          </a:p>
        </p:txBody>
      </p:sp>
    </p:spTree>
    <p:extLst>
      <p:ext uri="{BB962C8B-B14F-4D97-AF65-F5344CB8AC3E}">
        <p14:creationId xmlns:p14="http://schemas.microsoft.com/office/powerpoint/2010/main" val="2439156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6998970" cy="461665"/>
          </a:xfrm>
        </p:spPr>
        <p:txBody>
          <a:bodyPr/>
          <a:lstStyle/>
          <a:p>
            <a:pPr algn="l"/>
            <a:r>
              <a:rPr lang="en-US" sz="3000" b="0" i="0" dirty="0">
                <a:solidFill>
                  <a:srgbClr val="00B0F0"/>
                </a:solidFill>
                <a:effectLst/>
                <a:latin typeface="Segoe UI" panose="020B0502040204020203" pitchFamily="34" charset="0"/>
              </a:rPr>
              <a:t>CSS Layout - width and max-width</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605668"/>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Using width, max-width and margin: auto;</a:t>
            </a:r>
            <a:endParaRPr lang="en-US" sz="2400" dirty="0">
              <a:solidFill>
                <a:srgbClr val="C00000"/>
              </a:solidFill>
              <a:latin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275120" y="1039374"/>
            <a:ext cx="11740711" cy="487518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As mentioned in the previous chapter; a block-level element always takes up the full width available (stretches out to the left and right as far as it can).</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ndParaRP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Setting the width of a block-level element will prevent it from stretching out to the edges of its container. Then, you can set the margins to auto, to horizontally center the element within its container. The element will take up the specified width, and the remaining space will be split equally between the two margins:</a:t>
            </a:r>
          </a:p>
          <a:p>
            <a:pPr marL="0" indent="0">
              <a:buFont typeface="Wingdings" panose="05000000000000000000" pitchFamily="2" charset="2"/>
              <a:buNone/>
            </a:pPr>
            <a:r>
              <a:rPr lang="en-US" sz="1600" b="0" i="0" dirty="0">
                <a:solidFill>
                  <a:schemeClr val="accent3">
                    <a:lumMod val="50000"/>
                  </a:schemeClr>
                </a:solidFill>
                <a:effectLst/>
                <a:latin typeface="Consolas" panose="020B0609020204030204" pitchFamily="49" charset="0"/>
                <a:ea typeface="Verdana" panose="020B0604030504040204" pitchFamily="34" charset="0"/>
              </a:rPr>
              <a:t>Note: </a:t>
            </a:r>
            <a:r>
              <a:rPr lang="en-US" sz="1600" b="0" i="0" dirty="0">
                <a:solidFill>
                  <a:schemeClr val="tx1"/>
                </a:solidFill>
                <a:effectLst/>
                <a:latin typeface="Consolas" panose="020B0609020204030204" pitchFamily="49" charset="0"/>
                <a:ea typeface="Verdana" panose="020B0604030504040204" pitchFamily="34" charset="0"/>
              </a:rPr>
              <a:t>The problem with the &lt;div&gt; above occurs when the browser window is smaller than the width of the element. The browser then adds a horizontal scrollbar to the page.</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a typeface="Verdana" panose="020B0604030504040204" pitchFamily="34" charset="0"/>
            </a:endParaRPr>
          </a:p>
          <a:p>
            <a:pPr marL="0" indent="0">
              <a:buFont typeface="Wingdings" panose="05000000000000000000" pitchFamily="2" charset="2"/>
              <a:buNone/>
            </a:pPr>
            <a:r>
              <a:rPr lang="en-US" sz="1600" b="0" i="0" dirty="0">
                <a:solidFill>
                  <a:schemeClr val="tx1"/>
                </a:solidFill>
                <a:effectLst/>
                <a:latin typeface="Consolas" panose="020B0609020204030204" pitchFamily="49" charset="0"/>
                <a:ea typeface="Verdana" panose="020B0604030504040204" pitchFamily="34" charset="0"/>
              </a:rPr>
              <a:t>Using </a:t>
            </a:r>
            <a:r>
              <a:rPr lang="en-US" sz="1600" b="0" i="0" dirty="0">
                <a:solidFill>
                  <a:schemeClr val="accent3">
                    <a:lumMod val="50000"/>
                  </a:schemeClr>
                </a:solidFill>
                <a:effectLst/>
                <a:latin typeface="Consolas" panose="020B0609020204030204" pitchFamily="49" charset="0"/>
                <a:ea typeface="Verdana" panose="020B0604030504040204" pitchFamily="34" charset="0"/>
              </a:rPr>
              <a:t>max-width instead</a:t>
            </a:r>
            <a:r>
              <a:rPr lang="en-US" sz="1600" b="0" i="0" dirty="0">
                <a:solidFill>
                  <a:schemeClr val="tx1"/>
                </a:solidFill>
                <a:effectLst/>
                <a:latin typeface="Consolas" panose="020B0609020204030204" pitchFamily="49" charset="0"/>
                <a:ea typeface="Verdana" panose="020B0604030504040204" pitchFamily="34" charset="0"/>
              </a:rPr>
              <a:t>, in this situation, will improve the browser's handling of small windows. This is important when making a site usable on small devices:</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a typeface="Verdana" panose="020B0604030504040204" pitchFamily="34" charset="0"/>
            </a:endParaRPr>
          </a:p>
          <a:p>
            <a:pPr marL="0" indent="0">
              <a:buFont typeface="Wingdings" panose="05000000000000000000" pitchFamily="2" charset="2"/>
              <a:buNone/>
            </a:pPr>
            <a:r>
              <a:rPr lang="en-US" sz="1600" b="0" i="0" dirty="0">
                <a:solidFill>
                  <a:srgbClr val="FF0000"/>
                </a:solidFill>
                <a:effectLst/>
                <a:latin typeface="Consolas" panose="020B0609020204030204" pitchFamily="49" charset="0"/>
                <a:ea typeface="Verdana" panose="020B0604030504040204" pitchFamily="34" charset="0"/>
              </a:rPr>
              <a:t>Note</a:t>
            </a:r>
            <a:r>
              <a:rPr lang="en-US" sz="1600" b="0" i="0" dirty="0">
                <a:solidFill>
                  <a:schemeClr val="accent3">
                    <a:lumMod val="50000"/>
                  </a:schemeClr>
                </a:solidFill>
                <a:effectLst/>
                <a:latin typeface="Consolas" panose="020B0609020204030204" pitchFamily="49" charset="0"/>
                <a:ea typeface="Verdana" panose="020B0604030504040204" pitchFamily="34" charset="0"/>
              </a:rPr>
              <a:t>: The problem with the &lt;div&gt; above occurs when the browser window is smaller than the width of the element. The browser then adds a horizontal scrollbar to the page.</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a typeface="Verdana" panose="020B0604030504040204" pitchFamily="34" charset="0"/>
            </a:endParaRPr>
          </a:p>
          <a:p>
            <a:pPr marL="0" indent="0">
              <a:buFont typeface="Wingdings" panose="05000000000000000000" pitchFamily="2" charset="2"/>
              <a:buNone/>
            </a:pPr>
            <a:r>
              <a:rPr lang="en-US" sz="1600" b="0" i="0" dirty="0">
                <a:solidFill>
                  <a:srgbClr val="FF0000"/>
                </a:solidFill>
                <a:effectLst/>
                <a:latin typeface="Consolas" panose="020B0609020204030204" pitchFamily="49" charset="0"/>
                <a:ea typeface="Verdana" panose="020B0604030504040204" pitchFamily="34" charset="0"/>
              </a:rPr>
              <a:t>Using max-width instead, in this situation, will improve the browser's handling of small windows. This is important when making a site usable on small devices:</a:t>
            </a:r>
          </a:p>
        </p:txBody>
      </p:sp>
    </p:spTree>
    <p:extLst>
      <p:ext uri="{BB962C8B-B14F-4D97-AF65-F5344CB8AC3E}">
        <p14:creationId xmlns:p14="http://schemas.microsoft.com/office/powerpoint/2010/main" val="162149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6998970" cy="461665"/>
          </a:xfrm>
        </p:spPr>
        <p:txBody>
          <a:bodyPr/>
          <a:lstStyle/>
          <a:p>
            <a:pPr algn="l"/>
            <a:r>
              <a:rPr lang="en-US" sz="3000" b="0" i="0" dirty="0">
                <a:solidFill>
                  <a:srgbClr val="00B0F0"/>
                </a:solidFill>
                <a:effectLst/>
                <a:latin typeface="Segoe UI" panose="020B0502040204020203" pitchFamily="34" charset="0"/>
              </a:rPr>
              <a:t>CSS Layout - The position Property</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1208500"/>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position: static;</a:t>
            </a:r>
            <a:endParaRPr lang="en-US" sz="2400" dirty="0">
              <a:solidFill>
                <a:srgbClr val="C00000"/>
              </a:solidFill>
              <a:latin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328842" y="598953"/>
            <a:ext cx="10216120"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position property specifies the type of positioning method used for an element (</a:t>
            </a:r>
            <a:r>
              <a:rPr lang="en-US" sz="1600" b="0" i="0" dirty="0">
                <a:solidFill>
                  <a:srgbClr val="FF0000"/>
                </a:solidFill>
                <a:effectLst/>
                <a:latin typeface="Consolas" panose="020B0609020204030204" pitchFamily="49" charset="0"/>
              </a:rPr>
              <a:t>static</a:t>
            </a:r>
            <a:r>
              <a:rPr lang="en-US" sz="1600" b="0" i="0" dirty="0">
                <a:solidFill>
                  <a:schemeClr val="tx1"/>
                </a:solidFill>
                <a:effectLst/>
                <a:latin typeface="Consolas" panose="020B0609020204030204" pitchFamily="49" charset="0"/>
              </a:rPr>
              <a:t>, </a:t>
            </a:r>
            <a:r>
              <a:rPr lang="en-US" sz="1600" b="0" i="0" dirty="0">
                <a:solidFill>
                  <a:srgbClr val="FF0000"/>
                </a:solidFill>
                <a:effectLst/>
                <a:latin typeface="Consolas" panose="020B0609020204030204" pitchFamily="49" charset="0"/>
              </a:rPr>
              <a:t>relative</a:t>
            </a:r>
            <a:r>
              <a:rPr lang="en-US" sz="1600" b="0" i="0" dirty="0">
                <a:solidFill>
                  <a:schemeClr val="tx1"/>
                </a:solidFill>
                <a:effectLst/>
                <a:latin typeface="Consolas" panose="020B0609020204030204" pitchFamily="49" charset="0"/>
              </a:rPr>
              <a:t>, </a:t>
            </a:r>
            <a:r>
              <a:rPr lang="en-US" sz="1600" b="0" i="0" dirty="0">
                <a:solidFill>
                  <a:srgbClr val="FF0000"/>
                </a:solidFill>
                <a:effectLst/>
                <a:latin typeface="Consolas" panose="020B0609020204030204" pitchFamily="49" charset="0"/>
              </a:rPr>
              <a:t>fixed</a:t>
            </a:r>
            <a:r>
              <a:rPr lang="en-US" sz="1600" b="0" i="0" dirty="0">
                <a:solidFill>
                  <a:schemeClr val="tx1"/>
                </a:solidFill>
                <a:effectLst/>
                <a:latin typeface="Consolas" panose="020B0609020204030204" pitchFamily="49" charset="0"/>
              </a:rPr>
              <a:t>, </a:t>
            </a:r>
            <a:r>
              <a:rPr lang="en-US" sz="1600" b="0" i="0" dirty="0">
                <a:solidFill>
                  <a:srgbClr val="FF0000"/>
                </a:solidFill>
                <a:effectLst/>
                <a:latin typeface="Consolas" panose="020B0609020204030204" pitchFamily="49" charset="0"/>
              </a:rPr>
              <a:t>absolute</a:t>
            </a:r>
            <a:r>
              <a:rPr lang="en-US" sz="1600" b="0" i="0" dirty="0">
                <a:solidFill>
                  <a:schemeClr val="tx1"/>
                </a:solidFill>
                <a:effectLst/>
                <a:latin typeface="Consolas" panose="020B0609020204030204" pitchFamily="49" charset="0"/>
              </a:rPr>
              <a:t> or </a:t>
            </a:r>
            <a:r>
              <a:rPr lang="en-US" sz="1600" b="0" i="0" dirty="0">
                <a:solidFill>
                  <a:srgbClr val="FF0000"/>
                </a:solidFill>
                <a:effectLst/>
                <a:latin typeface="Consolas" panose="020B0609020204030204" pitchFamily="49" charset="0"/>
              </a:rPr>
              <a:t>sticky</a:t>
            </a:r>
            <a:r>
              <a:rPr lang="en-US" sz="1600" b="0" i="0" dirty="0">
                <a:solidFill>
                  <a:schemeClr val="tx1"/>
                </a:solidFill>
                <a:effectLst/>
                <a:latin typeface="Consolas" panose="020B0609020204030204" pitchFamily="49" charset="0"/>
              </a:rPr>
              <a:t>).</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5" name="Text Placeholder 5">
            <a:extLst>
              <a:ext uri="{FF2B5EF4-FFF2-40B4-BE49-F238E27FC236}">
                <a16:creationId xmlns:a16="http://schemas.microsoft.com/office/drawing/2014/main" id="{7B2F318F-4B58-6B33-51B4-C2B121EB59D1}"/>
              </a:ext>
            </a:extLst>
          </p:cNvPr>
          <p:cNvSpPr txBox="1">
            <a:spLocks/>
          </p:cNvSpPr>
          <p:nvPr/>
        </p:nvSpPr>
        <p:spPr>
          <a:xfrm>
            <a:off x="328840" y="2782966"/>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position: relative;</a:t>
            </a:r>
            <a:endParaRPr lang="en-US" sz="2400" dirty="0">
              <a:solidFill>
                <a:srgbClr val="C00000"/>
              </a:solidFill>
              <a:latin typeface="Verdana" panose="020B0604030504040204" pitchFamily="34" charset="0"/>
            </a:endParaRPr>
          </a:p>
        </p:txBody>
      </p:sp>
      <p:sp>
        <p:nvSpPr>
          <p:cNvPr id="6" name="Text Placeholder 5">
            <a:extLst>
              <a:ext uri="{FF2B5EF4-FFF2-40B4-BE49-F238E27FC236}">
                <a16:creationId xmlns:a16="http://schemas.microsoft.com/office/drawing/2014/main" id="{7E23BEFA-C97F-F47E-9332-5868E0F481B3}"/>
              </a:ext>
            </a:extLst>
          </p:cNvPr>
          <p:cNvSpPr txBox="1">
            <a:spLocks/>
          </p:cNvSpPr>
          <p:nvPr/>
        </p:nvSpPr>
        <p:spPr>
          <a:xfrm>
            <a:off x="328840" y="3286323"/>
            <a:ext cx="11740711"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Setting a relatively-positioned element's top, right, bottom, and left properties will cause it to be adjusted away from its normal position.</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12" name="Text Placeholder 5">
            <a:extLst>
              <a:ext uri="{FF2B5EF4-FFF2-40B4-BE49-F238E27FC236}">
                <a16:creationId xmlns:a16="http://schemas.microsoft.com/office/drawing/2014/main" id="{95B26E42-EF13-8E92-8A0D-2D0EB610764F}"/>
              </a:ext>
            </a:extLst>
          </p:cNvPr>
          <p:cNvSpPr txBox="1">
            <a:spLocks/>
          </p:cNvSpPr>
          <p:nvPr/>
        </p:nvSpPr>
        <p:spPr>
          <a:xfrm>
            <a:off x="366564" y="3942290"/>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position: fixed;</a:t>
            </a:r>
            <a:endParaRPr lang="en-US" sz="2400" dirty="0">
              <a:solidFill>
                <a:srgbClr val="C00000"/>
              </a:solidFill>
              <a:latin typeface="Verdana" panose="020B0604030504040204" pitchFamily="34" charset="0"/>
            </a:endParaRPr>
          </a:p>
        </p:txBody>
      </p:sp>
      <p:sp>
        <p:nvSpPr>
          <p:cNvPr id="13" name="Text Placeholder 5">
            <a:extLst>
              <a:ext uri="{FF2B5EF4-FFF2-40B4-BE49-F238E27FC236}">
                <a16:creationId xmlns:a16="http://schemas.microsoft.com/office/drawing/2014/main" id="{BA5BD2DC-E999-3A9E-22A5-F6850587C661}"/>
              </a:ext>
            </a:extLst>
          </p:cNvPr>
          <p:cNvSpPr txBox="1">
            <a:spLocks/>
          </p:cNvSpPr>
          <p:nvPr/>
        </p:nvSpPr>
        <p:spPr>
          <a:xfrm>
            <a:off x="312843" y="4375996"/>
            <a:ext cx="11740711" cy="132959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An element with position: fixed; is positioned relative to the viewport, which means it always stays in the same place even if the page is scrolled. </a:t>
            </a:r>
            <a:r>
              <a:rPr lang="en-US" sz="1600" b="0" i="0" dirty="0">
                <a:solidFill>
                  <a:srgbClr val="0078D4"/>
                </a:solidFill>
                <a:effectLst/>
                <a:latin typeface="Consolas" panose="020B0609020204030204" pitchFamily="49" charset="0"/>
              </a:rPr>
              <a:t>The top, right, bottom, and left</a:t>
            </a:r>
            <a:r>
              <a:rPr lang="en-US" sz="1600" b="0" i="0" dirty="0">
                <a:solidFill>
                  <a:schemeClr val="tx1"/>
                </a:solidFill>
                <a:effectLst/>
                <a:latin typeface="Consolas" panose="020B0609020204030204" pitchFamily="49" charset="0"/>
              </a:rPr>
              <a:t> properties are used to </a:t>
            </a:r>
            <a:r>
              <a:rPr lang="en-US" sz="1600" b="0" i="0" dirty="0">
                <a:solidFill>
                  <a:srgbClr val="0078D4"/>
                </a:solidFill>
                <a:effectLst/>
                <a:latin typeface="Consolas" panose="020B0609020204030204" pitchFamily="49" charset="0"/>
              </a:rPr>
              <a:t>position the element</a:t>
            </a:r>
            <a:r>
              <a:rPr lang="en-US" sz="1600" b="0" i="0" dirty="0">
                <a:solidFill>
                  <a:schemeClr val="tx1"/>
                </a:solidFill>
                <a:effectLst/>
                <a:latin typeface="Consolas" panose="020B0609020204030204" pitchFamily="49" charset="0"/>
              </a:rPr>
              <a:t>.</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 fixed element does not leave a gap in the page where it would normally have been located.</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Notice the fixed element in the lower-right corner of the page. Here is the CSS that is used:</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7" name="Text Placeholder 5">
            <a:extLst>
              <a:ext uri="{FF2B5EF4-FFF2-40B4-BE49-F238E27FC236}">
                <a16:creationId xmlns:a16="http://schemas.microsoft.com/office/drawing/2014/main" id="{7E13604E-B0FE-29B4-47E4-8F6C4DB160C9}"/>
              </a:ext>
            </a:extLst>
          </p:cNvPr>
          <p:cNvSpPr txBox="1">
            <a:spLocks/>
          </p:cNvSpPr>
          <p:nvPr/>
        </p:nvSpPr>
        <p:spPr>
          <a:xfrm>
            <a:off x="328840" y="1654588"/>
            <a:ext cx="11740711" cy="10833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HTML elements are positioned static by default.</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Static-positioned elements are not affected by the </a:t>
            </a:r>
            <a:r>
              <a:rPr lang="en-US" sz="1600" b="0" i="0" dirty="0">
                <a:solidFill>
                  <a:schemeClr val="accent1"/>
                </a:solidFill>
                <a:effectLst/>
                <a:latin typeface="Consolas" panose="020B0609020204030204" pitchFamily="49" charset="0"/>
              </a:rPr>
              <a:t>top</a:t>
            </a:r>
            <a:r>
              <a:rPr lang="en-US" sz="1600" b="0" i="0" dirty="0">
                <a:solidFill>
                  <a:schemeClr val="tx1"/>
                </a:solidFill>
                <a:effectLst/>
                <a:latin typeface="Consolas" panose="020B0609020204030204" pitchFamily="49" charset="0"/>
              </a:rPr>
              <a:t>, </a:t>
            </a:r>
            <a:r>
              <a:rPr lang="en-US" sz="1600" b="0" i="0" dirty="0">
                <a:solidFill>
                  <a:schemeClr val="accent1"/>
                </a:solidFill>
                <a:effectLst/>
                <a:latin typeface="Consolas" panose="020B0609020204030204" pitchFamily="49" charset="0"/>
              </a:rPr>
              <a:t>bottom</a:t>
            </a:r>
            <a:r>
              <a:rPr lang="en-US" sz="1600" b="0" i="0" dirty="0">
                <a:solidFill>
                  <a:schemeClr val="tx1"/>
                </a:solidFill>
                <a:effectLst/>
                <a:latin typeface="Consolas" panose="020B0609020204030204" pitchFamily="49" charset="0"/>
              </a:rPr>
              <a:t>, </a:t>
            </a:r>
            <a:r>
              <a:rPr lang="en-US" sz="1600" b="0" i="0" dirty="0">
                <a:solidFill>
                  <a:schemeClr val="accent1"/>
                </a:solidFill>
                <a:effectLst/>
                <a:latin typeface="Consolas" panose="020B0609020204030204" pitchFamily="49" charset="0"/>
              </a:rPr>
              <a:t>left</a:t>
            </a:r>
            <a:r>
              <a:rPr lang="en-US" sz="1600" b="0" i="0" dirty="0">
                <a:solidFill>
                  <a:schemeClr val="tx1"/>
                </a:solidFill>
                <a:effectLst/>
                <a:latin typeface="Consolas" panose="020B0609020204030204" pitchFamily="49" charset="0"/>
              </a:rPr>
              <a:t>, and </a:t>
            </a:r>
            <a:r>
              <a:rPr lang="en-US" sz="1600" b="0" i="0" dirty="0">
                <a:solidFill>
                  <a:schemeClr val="accent1"/>
                </a:solidFill>
                <a:effectLst/>
                <a:latin typeface="Consolas" panose="020B0609020204030204" pitchFamily="49" charset="0"/>
              </a:rPr>
              <a:t>right</a:t>
            </a:r>
            <a:r>
              <a:rPr lang="en-US" sz="1600" b="0" i="0" dirty="0">
                <a:solidFill>
                  <a:schemeClr val="tx1"/>
                </a:solidFill>
                <a:effectLst/>
                <a:latin typeface="Consolas" panose="020B0609020204030204" pitchFamily="49" charset="0"/>
              </a:rPr>
              <a:t> properties.</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An element with position: static; is not positioned in any special way; it is always positioned according to the normal flow of the page:</a:t>
            </a:r>
            <a:endParaRPr lang="en-US" sz="1600" b="0" i="0" dirty="0">
              <a:solidFill>
                <a:schemeClr val="tx1"/>
              </a:solidFill>
              <a:effectLst/>
              <a:latin typeface="Consolas" panose="020B0609020204030204" pitchFamily="49" charset="0"/>
              <a:ea typeface="Verdana" panose="020B0604030504040204" pitchFamily="34" charset="0"/>
            </a:endParaRPr>
          </a:p>
        </p:txBody>
      </p:sp>
    </p:spTree>
    <p:extLst>
      <p:ext uri="{BB962C8B-B14F-4D97-AF65-F5344CB8AC3E}">
        <p14:creationId xmlns:p14="http://schemas.microsoft.com/office/powerpoint/2010/main" val="3385978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6998970" cy="461665"/>
          </a:xfrm>
        </p:spPr>
        <p:txBody>
          <a:bodyPr/>
          <a:lstStyle/>
          <a:p>
            <a:pPr algn="l"/>
            <a:r>
              <a:rPr lang="en-US" sz="3000" b="0" i="0" dirty="0">
                <a:solidFill>
                  <a:srgbClr val="00B0F0"/>
                </a:solidFill>
                <a:effectLst/>
                <a:latin typeface="Segoe UI" panose="020B0502040204020203" pitchFamily="34" charset="0"/>
              </a:rPr>
              <a:t>CSS Layout - The z-index Property</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1208500"/>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The z-index Property</a:t>
            </a:r>
            <a:endParaRPr lang="en-US" sz="2400" dirty="0">
              <a:solidFill>
                <a:srgbClr val="C00000"/>
              </a:solidFill>
              <a:latin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328842" y="598953"/>
            <a:ext cx="10216120"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z-index property specifies the stack order of an element.</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7" name="Text Placeholder 5">
            <a:extLst>
              <a:ext uri="{FF2B5EF4-FFF2-40B4-BE49-F238E27FC236}">
                <a16:creationId xmlns:a16="http://schemas.microsoft.com/office/drawing/2014/main" id="{7E13604E-B0FE-29B4-47E4-8F6C4DB160C9}"/>
              </a:ext>
            </a:extLst>
          </p:cNvPr>
          <p:cNvSpPr txBox="1">
            <a:spLocks/>
          </p:cNvSpPr>
          <p:nvPr/>
        </p:nvSpPr>
        <p:spPr>
          <a:xfrm>
            <a:off x="328840" y="1654588"/>
            <a:ext cx="11740711" cy="10833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When elements are positioned, they can overlap other elements.</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z-index property </a:t>
            </a:r>
            <a:r>
              <a:rPr lang="en-US" sz="1600" b="0" i="0" dirty="0">
                <a:solidFill>
                  <a:srgbClr val="0078D4"/>
                </a:solidFill>
                <a:effectLst/>
                <a:latin typeface="Consolas" panose="020B0609020204030204" pitchFamily="49" charset="0"/>
              </a:rPr>
              <a:t>specifies the stack order of an element </a:t>
            </a:r>
            <a:r>
              <a:rPr lang="en-US" sz="1600" b="0" i="0" dirty="0">
                <a:solidFill>
                  <a:schemeClr val="tx1"/>
                </a:solidFill>
                <a:effectLst/>
                <a:latin typeface="Consolas" panose="020B0609020204030204" pitchFamily="49" charset="0"/>
              </a:rPr>
              <a:t>(which element should be placed </a:t>
            </a:r>
            <a:r>
              <a:rPr lang="en-US" sz="1600" b="0" i="0" dirty="0">
                <a:solidFill>
                  <a:srgbClr val="0078D4"/>
                </a:solidFill>
                <a:effectLst/>
                <a:latin typeface="Consolas" panose="020B0609020204030204" pitchFamily="49" charset="0"/>
              </a:rPr>
              <a:t>in front of</a:t>
            </a:r>
            <a:r>
              <a:rPr lang="en-US" sz="1600" b="0" i="0" dirty="0">
                <a:solidFill>
                  <a:schemeClr val="tx1"/>
                </a:solidFill>
                <a:effectLst/>
                <a:latin typeface="Consolas" panose="020B0609020204030204" pitchFamily="49" charset="0"/>
              </a:rPr>
              <a:t>, or </a:t>
            </a:r>
            <a:r>
              <a:rPr lang="en-US" sz="1600" b="0" i="0" dirty="0">
                <a:solidFill>
                  <a:srgbClr val="0078D4"/>
                </a:solidFill>
                <a:effectLst/>
                <a:latin typeface="Consolas" panose="020B0609020204030204" pitchFamily="49" charset="0"/>
              </a:rPr>
              <a:t>behind, the others</a:t>
            </a:r>
            <a:r>
              <a:rPr lang="en-US" sz="1600" b="0" i="0" dirty="0">
                <a:solidFill>
                  <a:schemeClr val="tx1"/>
                </a:solidFill>
                <a:effectLst/>
                <a:latin typeface="Consolas" panose="020B0609020204030204" pitchFamily="49" charset="0"/>
              </a:rPr>
              <a:t>).</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An element can have a positive or </a:t>
            </a:r>
            <a:r>
              <a:rPr lang="en-US" sz="1600" b="0" i="0" dirty="0">
                <a:solidFill>
                  <a:srgbClr val="0078D4"/>
                </a:solidFill>
                <a:effectLst/>
                <a:latin typeface="Consolas" panose="020B0609020204030204" pitchFamily="49" charset="0"/>
              </a:rPr>
              <a:t>negative stack order</a:t>
            </a:r>
            <a:r>
              <a:rPr lang="en-US" sz="1600" b="0" i="0" dirty="0">
                <a:solidFill>
                  <a:schemeClr val="tx1"/>
                </a:solidFill>
                <a:effectLst/>
                <a:latin typeface="Consolas" panose="020B0609020204030204" pitchFamily="49" charset="0"/>
              </a:rPr>
              <a:t>:</a:t>
            </a:r>
            <a:endParaRPr lang="en-US" sz="1600" b="0" i="0" dirty="0">
              <a:solidFill>
                <a:schemeClr val="tx1"/>
              </a:solidFill>
              <a:effectLst/>
              <a:latin typeface="Consolas" panose="020B0609020204030204" pitchFamily="49" charset="0"/>
              <a:ea typeface="Verdana" panose="020B0604030504040204" pitchFamily="34" charset="0"/>
            </a:endParaRPr>
          </a:p>
        </p:txBody>
      </p:sp>
      <p:pic>
        <p:nvPicPr>
          <p:cNvPr id="9" name="Picture 8">
            <a:extLst>
              <a:ext uri="{FF2B5EF4-FFF2-40B4-BE49-F238E27FC236}">
                <a16:creationId xmlns:a16="http://schemas.microsoft.com/office/drawing/2014/main" id="{9D29B32D-22E9-ABFA-FAA0-79BD9CD797E1}"/>
              </a:ext>
            </a:extLst>
          </p:cNvPr>
          <p:cNvPicPr>
            <a:picLocks noChangeAspect="1"/>
          </p:cNvPicPr>
          <p:nvPr/>
        </p:nvPicPr>
        <p:blipFill>
          <a:blip r:embed="rId4"/>
          <a:stretch>
            <a:fillRect/>
          </a:stretch>
        </p:blipFill>
        <p:spPr>
          <a:xfrm>
            <a:off x="877041" y="3208689"/>
            <a:ext cx="7579062" cy="3166739"/>
          </a:xfrm>
          <a:prstGeom prst="rect">
            <a:avLst/>
          </a:prstGeom>
        </p:spPr>
      </p:pic>
    </p:spTree>
    <p:extLst>
      <p:ext uri="{BB962C8B-B14F-4D97-AF65-F5344CB8AC3E}">
        <p14:creationId xmlns:p14="http://schemas.microsoft.com/office/powerpoint/2010/main" val="282997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6998970" cy="461665"/>
          </a:xfrm>
        </p:spPr>
        <p:txBody>
          <a:bodyPr/>
          <a:lstStyle/>
          <a:p>
            <a:pPr algn="l"/>
            <a:r>
              <a:rPr lang="en-US" sz="3000" b="0" i="0" dirty="0">
                <a:solidFill>
                  <a:srgbClr val="00B0F0"/>
                </a:solidFill>
                <a:effectLst/>
                <a:latin typeface="Segoe UI" panose="020B0502040204020203" pitchFamily="34" charset="0"/>
              </a:rPr>
              <a:t>CSS Layout - Overflow</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1208500"/>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CSS Overflow</a:t>
            </a:r>
            <a:endParaRPr lang="en-US" sz="2400" dirty="0">
              <a:solidFill>
                <a:srgbClr val="C00000"/>
              </a:solidFill>
              <a:latin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328842" y="598953"/>
            <a:ext cx="10216120"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CSS overflow property controls what happens to content that is too big to fit into an area.</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7" name="Text Placeholder 5">
            <a:extLst>
              <a:ext uri="{FF2B5EF4-FFF2-40B4-BE49-F238E27FC236}">
                <a16:creationId xmlns:a16="http://schemas.microsoft.com/office/drawing/2014/main" id="{7E13604E-B0FE-29B4-47E4-8F6C4DB160C9}"/>
              </a:ext>
            </a:extLst>
          </p:cNvPr>
          <p:cNvSpPr txBox="1">
            <a:spLocks/>
          </p:cNvSpPr>
          <p:nvPr/>
        </p:nvSpPr>
        <p:spPr>
          <a:xfrm>
            <a:off x="328840" y="1654588"/>
            <a:ext cx="11740711" cy="196977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overflow property specifies whether to clip the content or to add scrollbars when the content of an element is too big to fit in the specified area.</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overflow property has the following values:</a:t>
            </a:r>
          </a:p>
          <a:p>
            <a:r>
              <a:rPr lang="en-US" sz="1600" b="0" i="0" dirty="0">
                <a:solidFill>
                  <a:srgbClr val="0078D4"/>
                </a:solidFill>
                <a:effectLst/>
                <a:latin typeface="Consolas" panose="020B0609020204030204" pitchFamily="49" charset="0"/>
              </a:rPr>
              <a:t>visible</a:t>
            </a:r>
            <a:r>
              <a:rPr lang="en-US" sz="1600" b="0" i="0" dirty="0">
                <a:solidFill>
                  <a:schemeClr val="tx1"/>
                </a:solidFill>
                <a:effectLst/>
                <a:latin typeface="Consolas" panose="020B0609020204030204" pitchFamily="49" charset="0"/>
              </a:rPr>
              <a:t> - Default. The overflow is not clipped. The content renders outside the element's box</a:t>
            </a:r>
          </a:p>
          <a:p>
            <a:r>
              <a:rPr lang="en-US" sz="1600" b="0" i="0" dirty="0">
                <a:solidFill>
                  <a:srgbClr val="0078D4"/>
                </a:solidFill>
                <a:effectLst/>
                <a:latin typeface="Consolas" panose="020B0609020204030204" pitchFamily="49" charset="0"/>
              </a:rPr>
              <a:t>hidden</a:t>
            </a:r>
            <a:r>
              <a:rPr lang="en-US" sz="1600" b="0" i="0" dirty="0">
                <a:solidFill>
                  <a:schemeClr val="tx1"/>
                </a:solidFill>
                <a:effectLst/>
                <a:latin typeface="Consolas" panose="020B0609020204030204" pitchFamily="49" charset="0"/>
              </a:rPr>
              <a:t> - The overflow is clipped, and the rest of the content will be invisible</a:t>
            </a:r>
          </a:p>
          <a:p>
            <a:r>
              <a:rPr lang="en-US" sz="1600" b="0" i="0" dirty="0">
                <a:solidFill>
                  <a:srgbClr val="0078D4"/>
                </a:solidFill>
                <a:effectLst/>
                <a:latin typeface="Consolas" panose="020B0609020204030204" pitchFamily="49" charset="0"/>
              </a:rPr>
              <a:t>scroll</a:t>
            </a:r>
            <a:r>
              <a:rPr lang="en-US" sz="1600" b="0" i="0" dirty="0">
                <a:solidFill>
                  <a:schemeClr val="tx1"/>
                </a:solidFill>
                <a:effectLst/>
                <a:latin typeface="Consolas" panose="020B0609020204030204" pitchFamily="49" charset="0"/>
              </a:rPr>
              <a:t> - The overflow is clipped, and a scrollbar is added to see the rest of the content</a:t>
            </a:r>
          </a:p>
          <a:p>
            <a:r>
              <a:rPr lang="en-US" sz="1600" b="0" i="0" dirty="0">
                <a:solidFill>
                  <a:srgbClr val="0078D4"/>
                </a:solidFill>
                <a:effectLst/>
                <a:latin typeface="Consolas" panose="020B0609020204030204" pitchFamily="49" charset="0"/>
              </a:rPr>
              <a:t>auto</a:t>
            </a:r>
            <a:r>
              <a:rPr lang="en-US" sz="1600" b="0" i="0" dirty="0">
                <a:solidFill>
                  <a:schemeClr val="tx1"/>
                </a:solidFill>
                <a:effectLst/>
                <a:latin typeface="Consolas" panose="020B0609020204030204" pitchFamily="49" charset="0"/>
              </a:rPr>
              <a:t> - Similar to scroll, but it adds scrollbars only when necessary</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5" name="Text Placeholder 5">
            <a:extLst>
              <a:ext uri="{FF2B5EF4-FFF2-40B4-BE49-F238E27FC236}">
                <a16:creationId xmlns:a16="http://schemas.microsoft.com/office/drawing/2014/main" id="{7FB24BB9-F6EA-FD8F-6C29-36C00FD66A37}"/>
              </a:ext>
            </a:extLst>
          </p:cNvPr>
          <p:cNvSpPr txBox="1">
            <a:spLocks/>
          </p:cNvSpPr>
          <p:nvPr/>
        </p:nvSpPr>
        <p:spPr>
          <a:xfrm>
            <a:off x="198785" y="3701114"/>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overflow-x and overflow-y</a:t>
            </a:r>
            <a:endParaRPr lang="en-US" sz="2400" dirty="0">
              <a:solidFill>
                <a:srgbClr val="C00000"/>
              </a:solidFill>
              <a:latin typeface="Verdana" panose="020B0604030504040204" pitchFamily="34" charset="0"/>
            </a:endParaRPr>
          </a:p>
        </p:txBody>
      </p:sp>
      <p:sp>
        <p:nvSpPr>
          <p:cNvPr id="6" name="Text Placeholder 5">
            <a:extLst>
              <a:ext uri="{FF2B5EF4-FFF2-40B4-BE49-F238E27FC236}">
                <a16:creationId xmlns:a16="http://schemas.microsoft.com/office/drawing/2014/main" id="{C7406B03-A9DA-6FF7-55CF-F3BD01246F76}"/>
              </a:ext>
            </a:extLst>
          </p:cNvPr>
          <p:cNvSpPr txBox="1">
            <a:spLocks/>
          </p:cNvSpPr>
          <p:nvPr/>
        </p:nvSpPr>
        <p:spPr>
          <a:xfrm>
            <a:off x="198784" y="4147202"/>
            <a:ext cx="11740711" cy="137883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overflow-x and overflow-y properties specifies whether to change the overflow of content just horizontally or vertically (or both):</a:t>
            </a:r>
          </a:p>
          <a:p>
            <a:pPr marL="0" indent="0">
              <a:buFont typeface="Wingdings" panose="05000000000000000000" pitchFamily="2" charset="2"/>
              <a:buNone/>
            </a:pPr>
            <a:r>
              <a:rPr lang="en-US" sz="1600" b="0" i="0" dirty="0">
                <a:solidFill>
                  <a:srgbClr val="0078D4"/>
                </a:solidFill>
                <a:effectLst/>
                <a:latin typeface="Consolas" panose="020B0609020204030204" pitchFamily="49" charset="0"/>
              </a:rPr>
              <a:t>overflow-x</a:t>
            </a:r>
            <a:r>
              <a:rPr lang="en-US" sz="1600" b="0" i="0" dirty="0">
                <a:solidFill>
                  <a:schemeClr val="tx1"/>
                </a:solidFill>
                <a:effectLst/>
                <a:latin typeface="Consolas" panose="020B0609020204030204" pitchFamily="49" charset="0"/>
              </a:rPr>
              <a:t> specifies what to do with the left/right edges of the content.</a:t>
            </a:r>
          </a:p>
          <a:p>
            <a:pPr marL="0" indent="0">
              <a:buFont typeface="Wingdings" panose="05000000000000000000" pitchFamily="2" charset="2"/>
              <a:buNone/>
            </a:pPr>
            <a:r>
              <a:rPr lang="en-US" sz="1600" b="0" i="0" dirty="0">
                <a:solidFill>
                  <a:srgbClr val="0078D4"/>
                </a:solidFill>
                <a:effectLst/>
                <a:latin typeface="Consolas" panose="020B0609020204030204" pitchFamily="49" charset="0"/>
              </a:rPr>
              <a:t>overflow-y</a:t>
            </a:r>
            <a:r>
              <a:rPr lang="en-US" sz="1600" b="0" i="0" dirty="0">
                <a:solidFill>
                  <a:schemeClr val="tx1"/>
                </a:solidFill>
                <a:effectLst/>
                <a:latin typeface="Consolas" panose="020B0609020204030204" pitchFamily="49" charset="0"/>
              </a:rPr>
              <a:t> specifies what to do with the top/bottom edges of the content.</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You can use the overflow property when you want to have better control of</a:t>
            </a:r>
            <a:endParaRPr lang="en-US" sz="1600" b="0" i="0" dirty="0">
              <a:solidFill>
                <a:schemeClr val="tx1"/>
              </a:solidFill>
              <a:effectLst/>
              <a:latin typeface="Consolas" panose="020B0609020204030204" pitchFamily="49" charset="0"/>
              <a:ea typeface="Verdana" panose="020B0604030504040204" pitchFamily="34" charset="0"/>
            </a:endParaRPr>
          </a:p>
        </p:txBody>
      </p:sp>
      <p:pic>
        <p:nvPicPr>
          <p:cNvPr id="11" name="Picture 10" descr="A picture containing graphical user interface&#10;&#10;Description automatically generated">
            <a:extLst>
              <a:ext uri="{FF2B5EF4-FFF2-40B4-BE49-F238E27FC236}">
                <a16:creationId xmlns:a16="http://schemas.microsoft.com/office/drawing/2014/main" id="{20B5FC64-8967-578A-E806-B7A109E81620}"/>
              </a:ext>
            </a:extLst>
          </p:cNvPr>
          <p:cNvPicPr>
            <a:picLocks noChangeAspect="1"/>
          </p:cNvPicPr>
          <p:nvPr/>
        </p:nvPicPr>
        <p:blipFill>
          <a:blip r:embed="rId4"/>
          <a:stretch>
            <a:fillRect/>
          </a:stretch>
        </p:blipFill>
        <p:spPr>
          <a:xfrm>
            <a:off x="537170" y="5747640"/>
            <a:ext cx="5125399" cy="896709"/>
          </a:xfrm>
          <a:prstGeom prst="rect">
            <a:avLst/>
          </a:prstGeom>
        </p:spPr>
      </p:pic>
    </p:spTree>
    <p:extLst>
      <p:ext uri="{BB962C8B-B14F-4D97-AF65-F5344CB8AC3E}">
        <p14:creationId xmlns:p14="http://schemas.microsoft.com/office/powerpoint/2010/main" val="406652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6998970" cy="461665"/>
          </a:xfrm>
        </p:spPr>
        <p:txBody>
          <a:bodyPr/>
          <a:lstStyle/>
          <a:p>
            <a:pPr algn="l"/>
            <a:r>
              <a:rPr lang="en-US" sz="3000" b="0" i="0" dirty="0">
                <a:solidFill>
                  <a:srgbClr val="00B0F0"/>
                </a:solidFill>
                <a:effectLst/>
                <a:latin typeface="Segoe UI" panose="020B0502040204020203" pitchFamily="34" charset="0"/>
              </a:rPr>
              <a:t>CSS Layout - Overflow</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pic>
        <p:nvPicPr>
          <p:cNvPr id="9" name="Picture 8" descr="Text, application&#10;&#10;Description automatically generated">
            <a:extLst>
              <a:ext uri="{FF2B5EF4-FFF2-40B4-BE49-F238E27FC236}">
                <a16:creationId xmlns:a16="http://schemas.microsoft.com/office/drawing/2014/main" id="{EFB0057B-757E-9F45-7636-14D60FDC631A}"/>
              </a:ext>
            </a:extLst>
          </p:cNvPr>
          <p:cNvPicPr>
            <a:picLocks noChangeAspect="1"/>
          </p:cNvPicPr>
          <p:nvPr/>
        </p:nvPicPr>
        <p:blipFill>
          <a:blip r:embed="rId4"/>
          <a:stretch>
            <a:fillRect/>
          </a:stretch>
        </p:blipFill>
        <p:spPr>
          <a:xfrm>
            <a:off x="442064" y="760632"/>
            <a:ext cx="9726643" cy="3677145"/>
          </a:xfrm>
          <a:prstGeom prst="rect">
            <a:avLst/>
          </a:prstGeom>
        </p:spPr>
      </p:pic>
    </p:spTree>
    <p:extLst>
      <p:ext uri="{BB962C8B-B14F-4D97-AF65-F5344CB8AC3E}">
        <p14:creationId xmlns:p14="http://schemas.microsoft.com/office/powerpoint/2010/main" val="145886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6998970" cy="461665"/>
          </a:xfrm>
        </p:spPr>
        <p:txBody>
          <a:bodyPr/>
          <a:lstStyle/>
          <a:p>
            <a:pPr algn="l"/>
            <a:r>
              <a:rPr lang="en-US" sz="3000" b="0" i="0" dirty="0">
                <a:solidFill>
                  <a:srgbClr val="00B0F0"/>
                </a:solidFill>
                <a:effectLst/>
                <a:latin typeface="Segoe UI" panose="020B0502040204020203" pitchFamily="34" charset="0"/>
              </a:rPr>
              <a:t>CSS Layout - float and clear</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1208500"/>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The float Property</a:t>
            </a:r>
            <a:endParaRPr lang="en-US" sz="2400" dirty="0">
              <a:solidFill>
                <a:srgbClr val="C00000"/>
              </a:solidFill>
              <a:latin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328842" y="598953"/>
            <a:ext cx="10216120"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CSS float property specifies how an element should float.</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7" name="Text Placeholder 5">
            <a:extLst>
              <a:ext uri="{FF2B5EF4-FFF2-40B4-BE49-F238E27FC236}">
                <a16:creationId xmlns:a16="http://schemas.microsoft.com/office/drawing/2014/main" id="{7E13604E-B0FE-29B4-47E4-8F6C4DB160C9}"/>
              </a:ext>
            </a:extLst>
          </p:cNvPr>
          <p:cNvSpPr txBox="1">
            <a:spLocks/>
          </p:cNvSpPr>
          <p:nvPr/>
        </p:nvSpPr>
        <p:spPr>
          <a:xfrm>
            <a:off x="328840" y="1654588"/>
            <a:ext cx="11740711" cy="285616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float property is used for positioning and formatting content e.g. let an image float left to the text in a container.</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ndParaRP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float property can have one of the following values:</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ndParaRPr>
          </a:p>
          <a:p>
            <a:pPr marL="0" indent="0">
              <a:buFont typeface="Wingdings" panose="05000000000000000000" pitchFamily="2" charset="2"/>
              <a:buNone/>
            </a:pPr>
            <a:r>
              <a:rPr lang="en-US" sz="1600" b="0" i="0" dirty="0">
                <a:solidFill>
                  <a:srgbClr val="C00000"/>
                </a:solidFill>
                <a:effectLst/>
                <a:latin typeface="Consolas" panose="020B0609020204030204" pitchFamily="49" charset="0"/>
              </a:rPr>
              <a:t>left</a:t>
            </a:r>
            <a:r>
              <a:rPr lang="en-US" sz="1600" b="0" i="0" dirty="0">
                <a:solidFill>
                  <a:schemeClr val="tx1"/>
                </a:solidFill>
                <a:effectLst/>
                <a:latin typeface="Consolas" panose="020B0609020204030204" pitchFamily="49" charset="0"/>
              </a:rPr>
              <a:t> - The element floats to the left of its container</a:t>
            </a:r>
          </a:p>
          <a:p>
            <a:pPr marL="0" indent="0">
              <a:buFont typeface="Wingdings" panose="05000000000000000000" pitchFamily="2" charset="2"/>
              <a:buNone/>
            </a:pPr>
            <a:r>
              <a:rPr lang="en-US" sz="1600" b="0" i="0" dirty="0">
                <a:solidFill>
                  <a:srgbClr val="C00000"/>
                </a:solidFill>
                <a:effectLst/>
                <a:latin typeface="Consolas" panose="020B0609020204030204" pitchFamily="49" charset="0"/>
              </a:rPr>
              <a:t>right</a:t>
            </a:r>
            <a:r>
              <a:rPr lang="en-US" sz="1600" b="0" i="0" dirty="0">
                <a:solidFill>
                  <a:schemeClr val="tx1"/>
                </a:solidFill>
                <a:effectLst/>
                <a:latin typeface="Consolas" panose="020B0609020204030204" pitchFamily="49" charset="0"/>
              </a:rPr>
              <a:t> - The element floats to the right of its container</a:t>
            </a:r>
          </a:p>
          <a:p>
            <a:pPr marL="0" indent="0">
              <a:buFont typeface="Wingdings" panose="05000000000000000000" pitchFamily="2" charset="2"/>
              <a:buNone/>
            </a:pPr>
            <a:r>
              <a:rPr lang="en-US" sz="1600" b="0" i="0" dirty="0">
                <a:solidFill>
                  <a:srgbClr val="C00000"/>
                </a:solidFill>
                <a:effectLst/>
                <a:latin typeface="Consolas" panose="020B0609020204030204" pitchFamily="49" charset="0"/>
              </a:rPr>
              <a:t>none</a:t>
            </a:r>
            <a:r>
              <a:rPr lang="en-US" sz="1600" b="0" i="0" dirty="0">
                <a:solidFill>
                  <a:schemeClr val="tx1"/>
                </a:solidFill>
                <a:effectLst/>
                <a:latin typeface="Consolas" panose="020B0609020204030204" pitchFamily="49" charset="0"/>
              </a:rPr>
              <a:t> - The element does not float (will be displayed just where it occurs in the text). This is default</a:t>
            </a:r>
          </a:p>
          <a:p>
            <a:pPr marL="0" indent="0">
              <a:buFont typeface="Wingdings" panose="05000000000000000000" pitchFamily="2" charset="2"/>
              <a:buNone/>
            </a:pPr>
            <a:r>
              <a:rPr lang="en-US" sz="1600" b="0" i="0" dirty="0">
                <a:solidFill>
                  <a:srgbClr val="C00000"/>
                </a:solidFill>
                <a:effectLst/>
                <a:latin typeface="Consolas" panose="020B0609020204030204" pitchFamily="49" charset="0"/>
              </a:rPr>
              <a:t>inherit</a:t>
            </a:r>
            <a:r>
              <a:rPr lang="en-US" sz="1600" b="0" i="0" dirty="0">
                <a:solidFill>
                  <a:schemeClr val="tx1"/>
                </a:solidFill>
                <a:effectLst/>
                <a:latin typeface="Consolas" panose="020B0609020204030204" pitchFamily="49" charset="0"/>
              </a:rPr>
              <a:t> - The element inherits the float value of its parent</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In its simplest use, the float property can be used to wrap text around images.</a:t>
            </a:r>
            <a:endParaRPr lang="en-US" sz="1600" b="0" i="0" dirty="0">
              <a:solidFill>
                <a:schemeClr val="tx1"/>
              </a:solidFill>
              <a:effectLst/>
              <a:latin typeface="Consolas" panose="020B0609020204030204" pitchFamily="49" charset="0"/>
              <a:ea typeface="Verdana" panose="020B0604030504040204" pitchFamily="34" charset="0"/>
            </a:endParaRPr>
          </a:p>
        </p:txBody>
      </p:sp>
    </p:spTree>
    <p:extLst>
      <p:ext uri="{BB962C8B-B14F-4D97-AF65-F5344CB8AC3E}">
        <p14:creationId xmlns:p14="http://schemas.microsoft.com/office/powerpoint/2010/main" val="428267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46506"/>
            <a:ext cx="6998970" cy="461665"/>
          </a:xfrm>
        </p:spPr>
        <p:txBody>
          <a:bodyPr/>
          <a:lstStyle/>
          <a:p>
            <a:pPr algn="l"/>
            <a:r>
              <a:rPr lang="en-US" sz="3000" b="0" i="0" dirty="0">
                <a:solidFill>
                  <a:srgbClr val="00B0F0"/>
                </a:solidFill>
                <a:effectLst/>
                <a:latin typeface="Segoe UI" panose="020B0502040204020203" pitchFamily="34" charset="0"/>
              </a:rPr>
              <a:t>CSS Layout - Horizontal &amp; Vertical Align</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923645"/>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Center Align Elements</a:t>
            </a:r>
            <a:endParaRPr lang="en-US" sz="2400" dirty="0">
              <a:solidFill>
                <a:srgbClr val="C00000"/>
              </a:solidFill>
              <a:latin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328842" y="598953"/>
            <a:ext cx="10216120"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CSS float property specifies how an element should float.</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7" name="Text Placeholder 5">
            <a:extLst>
              <a:ext uri="{FF2B5EF4-FFF2-40B4-BE49-F238E27FC236}">
                <a16:creationId xmlns:a16="http://schemas.microsoft.com/office/drawing/2014/main" id="{7E13604E-B0FE-29B4-47E4-8F6C4DB160C9}"/>
              </a:ext>
            </a:extLst>
          </p:cNvPr>
          <p:cNvSpPr txBox="1">
            <a:spLocks/>
          </p:cNvSpPr>
          <p:nvPr/>
        </p:nvSpPr>
        <p:spPr>
          <a:xfrm>
            <a:off x="328841" y="1369733"/>
            <a:ext cx="5702844" cy="201901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To horizontally center a block element (like &lt;div&gt;), </a:t>
            </a:r>
            <a:r>
              <a:rPr lang="en-US" sz="1600" b="0" i="0" dirty="0">
                <a:solidFill>
                  <a:srgbClr val="C00000"/>
                </a:solidFill>
                <a:effectLst/>
                <a:latin typeface="Consolas" panose="020B0609020204030204" pitchFamily="49" charset="0"/>
              </a:rPr>
              <a:t>use margin: auto;</a:t>
            </a: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.center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margin</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auto</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width</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50%</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border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3px solid green</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padding</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10px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rgbClr val="C00000"/>
              </a:solidFill>
              <a:effectLst/>
              <a:latin typeface="Consolas" panose="020B0609020204030204" pitchFamily="49" charset="0"/>
              <a:ea typeface="Verdana" panose="020B0604030504040204" pitchFamily="34" charset="0"/>
            </a:endParaRPr>
          </a:p>
        </p:txBody>
      </p:sp>
      <p:sp>
        <p:nvSpPr>
          <p:cNvPr id="6" name="Text Placeholder 5">
            <a:extLst>
              <a:ext uri="{FF2B5EF4-FFF2-40B4-BE49-F238E27FC236}">
                <a16:creationId xmlns:a16="http://schemas.microsoft.com/office/drawing/2014/main" id="{A7F3158B-32AB-8910-56F6-A9AE208F74D3}"/>
              </a:ext>
            </a:extLst>
          </p:cNvPr>
          <p:cNvSpPr txBox="1">
            <a:spLocks/>
          </p:cNvSpPr>
          <p:nvPr/>
        </p:nvSpPr>
        <p:spPr>
          <a:xfrm>
            <a:off x="5706183" y="926887"/>
            <a:ext cx="3904625"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Center Align Text</a:t>
            </a:r>
            <a:endParaRPr lang="en-US" sz="2400" dirty="0">
              <a:solidFill>
                <a:srgbClr val="C00000"/>
              </a:solidFill>
              <a:latin typeface="Verdana" panose="020B0604030504040204" pitchFamily="34" charset="0"/>
            </a:endParaRPr>
          </a:p>
        </p:txBody>
      </p:sp>
      <p:sp>
        <p:nvSpPr>
          <p:cNvPr id="8" name="Text Placeholder 5">
            <a:extLst>
              <a:ext uri="{FF2B5EF4-FFF2-40B4-BE49-F238E27FC236}">
                <a16:creationId xmlns:a16="http://schemas.microsoft.com/office/drawing/2014/main" id="{766E6786-385F-CB01-647C-278EB87FFB1F}"/>
              </a:ext>
            </a:extLst>
          </p:cNvPr>
          <p:cNvSpPr txBox="1">
            <a:spLocks/>
          </p:cNvSpPr>
          <p:nvPr/>
        </p:nvSpPr>
        <p:spPr>
          <a:xfrm>
            <a:off x="5706183" y="1372975"/>
            <a:ext cx="6063572" cy="152657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To just center the text inside an element, </a:t>
            </a:r>
            <a:r>
              <a:rPr lang="en-US" sz="1600" b="0" i="0" dirty="0">
                <a:solidFill>
                  <a:srgbClr val="C00000"/>
                </a:solidFill>
                <a:effectLst/>
                <a:latin typeface="Consolas" panose="020B0609020204030204" pitchFamily="49" charset="0"/>
              </a:rPr>
              <a:t>use text-align: center;</a:t>
            </a: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.center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text-align</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center</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border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3px solid green</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rgbClr val="C00000"/>
              </a:solidFill>
              <a:effectLst/>
              <a:latin typeface="Consolas" panose="020B0609020204030204" pitchFamily="49" charset="0"/>
              <a:ea typeface="Verdana" panose="020B0604030504040204" pitchFamily="34" charset="0"/>
            </a:endParaRPr>
          </a:p>
        </p:txBody>
      </p:sp>
      <p:sp>
        <p:nvSpPr>
          <p:cNvPr id="9" name="Text Placeholder 5">
            <a:extLst>
              <a:ext uri="{FF2B5EF4-FFF2-40B4-BE49-F238E27FC236}">
                <a16:creationId xmlns:a16="http://schemas.microsoft.com/office/drawing/2014/main" id="{C9D5FC3A-8325-908D-A988-1ABC665C0F3F}"/>
              </a:ext>
            </a:extLst>
          </p:cNvPr>
          <p:cNvSpPr txBox="1">
            <a:spLocks/>
          </p:cNvSpPr>
          <p:nvPr/>
        </p:nvSpPr>
        <p:spPr>
          <a:xfrm>
            <a:off x="328841" y="3773788"/>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Center an Image</a:t>
            </a:r>
            <a:endParaRPr lang="en-US" sz="2400" dirty="0">
              <a:solidFill>
                <a:srgbClr val="C00000"/>
              </a:solidFill>
              <a:latin typeface="Verdana" panose="020B0604030504040204" pitchFamily="34" charset="0"/>
            </a:endParaRPr>
          </a:p>
        </p:txBody>
      </p:sp>
      <p:sp>
        <p:nvSpPr>
          <p:cNvPr id="11" name="Text Placeholder 5">
            <a:extLst>
              <a:ext uri="{FF2B5EF4-FFF2-40B4-BE49-F238E27FC236}">
                <a16:creationId xmlns:a16="http://schemas.microsoft.com/office/drawing/2014/main" id="{ED33CC2D-1EE5-7677-C0F5-F7B00885C735}"/>
              </a:ext>
            </a:extLst>
          </p:cNvPr>
          <p:cNvSpPr txBox="1">
            <a:spLocks/>
          </p:cNvSpPr>
          <p:nvPr/>
        </p:nvSpPr>
        <p:spPr>
          <a:xfrm>
            <a:off x="328841" y="4249631"/>
            <a:ext cx="5207894" cy="194207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To center an image, set left and right margin to </a:t>
            </a:r>
            <a:r>
              <a:rPr lang="en-US" sz="1600" b="0" i="0" dirty="0">
                <a:solidFill>
                  <a:srgbClr val="C00000"/>
                </a:solidFill>
                <a:effectLst/>
                <a:latin typeface="Consolas" panose="020B0609020204030204" pitchFamily="49" charset="0"/>
              </a:rPr>
              <a:t>auto</a:t>
            </a:r>
            <a:r>
              <a:rPr lang="en-US" sz="1600" b="0" i="0" dirty="0">
                <a:solidFill>
                  <a:schemeClr val="tx1"/>
                </a:solidFill>
                <a:effectLst/>
                <a:latin typeface="Consolas" panose="020B0609020204030204" pitchFamily="49" charset="0"/>
              </a:rPr>
              <a:t> and make it into a </a:t>
            </a:r>
            <a:r>
              <a:rPr lang="en-US" sz="1600" b="0" i="0" dirty="0">
                <a:solidFill>
                  <a:srgbClr val="C00000"/>
                </a:solidFill>
                <a:effectLst/>
                <a:latin typeface="Consolas" panose="020B0609020204030204" pitchFamily="49" charset="0"/>
              </a:rPr>
              <a:t>block element</a:t>
            </a:r>
            <a:r>
              <a:rPr lang="en-US" sz="1600" b="0" i="0" dirty="0">
                <a:solidFill>
                  <a:schemeClr val="tx1"/>
                </a:solidFill>
                <a:effectLst/>
                <a:latin typeface="Consolas" panose="020B0609020204030204" pitchFamily="49" charset="0"/>
              </a:rPr>
              <a:t>:</a:t>
            </a:r>
          </a:p>
          <a:p>
            <a:pPr marL="0" indent="0">
              <a:buFont typeface="Wingdings" panose="05000000000000000000" pitchFamily="2" charset="2"/>
              <a:buNone/>
            </a:pPr>
            <a:r>
              <a:rPr lang="en-US" sz="1600" b="0" i="0" dirty="0" err="1">
                <a:solidFill>
                  <a:srgbClr val="A52A2A"/>
                </a:solidFill>
                <a:effectLst/>
                <a:latin typeface="Consolas" panose="020B0609020204030204" pitchFamily="49" charset="0"/>
              </a:rPr>
              <a:t>img</a:t>
            </a:r>
            <a:r>
              <a:rPr lang="en-US" sz="1600" b="0" i="0" dirty="0">
                <a:solidFill>
                  <a:srgbClr val="A52A2A"/>
                </a:solidFill>
                <a:effectLst/>
                <a:latin typeface="Consolas" panose="020B0609020204030204" pitchFamily="49" charset="0"/>
              </a:rPr>
              <a:t>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display</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block</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margin-left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auto</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margin-right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auto</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width</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40%</a:t>
            </a:r>
            <a:r>
              <a:rPr lang="en-US" sz="1600" b="0" i="0" dirty="0">
                <a:solidFill>
                  <a:srgbClr val="000000"/>
                </a:solidFill>
                <a:effectLst/>
                <a:latin typeface="Consolas" panose="020B0609020204030204" pitchFamily="49" charset="0"/>
              </a:rPr>
              <a:t>;</a:t>
            </a:r>
            <a:br>
              <a:rPr lang="en-US" sz="1100" b="0" i="0" dirty="0">
                <a:solidFill>
                  <a:srgbClr val="FF0000"/>
                </a:solidFill>
                <a:effectLst/>
                <a:latin typeface="Consolas" panose="020B0609020204030204" pitchFamily="49" charset="0"/>
              </a:rPr>
            </a:br>
            <a:r>
              <a:rPr lang="en-US" sz="1100" b="0" i="0" dirty="0">
                <a:solidFill>
                  <a:srgbClr val="000000"/>
                </a:solidFill>
                <a:effectLst/>
                <a:latin typeface="Consolas" panose="020B0609020204030204" pitchFamily="49" charset="0"/>
              </a:rPr>
              <a:t>}</a:t>
            </a:r>
            <a:endParaRPr lang="en-US" sz="1600" b="0" i="0" dirty="0">
              <a:solidFill>
                <a:srgbClr val="C00000"/>
              </a:solidFill>
              <a:effectLst/>
              <a:latin typeface="Consolas" panose="020B0609020204030204" pitchFamily="49" charset="0"/>
              <a:ea typeface="Verdana" panose="020B0604030504040204" pitchFamily="34" charset="0"/>
            </a:endParaRPr>
          </a:p>
        </p:txBody>
      </p:sp>
      <p:sp>
        <p:nvSpPr>
          <p:cNvPr id="12" name="Text Placeholder 5">
            <a:extLst>
              <a:ext uri="{FF2B5EF4-FFF2-40B4-BE49-F238E27FC236}">
                <a16:creationId xmlns:a16="http://schemas.microsoft.com/office/drawing/2014/main" id="{52E4CA77-8D9B-890B-18E0-B62A3D04349A}"/>
              </a:ext>
            </a:extLst>
          </p:cNvPr>
          <p:cNvSpPr txBox="1">
            <a:spLocks/>
          </p:cNvSpPr>
          <p:nvPr/>
        </p:nvSpPr>
        <p:spPr>
          <a:xfrm>
            <a:off x="5623692" y="3773786"/>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Left and Right Align - Using position</a:t>
            </a:r>
            <a:endParaRPr lang="en-US" sz="2400" dirty="0">
              <a:solidFill>
                <a:srgbClr val="C00000"/>
              </a:solidFill>
              <a:latin typeface="Verdana" panose="020B0604030504040204" pitchFamily="34" charset="0"/>
            </a:endParaRPr>
          </a:p>
        </p:txBody>
      </p:sp>
      <p:sp>
        <p:nvSpPr>
          <p:cNvPr id="13" name="Text Placeholder 5">
            <a:extLst>
              <a:ext uri="{FF2B5EF4-FFF2-40B4-BE49-F238E27FC236}">
                <a16:creationId xmlns:a16="http://schemas.microsoft.com/office/drawing/2014/main" id="{E00C039B-5411-7C7D-FE10-1E4D75DBBFF9}"/>
              </a:ext>
            </a:extLst>
          </p:cNvPr>
          <p:cNvSpPr txBox="1">
            <a:spLocks/>
          </p:cNvSpPr>
          <p:nvPr/>
        </p:nvSpPr>
        <p:spPr>
          <a:xfrm>
            <a:off x="5623692" y="4249629"/>
            <a:ext cx="5207894" cy="226523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One method for aligning elements is to use position: absolute;</a:t>
            </a: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.right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position</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absolute</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right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width</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300px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border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3px solid #73AD21</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padding</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10px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577271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98784" y="2705819"/>
            <a:ext cx="6998970" cy="461665"/>
          </a:xfrm>
        </p:spPr>
        <p:txBody>
          <a:bodyPr/>
          <a:lstStyle/>
          <a:p>
            <a:pPr algn="l"/>
            <a:r>
              <a:rPr lang="en-US" sz="3000" b="0" i="0" dirty="0">
                <a:solidFill>
                  <a:srgbClr val="00B0F0"/>
                </a:solidFill>
                <a:effectLst/>
                <a:latin typeface="Segoe UI" panose="020B0502040204020203" pitchFamily="34" charset="0"/>
              </a:rPr>
              <a:t>CSS Combinators</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84745"/>
            <a:ext cx="756040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Left and Right Align - Using float</a:t>
            </a:r>
            <a:endParaRPr lang="en-US" sz="2400" dirty="0">
              <a:solidFill>
                <a:srgbClr val="C00000"/>
              </a:solidFill>
              <a:latin typeface="Verdana" panose="020B0604030504040204" pitchFamily="34" charset="0"/>
            </a:endParaRPr>
          </a:p>
        </p:txBody>
      </p:sp>
      <p:sp>
        <p:nvSpPr>
          <p:cNvPr id="2" name="Text Placeholder 5">
            <a:extLst>
              <a:ext uri="{FF2B5EF4-FFF2-40B4-BE49-F238E27FC236}">
                <a16:creationId xmlns:a16="http://schemas.microsoft.com/office/drawing/2014/main" id="{15DD322A-FB8B-A550-36D0-515D7F44C37F}"/>
              </a:ext>
            </a:extLst>
          </p:cNvPr>
          <p:cNvSpPr txBox="1">
            <a:spLocks/>
          </p:cNvSpPr>
          <p:nvPr/>
        </p:nvSpPr>
        <p:spPr>
          <a:xfrm>
            <a:off x="328842" y="3258266"/>
            <a:ext cx="10216120"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 combinator is something that explains the relationship between the selectors.</a:t>
            </a:r>
            <a:endParaRPr lang="en-US" sz="1600" b="0" i="0" dirty="0">
              <a:solidFill>
                <a:schemeClr val="tx1"/>
              </a:solidFill>
              <a:effectLst/>
              <a:latin typeface="Consolas" panose="020B0609020204030204" pitchFamily="49" charset="0"/>
              <a:ea typeface="Verdana" panose="020B0604030504040204" pitchFamily="34" charset="0"/>
            </a:endParaRPr>
          </a:p>
        </p:txBody>
      </p:sp>
      <p:sp>
        <p:nvSpPr>
          <p:cNvPr id="7" name="Text Placeholder 5">
            <a:extLst>
              <a:ext uri="{FF2B5EF4-FFF2-40B4-BE49-F238E27FC236}">
                <a16:creationId xmlns:a16="http://schemas.microsoft.com/office/drawing/2014/main" id="{7E13604E-B0FE-29B4-47E4-8F6C4DB160C9}"/>
              </a:ext>
            </a:extLst>
          </p:cNvPr>
          <p:cNvSpPr txBox="1">
            <a:spLocks/>
          </p:cNvSpPr>
          <p:nvPr/>
        </p:nvSpPr>
        <p:spPr>
          <a:xfrm>
            <a:off x="328841" y="530833"/>
            <a:ext cx="5207894" cy="201901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Another method for aligning elements is to use the float property:</a:t>
            </a: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.right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float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right</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width</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300px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border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3px solid #73AD21</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padding</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10px</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rgbClr val="C00000"/>
              </a:solidFill>
              <a:effectLst/>
              <a:latin typeface="Consolas" panose="020B0609020204030204" pitchFamily="49" charset="0"/>
              <a:ea typeface="Verdana" panose="020B0604030504040204" pitchFamily="34" charset="0"/>
            </a:endParaRPr>
          </a:p>
        </p:txBody>
      </p:sp>
      <p:sp>
        <p:nvSpPr>
          <p:cNvPr id="11" name="Text Placeholder 5">
            <a:extLst>
              <a:ext uri="{FF2B5EF4-FFF2-40B4-BE49-F238E27FC236}">
                <a16:creationId xmlns:a16="http://schemas.microsoft.com/office/drawing/2014/main" id="{ED33CC2D-1EE5-7677-C0F5-F7B00885C735}"/>
              </a:ext>
            </a:extLst>
          </p:cNvPr>
          <p:cNvSpPr txBox="1">
            <a:spLocks/>
          </p:cNvSpPr>
          <p:nvPr/>
        </p:nvSpPr>
        <p:spPr>
          <a:xfrm>
            <a:off x="328841" y="3504487"/>
            <a:ext cx="5207894" cy="28069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A CSS selector can contain more than one simple selector. Between the simple selectors, we can include a combinator.</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ndParaRP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There are four different combinators in CSS:</a:t>
            </a:r>
          </a:p>
          <a:p>
            <a:pPr marL="0" indent="0">
              <a:buFont typeface="Wingdings" panose="05000000000000000000" pitchFamily="2" charset="2"/>
              <a:buNone/>
            </a:pPr>
            <a:endParaRPr lang="en-US" sz="1600" b="0" i="0" dirty="0">
              <a:solidFill>
                <a:schemeClr val="tx1"/>
              </a:solidFill>
              <a:effectLst/>
              <a:latin typeface="Consolas" panose="020B0609020204030204" pitchFamily="49" charset="0"/>
            </a:endParaRPr>
          </a:p>
          <a:p>
            <a:r>
              <a:rPr lang="en-US" sz="1600" b="0" i="0" dirty="0">
                <a:solidFill>
                  <a:srgbClr val="0070C0"/>
                </a:solidFill>
                <a:effectLst/>
                <a:latin typeface="Consolas" panose="020B0609020204030204" pitchFamily="49" charset="0"/>
              </a:rPr>
              <a:t>descendant selector (space)</a:t>
            </a:r>
          </a:p>
          <a:p>
            <a:r>
              <a:rPr lang="en-US" sz="1600" b="0" i="0" dirty="0">
                <a:solidFill>
                  <a:srgbClr val="0070C0"/>
                </a:solidFill>
                <a:effectLst/>
                <a:latin typeface="Consolas" panose="020B0609020204030204" pitchFamily="49" charset="0"/>
              </a:rPr>
              <a:t>child selector (&gt;)</a:t>
            </a:r>
          </a:p>
          <a:p>
            <a:r>
              <a:rPr lang="en-US" sz="1600" b="0" i="0" dirty="0">
                <a:solidFill>
                  <a:srgbClr val="0070C0"/>
                </a:solidFill>
                <a:effectLst/>
                <a:latin typeface="Consolas" panose="020B0609020204030204" pitchFamily="49" charset="0"/>
              </a:rPr>
              <a:t>adjacent sibling selector (+)</a:t>
            </a:r>
          </a:p>
          <a:p>
            <a:r>
              <a:rPr lang="en-US" sz="1600" b="0" i="0" dirty="0">
                <a:solidFill>
                  <a:srgbClr val="0070C0"/>
                </a:solidFill>
                <a:effectLst/>
                <a:latin typeface="Consolas" panose="020B0609020204030204" pitchFamily="49" charset="0"/>
              </a:rPr>
              <a:t>general sibling selector (~)</a:t>
            </a:r>
            <a:endParaRPr lang="en-US" sz="1600" b="0" i="0" dirty="0">
              <a:solidFill>
                <a:srgbClr val="0070C0"/>
              </a:solidFill>
              <a:effectLst/>
              <a:latin typeface="Consolas" panose="020B0609020204030204" pitchFamily="49" charset="0"/>
              <a:ea typeface="Verdana" panose="020B0604030504040204" pitchFamily="34" charset="0"/>
            </a:endParaRPr>
          </a:p>
        </p:txBody>
      </p:sp>
    </p:spTree>
    <p:extLst>
      <p:ext uri="{BB962C8B-B14F-4D97-AF65-F5344CB8AC3E}">
        <p14:creationId xmlns:p14="http://schemas.microsoft.com/office/powerpoint/2010/main" val="97227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31672" y="28776"/>
            <a:ext cx="6998970" cy="461665"/>
          </a:xfrm>
        </p:spPr>
        <p:txBody>
          <a:bodyPr/>
          <a:lstStyle/>
          <a:p>
            <a:pPr algn="l"/>
            <a:r>
              <a:rPr lang="en-US" sz="3000" b="0" i="0" dirty="0">
                <a:solidFill>
                  <a:srgbClr val="00B0F0"/>
                </a:solidFill>
                <a:effectLst/>
                <a:latin typeface="Segoe UI" panose="020B0502040204020203" pitchFamily="34" charset="0"/>
              </a:rPr>
              <a:t>CSS Combinators</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sp>
        <p:nvSpPr>
          <p:cNvPr id="10" name="Text Placeholder 5">
            <a:extLst>
              <a:ext uri="{FF2B5EF4-FFF2-40B4-BE49-F238E27FC236}">
                <a16:creationId xmlns:a16="http://schemas.microsoft.com/office/drawing/2014/main" id="{11C4F39A-1D24-53E9-0EA0-98DE18ADCE1F}"/>
              </a:ext>
            </a:extLst>
          </p:cNvPr>
          <p:cNvSpPr txBox="1">
            <a:spLocks/>
          </p:cNvSpPr>
          <p:nvPr/>
        </p:nvSpPr>
        <p:spPr>
          <a:xfrm>
            <a:off x="328841" y="668420"/>
            <a:ext cx="351331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Descendant Selector</a:t>
            </a:r>
            <a:endParaRPr lang="en-US" sz="2400" dirty="0">
              <a:solidFill>
                <a:srgbClr val="C00000"/>
              </a:solidFill>
              <a:latin typeface="Verdana" panose="020B0604030504040204" pitchFamily="34" charset="0"/>
            </a:endParaRPr>
          </a:p>
        </p:txBody>
      </p:sp>
      <p:sp>
        <p:nvSpPr>
          <p:cNvPr id="7" name="Text Placeholder 5">
            <a:extLst>
              <a:ext uri="{FF2B5EF4-FFF2-40B4-BE49-F238E27FC236}">
                <a16:creationId xmlns:a16="http://schemas.microsoft.com/office/drawing/2014/main" id="{7E13604E-B0FE-29B4-47E4-8F6C4DB160C9}"/>
              </a:ext>
            </a:extLst>
          </p:cNvPr>
          <p:cNvSpPr txBox="1">
            <a:spLocks/>
          </p:cNvSpPr>
          <p:nvPr/>
        </p:nvSpPr>
        <p:spPr>
          <a:xfrm>
            <a:off x="328840" y="1114508"/>
            <a:ext cx="11015021" cy="142808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descendant selector matches all elements that are descendants of a specified element.</a:t>
            </a:r>
          </a:p>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following example selects all &lt;p&gt; elements inside &lt;div&gt; elements: </a:t>
            </a:r>
          </a:p>
          <a:p>
            <a:pPr marL="0" indent="0">
              <a:buFont typeface="Wingdings" panose="05000000000000000000" pitchFamily="2" charset="2"/>
              <a:buNone/>
            </a:pPr>
            <a:r>
              <a:rPr lang="en-US" sz="1600" b="0" i="0" dirty="0">
                <a:solidFill>
                  <a:srgbClr val="FF0000"/>
                </a:solidFill>
                <a:effectLst/>
                <a:latin typeface="Consolas" panose="020B0609020204030204" pitchFamily="49" charset="0"/>
              </a:rPr>
              <a:t>div</a:t>
            </a:r>
            <a:r>
              <a:rPr lang="en-US" sz="1600" b="0" i="0" dirty="0">
                <a:solidFill>
                  <a:schemeClr val="tx2"/>
                </a:solidFill>
                <a:effectLst/>
                <a:latin typeface="Consolas" panose="020B0609020204030204" pitchFamily="49" charset="0"/>
              </a:rPr>
              <a:t> </a:t>
            </a:r>
            <a:r>
              <a:rPr lang="en-US" sz="1600" b="0" i="0" dirty="0">
                <a:solidFill>
                  <a:srgbClr val="C00000"/>
                </a:solidFill>
                <a:effectLst/>
                <a:latin typeface="Consolas" panose="020B0609020204030204" pitchFamily="49" charset="0"/>
              </a:rPr>
              <a:t>p</a:t>
            </a:r>
            <a:r>
              <a:rPr lang="en-US" sz="1600" b="0" i="0" dirty="0">
                <a:solidFill>
                  <a:schemeClr val="tx2"/>
                </a:solidFill>
                <a:effectLst/>
                <a:latin typeface="Consolas" panose="020B0609020204030204" pitchFamily="49" charset="0"/>
              </a:rPr>
              <a:t> {</a:t>
            </a:r>
          </a:p>
          <a:p>
            <a:pPr marL="0" indent="0">
              <a:buFont typeface="Wingdings" panose="05000000000000000000" pitchFamily="2" charset="2"/>
              <a:buNone/>
            </a:pPr>
            <a:r>
              <a:rPr lang="en-US" sz="1600" b="0" i="0" dirty="0">
                <a:solidFill>
                  <a:schemeClr val="tx2"/>
                </a:solidFill>
                <a:effectLst/>
                <a:latin typeface="Consolas" panose="020B0609020204030204" pitchFamily="49" charset="0"/>
              </a:rPr>
              <a:t>  </a:t>
            </a:r>
            <a:r>
              <a:rPr lang="en-US" sz="1600" b="0" i="0" dirty="0">
                <a:solidFill>
                  <a:schemeClr val="accent1"/>
                </a:solidFill>
                <a:effectLst/>
                <a:latin typeface="Consolas" panose="020B0609020204030204" pitchFamily="49" charset="0"/>
              </a:rPr>
              <a:t>background-color</a:t>
            </a:r>
            <a:r>
              <a:rPr lang="en-US" sz="1600" b="0" i="0" dirty="0">
                <a:solidFill>
                  <a:schemeClr val="tx2"/>
                </a:solidFill>
                <a:effectLst/>
                <a:latin typeface="Consolas" panose="020B0609020204030204" pitchFamily="49" charset="0"/>
              </a:rPr>
              <a:t>: yellow;</a:t>
            </a:r>
          </a:p>
          <a:p>
            <a:pPr marL="0" indent="0">
              <a:buFont typeface="Wingdings" panose="05000000000000000000" pitchFamily="2" charset="2"/>
              <a:buNone/>
            </a:pPr>
            <a:r>
              <a:rPr lang="en-US" sz="1600" b="0" i="0" dirty="0">
                <a:solidFill>
                  <a:schemeClr val="tx2"/>
                </a:solidFill>
                <a:effectLst/>
                <a:latin typeface="Consolas" panose="020B0609020204030204" pitchFamily="49" charset="0"/>
              </a:rPr>
              <a:t>}</a:t>
            </a:r>
            <a:endParaRPr lang="en-US" sz="1600" b="0" i="0" dirty="0">
              <a:solidFill>
                <a:schemeClr val="tx2"/>
              </a:solidFill>
              <a:effectLst/>
              <a:latin typeface="Consolas" panose="020B0609020204030204" pitchFamily="49" charset="0"/>
              <a:ea typeface="Verdana" panose="020B0604030504040204" pitchFamily="34" charset="0"/>
            </a:endParaRPr>
          </a:p>
        </p:txBody>
      </p:sp>
      <p:sp>
        <p:nvSpPr>
          <p:cNvPr id="5" name="Text Placeholder 5">
            <a:extLst>
              <a:ext uri="{FF2B5EF4-FFF2-40B4-BE49-F238E27FC236}">
                <a16:creationId xmlns:a16="http://schemas.microsoft.com/office/drawing/2014/main" id="{21FD90F2-7B8E-6746-B425-50DAAE06108C}"/>
              </a:ext>
            </a:extLst>
          </p:cNvPr>
          <p:cNvSpPr txBox="1">
            <a:spLocks/>
          </p:cNvSpPr>
          <p:nvPr/>
        </p:nvSpPr>
        <p:spPr>
          <a:xfrm>
            <a:off x="328841" y="2763811"/>
            <a:ext cx="3513317"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Child Selector (&gt;)</a:t>
            </a:r>
            <a:endParaRPr lang="en-US" sz="2400" dirty="0">
              <a:solidFill>
                <a:srgbClr val="C00000"/>
              </a:solidFill>
              <a:latin typeface="Verdana" panose="020B0604030504040204" pitchFamily="34" charset="0"/>
            </a:endParaRPr>
          </a:p>
        </p:txBody>
      </p:sp>
      <p:sp>
        <p:nvSpPr>
          <p:cNvPr id="6" name="Text Placeholder 5">
            <a:extLst>
              <a:ext uri="{FF2B5EF4-FFF2-40B4-BE49-F238E27FC236}">
                <a16:creationId xmlns:a16="http://schemas.microsoft.com/office/drawing/2014/main" id="{0D86E654-F560-1C4B-7C5D-77BB484858AE}"/>
              </a:ext>
            </a:extLst>
          </p:cNvPr>
          <p:cNvSpPr txBox="1">
            <a:spLocks/>
          </p:cNvSpPr>
          <p:nvPr/>
        </p:nvSpPr>
        <p:spPr>
          <a:xfrm>
            <a:off x="328841" y="3209899"/>
            <a:ext cx="5191116" cy="128035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child selector selects all elements that are the children of a specified element.</a:t>
            </a: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div &gt; p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background-color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yellow</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chemeClr val="tx2"/>
              </a:solidFill>
              <a:effectLst/>
              <a:latin typeface="Consolas" panose="020B0609020204030204" pitchFamily="49" charset="0"/>
              <a:ea typeface="Verdana" panose="020B0604030504040204" pitchFamily="34" charset="0"/>
            </a:endParaRPr>
          </a:p>
        </p:txBody>
      </p:sp>
      <p:sp>
        <p:nvSpPr>
          <p:cNvPr id="8" name="Text Placeholder 5">
            <a:extLst>
              <a:ext uri="{FF2B5EF4-FFF2-40B4-BE49-F238E27FC236}">
                <a16:creationId xmlns:a16="http://schemas.microsoft.com/office/drawing/2014/main" id="{CDE36E5B-8C9A-AF00-CEBB-7D0406C1B440}"/>
              </a:ext>
            </a:extLst>
          </p:cNvPr>
          <p:cNvSpPr txBox="1">
            <a:spLocks/>
          </p:cNvSpPr>
          <p:nvPr/>
        </p:nvSpPr>
        <p:spPr>
          <a:xfrm>
            <a:off x="328841" y="4570388"/>
            <a:ext cx="5543453"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Adjacent Sibling Selector (+)</a:t>
            </a:r>
            <a:endParaRPr lang="en-US" sz="2400" dirty="0">
              <a:solidFill>
                <a:srgbClr val="C00000"/>
              </a:solidFill>
              <a:latin typeface="Verdana" panose="020B0604030504040204" pitchFamily="34" charset="0"/>
            </a:endParaRPr>
          </a:p>
        </p:txBody>
      </p:sp>
      <p:sp>
        <p:nvSpPr>
          <p:cNvPr id="9" name="Text Placeholder 5">
            <a:extLst>
              <a:ext uri="{FF2B5EF4-FFF2-40B4-BE49-F238E27FC236}">
                <a16:creationId xmlns:a16="http://schemas.microsoft.com/office/drawing/2014/main" id="{CA31195F-A240-A85E-E079-3E1208118160}"/>
              </a:ext>
            </a:extLst>
          </p:cNvPr>
          <p:cNvSpPr txBox="1">
            <a:spLocks/>
          </p:cNvSpPr>
          <p:nvPr/>
        </p:nvSpPr>
        <p:spPr>
          <a:xfrm>
            <a:off x="328840" y="5016476"/>
            <a:ext cx="11015021" cy="177279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adjacent sibling selector is used to select an element that is directly after another specific element. Sibling elements must have the same parent element, and "adjacent" means "immediately following“. The following example selects the first &lt;p&gt; element that are placed immediately after &lt;div&gt; elements:</a:t>
            </a: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div + p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background-color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yellow</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chemeClr val="tx2"/>
              </a:solidFill>
              <a:effectLst/>
              <a:latin typeface="Consolas" panose="020B0609020204030204" pitchFamily="49" charset="0"/>
              <a:ea typeface="Verdana" panose="020B0604030504040204" pitchFamily="34" charset="0"/>
            </a:endParaRPr>
          </a:p>
        </p:txBody>
      </p:sp>
      <p:sp>
        <p:nvSpPr>
          <p:cNvPr id="12" name="Text Placeholder 5">
            <a:extLst>
              <a:ext uri="{FF2B5EF4-FFF2-40B4-BE49-F238E27FC236}">
                <a16:creationId xmlns:a16="http://schemas.microsoft.com/office/drawing/2014/main" id="{CA0D5A9B-7D43-922E-56B7-2D34BE395272}"/>
              </a:ext>
            </a:extLst>
          </p:cNvPr>
          <p:cNvSpPr txBox="1">
            <a:spLocks/>
          </p:cNvSpPr>
          <p:nvPr/>
        </p:nvSpPr>
        <p:spPr>
          <a:xfrm>
            <a:off x="5523024" y="2154346"/>
            <a:ext cx="6883071" cy="3693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400" dirty="0">
                <a:solidFill>
                  <a:srgbClr val="00B050"/>
                </a:solidFill>
                <a:latin typeface="Verdana" panose="020B0604030504040204" pitchFamily="34" charset="0"/>
              </a:rPr>
              <a:t>General Sibling Selector (~)</a:t>
            </a:r>
            <a:endParaRPr lang="en-US" sz="2400" dirty="0">
              <a:solidFill>
                <a:srgbClr val="C00000"/>
              </a:solidFill>
              <a:latin typeface="Verdana" panose="020B0604030504040204" pitchFamily="34" charset="0"/>
            </a:endParaRPr>
          </a:p>
        </p:txBody>
      </p:sp>
      <p:sp>
        <p:nvSpPr>
          <p:cNvPr id="13" name="Text Placeholder 5">
            <a:extLst>
              <a:ext uri="{FF2B5EF4-FFF2-40B4-BE49-F238E27FC236}">
                <a16:creationId xmlns:a16="http://schemas.microsoft.com/office/drawing/2014/main" id="{4509F9A4-0858-2C47-AE3A-55F37D0A714A}"/>
              </a:ext>
            </a:extLst>
          </p:cNvPr>
          <p:cNvSpPr txBox="1">
            <a:spLocks/>
          </p:cNvSpPr>
          <p:nvPr/>
        </p:nvSpPr>
        <p:spPr>
          <a:xfrm>
            <a:off x="5523024" y="2600434"/>
            <a:ext cx="6515178" cy="177279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600" b="0" i="0" dirty="0">
                <a:solidFill>
                  <a:schemeClr val="tx1"/>
                </a:solidFill>
                <a:effectLst/>
                <a:latin typeface="Consolas" panose="020B0609020204030204" pitchFamily="49" charset="0"/>
              </a:rPr>
              <a:t>The general sibling selector selects all elements that are next siblings of a specified </a:t>
            </a:r>
            <a:r>
              <a:rPr lang="en-US" sz="1600" b="0" i="0" dirty="0" err="1">
                <a:solidFill>
                  <a:schemeClr val="tx1"/>
                </a:solidFill>
                <a:effectLst/>
                <a:latin typeface="Consolas" panose="020B0609020204030204" pitchFamily="49" charset="0"/>
              </a:rPr>
              <a:t>element.The</a:t>
            </a:r>
            <a:r>
              <a:rPr lang="en-US" sz="1600" b="0" i="0" dirty="0">
                <a:solidFill>
                  <a:schemeClr val="tx1"/>
                </a:solidFill>
                <a:effectLst/>
                <a:latin typeface="Consolas" panose="020B0609020204030204" pitchFamily="49" charset="0"/>
              </a:rPr>
              <a:t> following example selects all &lt;p&gt; elements that are next siblings of &lt;div&gt; elements: </a:t>
            </a: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div ~ p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background-color</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yellow</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b="0" i="0" dirty="0">
              <a:solidFill>
                <a:schemeClr val="tx2"/>
              </a:solidFill>
              <a:effectLst/>
              <a:latin typeface="Consolas" panose="020B0609020204030204" pitchFamily="49" charset="0"/>
              <a:ea typeface="Verdana" panose="020B0604030504040204" pitchFamily="34" charset="0"/>
            </a:endParaRPr>
          </a:p>
        </p:txBody>
      </p:sp>
    </p:spTree>
    <p:extLst>
      <p:ext uri="{BB962C8B-B14F-4D97-AF65-F5344CB8AC3E}">
        <p14:creationId xmlns:p14="http://schemas.microsoft.com/office/powerpoint/2010/main" val="176673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31672" y="28776"/>
            <a:ext cx="11277356" cy="1169551"/>
          </a:xfrm>
        </p:spPr>
        <p:txBody>
          <a:bodyPr/>
          <a:lstStyle/>
          <a:p>
            <a:r>
              <a:rPr lang="en-US" sz="3000" b="0" i="0" dirty="0">
                <a:solidFill>
                  <a:srgbClr val="00B0F0"/>
                </a:solidFill>
                <a:effectLst/>
                <a:latin typeface="Segoe UI" panose="020B0502040204020203" pitchFamily="34" charset="0"/>
              </a:rPr>
              <a:t>CSS Pseudo Elements - </a:t>
            </a:r>
            <a:r>
              <a:rPr lang="en-US" sz="1600" b="0" i="0" dirty="0">
                <a:solidFill>
                  <a:srgbClr val="000000"/>
                </a:solidFill>
                <a:effectLst/>
                <a:latin typeface="Verdana" panose="020B0604030504040204" pitchFamily="34" charset="0"/>
              </a:rPr>
              <a:t>used to style specified parts of an element </a:t>
            </a:r>
            <a:r>
              <a:rPr lang="en-US" sz="1600" b="0" i="0" dirty="0" err="1">
                <a:solidFill>
                  <a:srgbClr val="000000"/>
                </a:solidFill>
                <a:effectLst/>
                <a:latin typeface="Verdana" panose="020B0604030504040204" pitchFamily="34" charset="0"/>
              </a:rPr>
              <a:t>ie</a:t>
            </a:r>
            <a:r>
              <a:rPr lang="en-US" sz="1600" b="0" i="0" dirty="0">
                <a:solidFill>
                  <a:srgbClr val="000000"/>
                </a:solidFill>
                <a:effectLst/>
                <a:latin typeface="Verdana" panose="020B0604030504040204" pitchFamily="34" charset="0"/>
              </a:rPr>
              <a:t> Style the first letter, or line, of an element</a:t>
            </a:r>
            <a:br>
              <a:rPr lang="en-US" sz="1600" b="0" i="0" dirty="0">
                <a:solidFill>
                  <a:srgbClr val="000000"/>
                </a:solidFill>
                <a:effectLst/>
                <a:latin typeface="Verdana" panose="020B0604030504040204" pitchFamily="34" charset="0"/>
              </a:rPr>
            </a:br>
            <a:endParaRPr lang="en-US" sz="3000" b="0" i="0" dirty="0">
              <a:solidFill>
                <a:srgbClr val="00B0F0"/>
              </a:solidFill>
              <a:effectLst/>
              <a:latin typeface="Segoe UI" panose="020B0502040204020203" pitchFamily="34" charset="0"/>
            </a:endParaRP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pic>
        <p:nvPicPr>
          <p:cNvPr id="11" name="Picture 10" descr="A picture containing graphical user interface&#10;&#10;Description automatically generated">
            <a:extLst>
              <a:ext uri="{FF2B5EF4-FFF2-40B4-BE49-F238E27FC236}">
                <a16:creationId xmlns:a16="http://schemas.microsoft.com/office/drawing/2014/main" id="{01418CB6-38E5-E62C-C0D4-B207757FACE6}"/>
              </a:ext>
            </a:extLst>
          </p:cNvPr>
          <p:cNvPicPr>
            <a:picLocks noChangeAspect="1"/>
          </p:cNvPicPr>
          <p:nvPr/>
        </p:nvPicPr>
        <p:blipFill>
          <a:blip r:embed="rId4"/>
          <a:stretch>
            <a:fillRect/>
          </a:stretch>
        </p:blipFill>
        <p:spPr>
          <a:xfrm>
            <a:off x="635029" y="1350736"/>
            <a:ext cx="8718695" cy="3425201"/>
          </a:xfrm>
          <a:prstGeom prst="rect">
            <a:avLst/>
          </a:prstGeom>
        </p:spPr>
      </p:pic>
    </p:spTree>
    <p:extLst>
      <p:ext uri="{BB962C8B-B14F-4D97-AF65-F5344CB8AC3E}">
        <p14:creationId xmlns:p14="http://schemas.microsoft.com/office/powerpoint/2010/main" val="312072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pic>
        <p:nvPicPr>
          <p:cNvPr id="5" name="Picture 4" descr="Table&#10;&#10;Description automatically generated with low confidence">
            <a:extLst>
              <a:ext uri="{FF2B5EF4-FFF2-40B4-BE49-F238E27FC236}">
                <a16:creationId xmlns:a16="http://schemas.microsoft.com/office/drawing/2014/main" id="{F4C2CA28-155C-ABCE-AE8A-EE87DF8D01E4}"/>
              </a:ext>
            </a:extLst>
          </p:cNvPr>
          <p:cNvPicPr>
            <a:picLocks noChangeAspect="1"/>
          </p:cNvPicPr>
          <p:nvPr/>
        </p:nvPicPr>
        <p:blipFill>
          <a:blip r:embed="rId4"/>
          <a:stretch>
            <a:fillRect/>
          </a:stretch>
        </p:blipFill>
        <p:spPr>
          <a:xfrm>
            <a:off x="737264" y="389773"/>
            <a:ext cx="8646086" cy="5914229"/>
          </a:xfrm>
          <a:prstGeom prst="rect">
            <a:avLst/>
          </a:prstGeom>
        </p:spPr>
      </p:pic>
    </p:spTree>
    <p:extLst>
      <p:ext uri="{BB962C8B-B14F-4D97-AF65-F5344CB8AC3E}">
        <p14:creationId xmlns:p14="http://schemas.microsoft.com/office/powerpoint/2010/main" val="241083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31672" y="28776"/>
            <a:ext cx="2921921" cy="390674"/>
          </a:xfrm>
        </p:spPr>
        <p:txBody>
          <a:bodyPr/>
          <a:lstStyle/>
          <a:p>
            <a:r>
              <a:rPr lang="en-US" sz="2500" b="0" i="0" dirty="0">
                <a:solidFill>
                  <a:srgbClr val="00B0F0"/>
                </a:solidFill>
                <a:effectLst/>
                <a:latin typeface="Segoe UI" panose="020B0502040204020203" pitchFamily="34" charset="0"/>
              </a:rPr>
              <a:t>CSS Pseudo Class</a:t>
            </a:r>
            <a:br>
              <a:rPr lang="en-US" sz="1600" b="0" i="0" dirty="0">
                <a:solidFill>
                  <a:srgbClr val="000000"/>
                </a:solidFill>
                <a:effectLst/>
                <a:latin typeface="Verdana" panose="020B0604030504040204" pitchFamily="34" charset="0"/>
              </a:rPr>
            </a:br>
            <a:endParaRPr lang="en-US" sz="3000" b="0" i="0" dirty="0">
              <a:solidFill>
                <a:srgbClr val="00B0F0"/>
              </a:solidFill>
              <a:effectLst/>
              <a:latin typeface="Segoe UI" panose="020B0502040204020203" pitchFamily="34" charset="0"/>
            </a:endParaRP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11343862" y="66372"/>
            <a:ext cx="848138" cy="848138"/>
          </a:xfrm>
          <a:prstGeom prst="rect">
            <a:avLst/>
          </a:prstGeom>
        </p:spPr>
      </p:pic>
      <p:pic>
        <p:nvPicPr>
          <p:cNvPr id="7" name="Picture 6" descr="Table&#10;&#10;Description automatically generated with medium confidence">
            <a:extLst>
              <a:ext uri="{FF2B5EF4-FFF2-40B4-BE49-F238E27FC236}">
                <a16:creationId xmlns:a16="http://schemas.microsoft.com/office/drawing/2014/main" id="{7D4D5048-6745-59E7-1FA8-E8CA0CFED30A}"/>
              </a:ext>
            </a:extLst>
          </p:cNvPr>
          <p:cNvPicPr>
            <a:picLocks noChangeAspect="1"/>
          </p:cNvPicPr>
          <p:nvPr/>
        </p:nvPicPr>
        <p:blipFill>
          <a:blip r:embed="rId4"/>
          <a:stretch>
            <a:fillRect/>
          </a:stretch>
        </p:blipFill>
        <p:spPr>
          <a:xfrm>
            <a:off x="2671406" y="66372"/>
            <a:ext cx="6911939" cy="5238441"/>
          </a:xfrm>
          <a:prstGeom prst="rect">
            <a:avLst/>
          </a:prstGeom>
        </p:spPr>
      </p:pic>
      <p:pic>
        <p:nvPicPr>
          <p:cNvPr id="9" name="Picture 8" descr="Application&#10;&#10;Description automatically generated with low confidence">
            <a:extLst>
              <a:ext uri="{FF2B5EF4-FFF2-40B4-BE49-F238E27FC236}">
                <a16:creationId xmlns:a16="http://schemas.microsoft.com/office/drawing/2014/main" id="{50E9F4C6-0983-1875-D85C-5DB02614E180}"/>
              </a:ext>
            </a:extLst>
          </p:cNvPr>
          <p:cNvPicPr>
            <a:picLocks noChangeAspect="1"/>
          </p:cNvPicPr>
          <p:nvPr/>
        </p:nvPicPr>
        <p:blipFill>
          <a:blip r:embed="rId5"/>
          <a:stretch>
            <a:fillRect/>
          </a:stretch>
        </p:blipFill>
        <p:spPr>
          <a:xfrm>
            <a:off x="2577863" y="5342409"/>
            <a:ext cx="7005482" cy="1204912"/>
          </a:xfrm>
          <a:prstGeom prst="rect">
            <a:avLst/>
          </a:prstGeom>
        </p:spPr>
      </p:pic>
    </p:spTree>
    <p:extLst>
      <p:ext uri="{BB962C8B-B14F-4D97-AF65-F5344CB8AC3E}">
        <p14:creationId xmlns:p14="http://schemas.microsoft.com/office/powerpoint/2010/main" val="985602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131672" y="28776"/>
            <a:ext cx="2921921" cy="461665"/>
          </a:xfrm>
        </p:spPr>
        <p:txBody>
          <a:bodyPr/>
          <a:lstStyle/>
          <a:p>
            <a:r>
              <a:rPr lang="en-US" sz="3000" b="0" i="0" dirty="0">
                <a:solidFill>
                  <a:srgbClr val="00B0F0"/>
                </a:solidFill>
                <a:effectLst/>
                <a:latin typeface="Segoe UI" panose="020B0502040204020203" pitchFamily="34" charset="0"/>
              </a:rPr>
              <a:t>CSS</a:t>
            </a:r>
          </a:p>
        </p:txBody>
      </p:sp>
      <p:pic>
        <p:nvPicPr>
          <p:cNvPr id="4" name="Picture 3" descr="A blue and white logo&#10;&#10;Description automatically generated with low confidence">
            <a:extLst>
              <a:ext uri="{FF2B5EF4-FFF2-40B4-BE49-F238E27FC236}">
                <a16:creationId xmlns:a16="http://schemas.microsoft.com/office/drawing/2014/main" id="{497A49BA-727A-245F-DD77-4B026929CDF9}"/>
              </a:ext>
            </a:extLst>
          </p:cNvPr>
          <p:cNvPicPr>
            <a:picLocks noChangeAspect="1"/>
          </p:cNvPicPr>
          <p:nvPr/>
        </p:nvPicPr>
        <p:blipFill>
          <a:blip r:embed="rId3"/>
          <a:stretch>
            <a:fillRect/>
          </a:stretch>
        </p:blipFill>
        <p:spPr>
          <a:xfrm>
            <a:off x="9538283" y="66371"/>
            <a:ext cx="2653717" cy="2653717"/>
          </a:xfrm>
          <a:prstGeom prst="rect">
            <a:avLst/>
          </a:prstGeom>
        </p:spPr>
      </p:pic>
      <p:sp>
        <p:nvSpPr>
          <p:cNvPr id="2" name="Text Placeholder 5">
            <a:extLst>
              <a:ext uri="{FF2B5EF4-FFF2-40B4-BE49-F238E27FC236}">
                <a16:creationId xmlns:a16="http://schemas.microsoft.com/office/drawing/2014/main" id="{BA2F2A9B-4097-F5BE-7C82-FA06C129609F}"/>
              </a:ext>
            </a:extLst>
          </p:cNvPr>
          <p:cNvSpPr txBox="1">
            <a:spLocks/>
          </p:cNvSpPr>
          <p:nvPr/>
        </p:nvSpPr>
        <p:spPr>
          <a:xfrm>
            <a:off x="1648809" y="2537936"/>
            <a:ext cx="7266541" cy="103412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dirty="0">
                <a:solidFill>
                  <a:srgbClr val="000000"/>
                </a:solidFill>
                <a:latin typeface="Verdana" panose="020B0604030504040204" pitchFamily="34" charset="0"/>
              </a:rPr>
              <a:t>😂</a:t>
            </a:r>
          </a:p>
          <a:p>
            <a:pPr marL="0" indent="0" algn="ctr">
              <a:buNone/>
            </a:pPr>
            <a:r>
              <a:rPr lang="en-US" sz="3600" dirty="0">
                <a:solidFill>
                  <a:srgbClr val="92D050"/>
                </a:solidFill>
                <a:latin typeface="Verdana" panose="020B0604030504040204" pitchFamily="34" charset="0"/>
              </a:rPr>
              <a:t>END</a:t>
            </a:r>
            <a:endParaRPr lang="en-US" sz="3600" dirty="0">
              <a:solidFill>
                <a:schemeClr val="accent1"/>
              </a:solidFill>
              <a:latin typeface="Verdana" panose="020B0604030504040204" pitchFamily="34" charset="0"/>
            </a:endParaRPr>
          </a:p>
        </p:txBody>
      </p:sp>
    </p:spTree>
    <p:extLst>
      <p:ext uri="{BB962C8B-B14F-4D97-AF65-F5344CB8AC3E}">
        <p14:creationId xmlns:p14="http://schemas.microsoft.com/office/powerpoint/2010/main" val="2184434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2CA35654-AA95-4EAF-8C1E-008A884F020F}"/>
    </a:ext>
  </a:extLst>
</a:theme>
</file>

<file path=ppt/theme/theme2.xml><?xml version="1.0" encoding="utf-8"?>
<a:theme xmlns:a="http://schemas.openxmlformats.org/drawingml/2006/main" name="SOFT BLACK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5909D274-6178-43D8-BFA6-D91DA2D0006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211ea7d1-7d09-49a0-8c96-644562ad20a0">
      <UserInfo>
        <DisplayName>Justin Garrett</DisplayName>
        <AccountId>13</AccountId>
        <AccountType/>
      </UserInfo>
    </SharedWithUsers>
    <MediaLengthInSeconds xmlns="b38ad2e8-7385-42ac-a943-76e9ea801cf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B4391967ADFE8469D6C015465AD315E" ma:contentTypeVersion="6" ma:contentTypeDescription="Create a new document." ma:contentTypeScope="" ma:versionID="6f9df93dbb38d2fa3f3e4a66f474d9fa">
  <xsd:schema xmlns:xsd="http://www.w3.org/2001/XMLSchema" xmlns:xs="http://www.w3.org/2001/XMLSchema" xmlns:p="http://schemas.microsoft.com/office/2006/metadata/properties" xmlns:ns2="b38ad2e8-7385-42ac-a943-76e9ea801cf0" xmlns:ns3="211ea7d1-7d09-49a0-8c96-644562ad20a0" targetNamespace="http://schemas.microsoft.com/office/2006/metadata/properties" ma:root="true" ma:fieldsID="d4594fc471f6b18a7a06048b98b19a2e" ns2:_="" ns3:_="">
    <xsd:import namespace="b38ad2e8-7385-42ac-a943-76e9ea801cf0"/>
    <xsd:import namespace="211ea7d1-7d09-49a0-8c96-644562ad20a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8ad2e8-7385-42ac-a943-76e9ea801c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11ea7d1-7d09-49a0-8c96-644562ad20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211ea7d1-7d09-49a0-8c96-644562ad20a0"/>
    <ds:schemaRef ds:uri="http://purl.org/dc/terms/"/>
    <ds:schemaRef ds:uri="http://purl.org/dc/elements/1.1/"/>
    <ds:schemaRef ds:uri="http://www.w3.org/XML/1998/namespace"/>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b38ad2e8-7385-42ac-a943-76e9ea801cf0"/>
    <ds:schemaRef ds:uri="http://schemas.microsoft.com/office/2006/metadata/properties"/>
  </ds:schemaRefs>
</ds:datastoreItem>
</file>

<file path=customXml/itemProps3.xml><?xml version="1.0" encoding="utf-8"?>
<ds:datastoreItem xmlns:ds="http://schemas.openxmlformats.org/officeDocument/2006/customXml" ds:itemID="{5DB83B76-7D03-4DE5-AF1E-BB7DE9851D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8ad2e8-7385-42ac-a943-76e9ea801cf0"/>
    <ds:schemaRef ds:uri="211ea7d1-7d09-49a0-8c96-644562ad20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2275</TotalTime>
  <Words>4884</Words>
  <Application>Microsoft Office PowerPoint</Application>
  <PresentationFormat>Widescreen</PresentationFormat>
  <Paragraphs>443</Paragraphs>
  <Slides>42</Slides>
  <Notes>42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42</vt:i4>
      </vt:variant>
    </vt:vector>
  </HeadingPairs>
  <TitlesOfParts>
    <vt:vector size="52" baseType="lpstr">
      <vt:lpstr>Arial</vt:lpstr>
      <vt:lpstr>Consolas</vt:lpstr>
      <vt:lpstr>Segoe UI</vt:lpstr>
      <vt:lpstr>Segoe UI Light</vt:lpstr>
      <vt:lpstr>Segoe UI Semibold</vt:lpstr>
      <vt:lpstr>Segoe UI Semilight</vt:lpstr>
      <vt:lpstr>Verdana</vt:lpstr>
      <vt:lpstr>Wingdings</vt:lpstr>
      <vt:lpstr>WHITE TEMPLATE</vt:lpstr>
      <vt:lpstr>SOFT BLACK TEMPLATE</vt:lpstr>
      <vt:lpstr>By: Brian Kemboi</vt:lpstr>
      <vt:lpstr>CSS</vt:lpstr>
      <vt:lpstr>CSS Syntax</vt:lpstr>
      <vt:lpstr>CSS Selectors</vt:lpstr>
      <vt:lpstr>CSS Selectors</vt:lpstr>
      <vt:lpstr>CSS Selectors</vt:lpstr>
      <vt:lpstr>CSS Selectors</vt:lpstr>
      <vt:lpstr>CSS Selectors</vt:lpstr>
      <vt:lpstr>CSS Selectors</vt:lpstr>
      <vt:lpstr>How To Add CSS</vt:lpstr>
      <vt:lpstr>CSS Comments</vt:lpstr>
      <vt:lpstr>CSS Colors</vt:lpstr>
      <vt:lpstr>CSS Colors</vt:lpstr>
      <vt:lpstr>CSS Backgrounds</vt:lpstr>
      <vt:lpstr>CSS Backgrounds</vt:lpstr>
      <vt:lpstr>CSS Borders</vt:lpstr>
      <vt:lpstr>CSS Margins</vt:lpstr>
      <vt:lpstr>CSS Padding</vt:lpstr>
      <vt:lpstr>CSS Height &amp; Width</vt:lpstr>
      <vt:lpstr>CSS Box Model</vt:lpstr>
      <vt:lpstr>CSS Text Color</vt:lpstr>
      <vt:lpstr>PowerPoint Presentation</vt:lpstr>
      <vt:lpstr>CSS font-family Property</vt:lpstr>
      <vt:lpstr>CSS Icons</vt:lpstr>
      <vt:lpstr>CSS Icons</vt:lpstr>
      <vt:lpstr>CSS Links</vt:lpstr>
      <vt:lpstr>CSS Tables</vt:lpstr>
      <vt:lpstr>CSS Layout - The display Property</vt:lpstr>
      <vt:lpstr>CSS Layout - The display Property</vt:lpstr>
      <vt:lpstr>CSS Layout - width and max-width</vt:lpstr>
      <vt:lpstr>CSS Layout - The position Property</vt:lpstr>
      <vt:lpstr>CSS Layout - The z-index Property</vt:lpstr>
      <vt:lpstr>CSS Layout - Overflow</vt:lpstr>
      <vt:lpstr>CSS Layout - Overflow</vt:lpstr>
      <vt:lpstr>CSS Layout - float and clear</vt:lpstr>
      <vt:lpstr>CSS Layout - Horizontal &amp; Vertical Align</vt:lpstr>
      <vt:lpstr>CSS Combinators</vt:lpstr>
      <vt:lpstr>CSS Combinators</vt:lpstr>
      <vt:lpstr>CSS Pseudo Elements - used to style specified parts of an element ie Style the first letter, or line, of an element </vt:lpstr>
      <vt:lpstr>PowerPoint Presentation</vt:lpstr>
      <vt:lpstr>CSS Pseudo Class </vt:lpstr>
      <vt:lpstr>CSS</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MSP Program</dc:subject>
  <dc:creator>"Heidi Laverty" &lt;heidi@mindseyepdx.com&gt;</dc:creator>
  <cp:keywords/>
  <dc:description/>
  <cp:lastModifiedBy>Brian Kemboi</cp:lastModifiedBy>
  <cp:revision>63</cp:revision>
  <dcterms:created xsi:type="dcterms:W3CDTF">2019-03-28T18:40:02Z</dcterms:created>
  <dcterms:modified xsi:type="dcterms:W3CDTF">2025-05-03T12:44:53Z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0x0101000B4391967ADFE8469D6C015465AD315E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Order">
    <vt:r8>728100</vt:r8>
  </property>
  <property fmtid="{D5CDD505-2E9C-101B-9397-08002B2CF9AE}" pid="21" name="xd_Signature">
    <vt:bool>false</vt:bool>
  </property>
  <property fmtid="{D5CDD505-2E9C-101B-9397-08002B2CF9AE}" pid="22" name="xd_ProgID">
    <vt:lpwstr/>
  </property>
  <property fmtid="{D5CDD505-2E9C-101B-9397-08002B2CF9AE}" pid="23" name="ComplianceAssetId">
    <vt:lpwstr/>
  </property>
  <property fmtid="{D5CDD505-2E9C-101B-9397-08002B2CF9AE}" pid="24" name="TemplateUrl">
    <vt:lpwstr/>
  </property>
  <property fmtid="{D5CDD505-2E9C-101B-9397-08002B2CF9AE}" pid="25" name="MediaServiceImageTags">
    <vt:lpwstr/>
  </property>
  <property fmtid="{D5CDD505-2E9C-101B-9397-08002B2CF9AE}" pid="26" name="_ExtendedDescription">
    <vt:lpwstr/>
  </property>
  <property fmtid="{D5CDD505-2E9C-101B-9397-08002B2CF9AE}" pid="27" name="TriggerFlowInfo">
    <vt:lpwstr/>
  </property>
</Properties>
</file>