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60" r:id="rId4"/>
    <p:sldId id="262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0452A3-16A2-404D-A658-5B7717CA947D}" v="41" dt="2024-04-30T09:00:15.9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K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pPr algn="l"/>
            <a:fld id="{0DCFB061-4267-4D9F-8017-6F550D3068DF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pPr algn="l"/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55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028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ABC0C-B6DF-45E9-B954-11C99AA62C3E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9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B71B9-2624-4F21-93EE-35A78B1A0DAD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105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37C2A-BE2E-4840-A907-3254E2916C96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872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503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63A0F-DEF3-4134-98D0-2E1276938A8B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929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fld id="{61A2E4C8-2960-4ADD-862C-4D9643CB15AC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440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fld id="{48BDEA15-09CD-4275-A8E0-385C965F48B0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710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BC61-5547-4A60-8DA1-6699760D9972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581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24B9D1C6-60D0-4CD1-8F31-F912522EB041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2902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4AF8082C-0922-4249-A612-B415F5231620}" type="datetime1">
              <a:rPr lang="en-US" smtClean="0"/>
              <a:t>9/21/2025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830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npm.io/cli/env" TargetMode="External"/><Relationship Id="rId2" Type="http://schemas.openxmlformats.org/officeDocument/2006/relationships/hyperlink" Target="https://pnpm.io/installation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34EE865D-5A59-4DD1-A94D-A8DBE4A9E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869DD3-C2DC-724B-074E-4A24D2BD3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819003"/>
            <a:ext cx="10906125" cy="458057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E23EFB5-5855-497F-AC57-6C194148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84551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050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34EE865D-5A59-4DD1-A94D-A8DBE4A9E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23EFB5-5855-497F-AC57-6C194148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84551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72497B-38F1-EF23-98F7-CD6EE5221ED1}"/>
              </a:ext>
            </a:extLst>
          </p:cNvPr>
          <p:cNvSpPr txBox="1"/>
          <p:nvPr/>
        </p:nvSpPr>
        <p:spPr>
          <a:xfrm>
            <a:off x="376922" y="75988"/>
            <a:ext cx="59062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FC000"/>
                </a:solidFill>
              </a:rPr>
              <a:t>What is PNPM? </a:t>
            </a:r>
            <a:r>
              <a:rPr lang="en-US" sz="4400" dirty="0"/>
              <a:t>😐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6B70FC-078B-68A9-A574-92B3427DE5A7}"/>
              </a:ext>
            </a:extLst>
          </p:cNvPr>
          <p:cNvSpPr txBox="1"/>
          <p:nvPr/>
        </p:nvSpPr>
        <p:spPr>
          <a:xfrm>
            <a:off x="0" y="919808"/>
            <a:ext cx="59062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PNPM is a nodejs package manager.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is </a:t>
            </a:r>
            <a:r>
              <a:rPr lang="fr-FR" sz="2000" dirty="0">
                <a:solidFill>
                  <a:srgbClr val="FFC000"/>
                </a:solidFill>
              </a:rPr>
              <a:t>Fast</a:t>
            </a:r>
            <a:r>
              <a:rPr lang="fr-FR" sz="2000" dirty="0"/>
              <a:t>, </a:t>
            </a:r>
            <a:r>
              <a:rPr lang="fr-FR" sz="2000" dirty="0" err="1">
                <a:solidFill>
                  <a:srgbClr val="00B050"/>
                </a:solidFill>
              </a:rPr>
              <a:t>disk</a:t>
            </a:r>
            <a:r>
              <a:rPr lang="fr-FR" sz="2000" dirty="0">
                <a:solidFill>
                  <a:srgbClr val="00B050"/>
                </a:solidFill>
              </a:rPr>
              <a:t> </a:t>
            </a:r>
            <a:r>
              <a:rPr lang="fr-FR" sz="2000" dirty="0" err="1">
                <a:solidFill>
                  <a:srgbClr val="00B050"/>
                </a:solidFill>
              </a:rPr>
              <a:t>space</a:t>
            </a:r>
            <a:r>
              <a:rPr lang="fr-FR" sz="2000" dirty="0">
                <a:solidFill>
                  <a:srgbClr val="00B050"/>
                </a:solidFill>
              </a:rPr>
              <a:t> efficient package manager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pnpm is up to 2x faster than </a:t>
            </a:r>
            <a:r>
              <a:rPr lang="en-US" sz="2000" dirty="0" err="1"/>
              <a:t>npm</a:t>
            </a:r>
            <a:r>
              <a:rPr lang="en-US" sz="20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940041-7412-9A12-D897-1C527F239F5A}"/>
              </a:ext>
            </a:extLst>
          </p:cNvPr>
          <p:cNvSpPr txBox="1"/>
          <p:nvPr/>
        </p:nvSpPr>
        <p:spPr>
          <a:xfrm>
            <a:off x="376922" y="2702653"/>
            <a:ext cx="5906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B0F0"/>
                </a:solidFill>
              </a:rPr>
              <a:t>What is NPM? 😊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905691-15D0-7C2B-8F6C-851DCA3CA544}"/>
              </a:ext>
            </a:extLst>
          </p:cNvPr>
          <p:cNvSpPr txBox="1"/>
          <p:nvPr/>
        </p:nvSpPr>
        <p:spPr>
          <a:xfrm>
            <a:off x="86265" y="3541649"/>
            <a:ext cx="59062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NPM is a native(default) package manager for Nodejs packages.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is installed on your computer when you install Nodejs.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BDFA9B-4B37-1FAA-1EEF-6A86061F75A7}"/>
              </a:ext>
            </a:extLst>
          </p:cNvPr>
          <p:cNvSpPr txBox="1"/>
          <p:nvPr/>
        </p:nvSpPr>
        <p:spPr>
          <a:xfrm>
            <a:off x="6283200" y="137542"/>
            <a:ext cx="4809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B0F0"/>
                </a:solidFill>
              </a:rPr>
              <a:t>What is Nodejs💀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9514D5-F4BC-EB83-7F8B-0DDB892B52DE}"/>
              </a:ext>
            </a:extLst>
          </p:cNvPr>
          <p:cNvSpPr txBox="1"/>
          <p:nvPr/>
        </p:nvSpPr>
        <p:spPr>
          <a:xfrm>
            <a:off x="6094476" y="929666"/>
            <a:ext cx="590627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Nodejs allows you to run JavaScript on the server.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has various package managers to help you install modules(libraries you use during development). Packages include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C000"/>
                </a:solidFill>
              </a:rPr>
              <a:t>Pnpm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B050"/>
                </a:solidFill>
              </a:rPr>
              <a:t>Yarn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0B0F0"/>
                </a:solidFill>
              </a:rPr>
              <a:t>Npm</a:t>
            </a:r>
            <a:endParaRPr lang="en-US" sz="2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6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329578-E1D0-BEF5-0849-4408C356F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4758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2B4D84-84FE-1D50-05A7-DFD5D4F348D8}"/>
              </a:ext>
            </a:extLst>
          </p:cNvPr>
          <p:cNvSpPr txBox="1"/>
          <p:nvPr/>
        </p:nvSpPr>
        <p:spPr>
          <a:xfrm>
            <a:off x="8019872" y="2720525"/>
            <a:ext cx="33879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rgbClr val="00B0F0"/>
                </a:solidFill>
              </a:rPr>
              <a:t>Feature Comparison</a:t>
            </a:r>
            <a:endParaRPr lang="en-US" sz="3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55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hlinkClick r:id="rId2"/>
            <a:extLst>
              <a:ext uri="{FF2B5EF4-FFF2-40B4-BE49-F238E27FC236}">
                <a16:creationId xmlns:a16="http://schemas.microsoft.com/office/drawing/2014/main" id="{1286759C-9CD4-8F9D-8E82-7A721F9E8CBC}"/>
              </a:ext>
            </a:extLst>
          </p:cNvPr>
          <p:cNvSpPr txBox="1"/>
          <p:nvPr/>
        </p:nvSpPr>
        <p:spPr>
          <a:xfrm>
            <a:off x="1436090" y="219715"/>
            <a:ext cx="82082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C000"/>
                </a:solidFill>
              </a:rPr>
              <a:t>PNPM Installation(</a:t>
            </a:r>
            <a:r>
              <a:rPr lang="en-US" sz="1400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https://pnpm.io/installation</a:t>
            </a:r>
            <a:r>
              <a:rPr lang="en-US" sz="2400" dirty="0">
                <a:solidFill>
                  <a:srgbClr val="FFC000"/>
                </a:solidFill>
              </a:rPr>
              <a:t>)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8B057C-A711-019E-C336-349B78E2606F}"/>
              </a:ext>
            </a:extLst>
          </p:cNvPr>
          <p:cNvSpPr txBox="1"/>
          <p:nvPr/>
        </p:nvSpPr>
        <p:spPr>
          <a:xfrm>
            <a:off x="68952" y="780973"/>
            <a:ext cx="75309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On Windows</a:t>
            </a:r>
          </a:p>
          <a:p>
            <a:r>
              <a:rPr lang="en-US" dirty="0"/>
              <a:t>Using PowerShell: </a:t>
            </a:r>
            <a:r>
              <a:rPr lang="en-US" dirty="0" err="1">
                <a:solidFill>
                  <a:srgbClr val="00B0F0"/>
                </a:solidFill>
              </a:rPr>
              <a:t>iwr</a:t>
            </a:r>
            <a:r>
              <a:rPr lang="en-US" dirty="0">
                <a:solidFill>
                  <a:srgbClr val="00B0F0"/>
                </a:solidFill>
              </a:rPr>
              <a:t> https://get.pnpm.io/install.ps1 -</a:t>
            </a:r>
            <a:r>
              <a:rPr lang="en-US" dirty="0" err="1">
                <a:solidFill>
                  <a:srgbClr val="00B0F0"/>
                </a:solidFill>
              </a:rPr>
              <a:t>useb</a:t>
            </a:r>
            <a:r>
              <a:rPr lang="en-US" dirty="0">
                <a:solidFill>
                  <a:srgbClr val="00B0F0"/>
                </a:solidFill>
              </a:rPr>
              <a:t> | </a:t>
            </a:r>
            <a:r>
              <a:rPr lang="en-US" dirty="0" err="1">
                <a:solidFill>
                  <a:srgbClr val="00B0F0"/>
                </a:solidFill>
              </a:rPr>
              <a:t>iex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A4568B-1D94-C461-EFD2-418BCAA421E5}"/>
              </a:ext>
            </a:extLst>
          </p:cNvPr>
          <p:cNvSpPr txBox="1"/>
          <p:nvPr/>
        </p:nvSpPr>
        <p:spPr>
          <a:xfrm>
            <a:off x="0" y="1557674"/>
            <a:ext cx="438923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On Windows</a:t>
            </a:r>
          </a:p>
          <a:p>
            <a:r>
              <a:rPr lang="en-US" dirty="0"/>
              <a:t>Confirm Installation: </a:t>
            </a:r>
            <a:r>
              <a:rPr lang="en-US" dirty="0">
                <a:solidFill>
                  <a:srgbClr val="00B0F0"/>
                </a:solidFill>
              </a:rPr>
              <a:t>pnpm --version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5CCB8D-CC89-88CE-33FE-6746090A8095}"/>
              </a:ext>
            </a:extLst>
          </p:cNvPr>
          <p:cNvSpPr txBox="1"/>
          <p:nvPr/>
        </p:nvSpPr>
        <p:spPr>
          <a:xfrm>
            <a:off x="1436090" y="2646794"/>
            <a:ext cx="73369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Let’s install Nodejs(</a:t>
            </a:r>
            <a:r>
              <a:rPr lang="en-US" sz="1600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https://pnpm.io/cli/env</a:t>
            </a:r>
            <a:r>
              <a:rPr lang="en-US" sz="2400" dirty="0">
                <a:solidFill>
                  <a:srgbClr val="00B050"/>
                </a:solidFill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DBE21E-BDD6-4EE3-91BB-32B4F4936A1F}"/>
              </a:ext>
            </a:extLst>
          </p:cNvPr>
          <p:cNvSpPr txBox="1"/>
          <p:nvPr/>
        </p:nvSpPr>
        <p:spPr>
          <a:xfrm>
            <a:off x="0" y="3188889"/>
            <a:ext cx="1103612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Pnpm env use - </a:t>
            </a:r>
            <a:r>
              <a:rPr lang="en-US" dirty="0"/>
              <a:t>install and set the version to be the current version to use.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 Term Support(LTS) version of Nodejs: </a:t>
            </a:r>
            <a:r>
              <a:rPr lang="en-US" dirty="0">
                <a:solidFill>
                  <a:srgbClr val="00B0F0"/>
                </a:solidFill>
              </a:rPr>
              <a:t>pnpm env use --global </a:t>
            </a:r>
            <a:r>
              <a:rPr lang="en-US" dirty="0" err="1">
                <a:solidFill>
                  <a:srgbClr val="00B0F0"/>
                </a:solidFill>
              </a:rPr>
              <a:t>lts</a:t>
            </a:r>
            <a:endParaRPr lang="en-US" dirty="0">
              <a:solidFill>
                <a:srgbClr val="00B0F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latest version of Nodejs: </a:t>
            </a:r>
            <a:r>
              <a:rPr lang="en-US" dirty="0">
                <a:solidFill>
                  <a:srgbClr val="00B0F0"/>
                </a:solidFill>
              </a:rPr>
              <a:t>pnpm env use --global latest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Install a specific version of Nodejs: </a:t>
            </a:r>
            <a:r>
              <a:rPr lang="en-US" dirty="0">
                <a:solidFill>
                  <a:srgbClr val="00B0F0"/>
                </a:solidFill>
              </a:rPr>
              <a:t>pnpm env use --global 16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48004C-4940-BD0B-27D5-FB9F25BF2B2E}"/>
              </a:ext>
            </a:extLst>
          </p:cNvPr>
          <p:cNvSpPr txBox="1"/>
          <p:nvPr/>
        </p:nvSpPr>
        <p:spPr>
          <a:xfrm>
            <a:off x="0" y="4419995"/>
            <a:ext cx="121920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Pnpm env add - </a:t>
            </a:r>
            <a:r>
              <a:rPr lang="en-US" dirty="0"/>
              <a:t>Installs a specified version(s) of Node.js without activating them as the current 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node 18 and 20: </a:t>
            </a:r>
            <a:r>
              <a:rPr lang="en-US" dirty="0">
                <a:solidFill>
                  <a:srgbClr val="00B0F0"/>
                </a:solidFill>
              </a:rPr>
              <a:t>pnpm env add --global 18 20.0.1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B40B7A-18AA-0D5B-A49F-29876CD7F381}"/>
              </a:ext>
            </a:extLst>
          </p:cNvPr>
          <p:cNvSpPr txBox="1"/>
          <p:nvPr/>
        </p:nvSpPr>
        <p:spPr>
          <a:xfrm>
            <a:off x="0" y="5177533"/>
            <a:ext cx="121920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Pnpm env remove - </a:t>
            </a:r>
            <a:r>
              <a:rPr lang="en-US" dirty="0"/>
              <a:t>Removes the specified version(s) of Node.JS.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 node 18 and 20: </a:t>
            </a:r>
            <a:r>
              <a:rPr lang="en-US" dirty="0">
                <a:solidFill>
                  <a:srgbClr val="00B0F0"/>
                </a:solidFill>
              </a:rPr>
              <a:t>pnpm env remove --global  18 20.0.1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B96D67-4508-D4CE-A4D1-1DCEE69F00CB}"/>
              </a:ext>
            </a:extLst>
          </p:cNvPr>
          <p:cNvSpPr txBox="1"/>
          <p:nvPr/>
        </p:nvSpPr>
        <p:spPr>
          <a:xfrm>
            <a:off x="0" y="5887325"/>
            <a:ext cx="1219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Pnpm env list - </a:t>
            </a:r>
            <a:r>
              <a:rPr lang="en-US" dirty="0"/>
              <a:t>List Node.js versions available locally or remotely.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Print locally installed versions: </a:t>
            </a:r>
            <a:r>
              <a:rPr lang="en-US" dirty="0">
                <a:solidFill>
                  <a:srgbClr val="00B0F0"/>
                </a:solidFill>
              </a:rPr>
              <a:t>pnpm env list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Print remotely available Node.js versions: </a:t>
            </a:r>
            <a:r>
              <a:rPr lang="en-US" dirty="0">
                <a:solidFill>
                  <a:srgbClr val="00B0F0"/>
                </a:solidFill>
              </a:rPr>
              <a:t>pnpm env list --remote</a:t>
            </a:r>
          </a:p>
        </p:txBody>
      </p:sp>
    </p:spTree>
    <p:extLst>
      <p:ext uri="{BB962C8B-B14F-4D97-AF65-F5344CB8AC3E}">
        <p14:creationId xmlns:p14="http://schemas.microsoft.com/office/powerpoint/2010/main" val="2242231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92A12A-F944-2E7E-8D78-47A9EC3A3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9439"/>
            <a:ext cx="12192000" cy="631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940612"/>
      </p:ext>
    </p:extLst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307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Meiryo</vt:lpstr>
      <vt:lpstr>Arial</vt:lpstr>
      <vt:lpstr>Corbel</vt:lpstr>
      <vt:lpstr>ShojiVTI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Comba</dc:creator>
  <cp:lastModifiedBy>Brian Kemboi</cp:lastModifiedBy>
  <cp:revision>2</cp:revision>
  <dcterms:created xsi:type="dcterms:W3CDTF">2024-04-30T07:50:47Z</dcterms:created>
  <dcterms:modified xsi:type="dcterms:W3CDTF">2025-09-21T19:36:55Z</dcterms:modified>
</cp:coreProperties>
</file>